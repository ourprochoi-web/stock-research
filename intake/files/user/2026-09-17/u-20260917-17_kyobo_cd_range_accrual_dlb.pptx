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75" r:id="rId3"/>
    <p:sldId id="279" r:id="rId4"/>
    <p:sldId id="280" r:id="rId5"/>
    <p:sldId id="278" r:id="rId6"/>
    <p:sldId id="283" r:id="rId7"/>
    <p:sldId id="274" r:id="rId8"/>
    <p:sldId id="258" r:id="rId9"/>
    <p:sldId id="282" r:id="rId10"/>
    <p:sldId id="281" r:id="rId11"/>
    <p:sldId id="277" r:id="rId12"/>
    <p:sldId id="270" r:id="rId13"/>
    <p:sldId id="266" r:id="rId14"/>
    <p:sldId id="284" r:id="rId15"/>
    <p:sldId id="260" r:id="rId16"/>
  </p:sldIdLst>
  <p:sldSz cx="12192000" cy="6858000"/>
  <p:notesSz cx="6797675" cy="9926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888C"/>
    <a:srgbClr val="8C9093"/>
    <a:srgbClr val="14532D"/>
    <a:srgbClr val="E7F0EA"/>
    <a:srgbClr val="D9DFDA"/>
    <a:srgbClr val="F7F9F7"/>
    <a:srgbClr val="ECF0ED"/>
    <a:srgbClr val="1E7A4B"/>
    <a:srgbClr val="72767A"/>
    <a:srgbClr val="4E94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61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9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.206.222\&#54028;&#49373;&#49556;&#47336;&#49496;&#48376;&#48512;\FICC&#49556;&#47336;&#49496;&#48512;\&#48177;&#50629;\&#44608;&#50689;&#48120;\CD91-&#44592;&#51456;&#44552;&#47532;&#52264;&#5106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1060155020558535E-2"/>
          <c:y val="2.712759292185251E-2"/>
          <c:w val="0.94653163995747525"/>
          <c:h val="0.857839319380852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CD91일물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Sheet1!$A$2:$A$4355</c:f>
              <c:numCache>
                <c:formatCode>yyyy/mm/dd;@</c:formatCode>
                <c:ptCount val="4354"/>
                <c:pt idx="0">
                  <c:v>40910</c:v>
                </c:pt>
                <c:pt idx="1">
                  <c:v>40911</c:v>
                </c:pt>
                <c:pt idx="2">
                  <c:v>40912</c:v>
                </c:pt>
                <c:pt idx="3">
                  <c:v>40913</c:v>
                </c:pt>
                <c:pt idx="4">
                  <c:v>40914</c:v>
                </c:pt>
                <c:pt idx="5">
                  <c:v>40917</c:v>
                </c:pt>
                <c:pt idx="6">
                  <c:v>40918</c:v>
                </c:pt>
                <c:pt idx="7">
                  <c:v>40919</c:v>
                </c:pt>
                <c:pt idx="8">
                  <c:v>40920</c:v>
                </c:pt>
                <c:pt idx="9">
                  <c:v>40921</c:v>
                </c:pt>
                <c:pt idx="10">
                  <c:v>40924</c:v>
                </c:pt>
                <c:pt idx="11">
                  <c:v>40925</c:v>
                </c:pt>
                <c:pt idx="12">
                  <c:v>40926</c:v>
                </c:pt>
                <c:pt idx="13">
                  <c:v>40927</c:v>
                </c:pt>
                <c:pt idx="14">
                  <c:v>40928</c:v>
                </c:pt>
                <c:pt idx="15">
                  <c:v>40931</c:v>
                </c:pt>
                <c:pt idx="16">
                  <c:v>40932</c:v>
                </c:pt>
                <c:pt idx="17">
                  <c:v>40933</c:v>
                </c:pt>
                <c:pt idx="18">
                  <c:v>40934</c:v>
                </c:pt>
                <c:pt idx="19">
                  <c:v>40935</c:v>
                </c:pt>
                <c:pt idx="20">
                  <c:v>40938</c:v>
                </c:pt>
                <c:pt idx="21">
                  <c:v>40939</c:v>
                </c:pt>
                <c:pt idx="22">
                  <c:v>40940</c:v>
                </c:pt>
                <c:pt idx="23">
                  <c:v>40941</c:v>
                </c:pt>
                <c:pt idx="24">
                  <c:v>40942</c:v>
                </c:pt>
                <c:pt idx="25">
                  <c:v>40945</c:v>
                </c:pt>
                <c:pt idx="26">
                  <c:v>40946</c:v>
                </c:pt>
                <c:pt idx="27">
                  <c:v>40947</c:v>
                </c:pt>
                <c:pt idx="28">
                  <c:v>40948</c:v>
                </c:pt>
                <c:pt idx="29">
                  <c:v>40949</c:v>
                </c:pt>
                <c:pt idx="30">
                  <c:v>40952</c:v>
                </c:pt>
                <c:pt idx="31">
                  <c:v>40953</c:v>
                </c:pt>
                <c:pt idx="32">
                  <c:v>40954</c:v>
                </c:pt>
                <c:pt idx="33">
                  <c:v>40955</c:v>
                </c:pt>
                <c:pt idx="34">
                  <c:v>40956</c:v>
                </c:pt>
                <c:pt idx="35">
                  <c:v>40959</c:v>
                </c:pt>
                <c:pt idx="36">
                  <c:v>40960</c:v>
                </c:pt>
                <c:pt idx="37">
                  <c:v>40961</c:v>
                </c:pt>
                <c:pt idx="38">
                  <c:v>40962</c:v>
                </c:pt>
                <c:pt idx="39">
                  <c:v>40963</c:v>
                </c:pt>
                <c:pt idx="40">
                  <c:v>40966</c:v>
                </c:pt>
                <c:pt idx="41">
                  <c:v>40967</c:v>
                </c:pt>
                <c:pt idx="42">
                  <c:v>40968</c:v>
                </c:pt>
                <c:pt idx="43">
                  <c:v>40969</c:v>
                </c:pt>
                <c:pt idx="44">
                  <c:v>40970</c:v>
                </c:pt>
                <c:pt idx="45">
                  <c:v>40973</c:v>
                </c:pt>
                <c:pt idx="46">
                  <c:v>40974</c:v>
                </c:pt>
                <c:pt idx="47">
                  <c:v>40975</c:v>
                </c:pt>
                <c:pt idx="48">
                  <c:v>40976</c:v>
                </c:pt>
                <c:pt idx="49">
                  <c:v>40977</c:v>
                </c:pt>
                <c:pt idx="50">
                  <c:v>40980</c:v>
                </c:pt>
                <c:pt idx="51">
                  <c:v>40981</c:v>
                </c:pt>
                <c:pt idx="52">
                  <c:v>40982</c:v>
                </c:pt>
                <c:pt idx="53">
                  <c:v>40983</c:v>
                </c:pt>
                <c:pt idx="54">
                  <c:v>40984</c:v>
                </c:pt>
                <c:pt idx="55">
                  <c:v>40987</c:v>
                </c:pt>
                <c:pt idx="56">
                  <c:v>40988</c:v>
                </c:pt>
                <c:pt idx="57">
                  <c:v>40989</c:v>
                </c:pt>
                <c:pt idx="58">
                  <c:v>40990</c:v>
                </c:pt>
                <c:pt idx="59">
                  <c:v>40991</c:v>
                </c:pt>
                <c:pt idx="60">
                  <c:v>40994</c:v>
                </c:pt>
                <c:pt idx="61">
                  <c:v>40995</c:v>
                </c:pt>
                <c:pt idx="62">
                  <c:v>40996</c:v>
                </c:pt>
                <c:pt idx="63">
                  <c:v>40997</c:v>
                </c:pt>
                <c:pt idx="64">
                  <c:v>40998</c:v>
                </c:pt>
                <c:pt idx="65">
                  <c:v>41001</c:v>
                </c:pt>
                <c:pt idx="66">
                  <c:v>41002</c:v>
                </c:pt>
                <c:pt idx="67">
                  <c:v>41003</c:v>
                </c:pt>
                <c:pt idx="68">
                  <c:v>41004</c:v>
                </c:pt>
                <c:pt idx="69">
                  <c:v>41005</c:v>
                </c:pt>
                <c:pt idx="70">
                  <c:v>41008</c:v>
                </c:pt>
                <c:pt idx="71">
                  <c:v>41009</c:v>
                </c:pt>
                <c:pt idx="72">
                  <c:v>41010</c:v>
                </c:pt>
                <c:pt idx="73">
                  <c:v>41011</c:v>
                </c:pt>
                <c:pt idx="74">
                  <c:v>41012</c:v>
                </c:pt>
                <c:pt idx="75">
                  <c:v>41015</c:v>
                </c:pt>
                <c:pt idx="76">
                  <c:v>41016</c:v>
                </c:pt>
                <c:pt idx="77">
                  <c:v>41017</c:v>
                </c:pt>
                <c:pt idx="78">
                  <c:v>41018</c:v>
                </c:pt>
                <c:pt idx="79">
                  <c:v>41019</c:v>
                </c:pt>
                <c:pt idx="80">
                  <c:v>41022</c:v>
                </c:pt>
                <c:pt idx="81">
                  <c:v>41023</c:v>
                </c:pt>
                <c:pt idx="82">
                  <c:v>41024</c:v>
                </c:pt>
                <c:pt idx="83">
                  <c:v>41025</c:v>
                </c:pt>
                <c:pt idx="84">
                  <c:v>41026</c:v>
                </c:pt>
                <c:pt idx="85">
                  <c:v>41029</c:v>
                </c:pt>
                <c:pt idx="86">
                  <c:v>41030</c:v>
                </c:pt>
                <c:pt idx="87">
                  <c:v>41031</c:v>
                </c:pt>
                <c:pt idx="88">
                  <c:v>41032</c:v>
                </c:pt>
                <c:pt idx="89">
                  <c:v>41033</c:v>
                </c:pt>
                <c:pt idx="90">
                  <c:v>41036</c:v>
                </c:pt>
                <c:pt idx="91">
                  <c:v>41037</c:v>
                </c:pt>
                <c:pt idx="92">
                  <c:v>41038</c:v>
                </c:pt>
                <c:pt idx="93">
                  <c:v>41039</c:v>
                </c:pt>
                <c:pt idx="94">
                  <c:v>41040</c:v>
                </c:pt>
                <c:pt idx="95">
                  <c:v>41043</c:v>
                </c:pt>
                <c:pt idx="96">
                  <c:v>41044</c:v>
                </c:pt>
                <c:pt idx="97">
                  <c:v>41045</c:v>
                </c:pt>
                <c:pt idx="98">
                  <c:v>41046</c:v>
                </c:pt>
                <c:pt idx="99">
                  <c:v>41047</c:v>
                </c:pt>
                <c:pt idx="100">
                  <c:v>41050</c:v>
                </c:pt>
                <c:pt idx="101">
                  <c:v>41051</c:v>
                </c:pt>
                <c:pt idx="102">
                  <c:v>41052</c:v>
                </c:pt>
                <c:pt idx="103">
                  <c:v>41053</c:v>
                </c:pt>
                <c:pt idx="104">
                  <c:v>41054</c:v>
                </c:pt>
                <c:pt idx="105">
                  <c:v>41057</c:v>
                </c:pt>
                <c:pt idx="106">
                  <c:v>41058</c:v>
                </c:pt>
                <c:pt idx="107">
                  <c:v>41059</c:v>
                </c:pt>
                <c:pt idx="108">
                  <c:v>41060</c:v>
                </c:pt>
                <c:pt idx="109">
                  <c:v>41061</c:v>
                </c:pt>
                <c:pt idx="110">
                  <c:v>41064</c:v>
                </c:pt>
                <c:pt idx="111">
                  <c:v>41065</c:v>
                </c:pt>
                <c:pt idx="112">
                  <c:v>41066</c:v>
                </c:pt>
                <c:pt idx="113">
                  <c:v>41067</c:v>
                </c:pt>
                <c:pt idx="114">
                  <c:v>41068</c:v>
                </c:pt>
                <c:pt idx="115">
                  <c:v>41071</c:v>
                </c:pt>
                <c:pt idx="116">
                  <c:v>41072</c:v>
                </c:pt>
                <c:pt idx="117">
                  <c:v>41073</c:v>
                </c:pt>
                <c:pt idx="118">
                  <c:v>41074</c:v>
                </c:pt>
                <c:pt idx="119">
                  <c:v>41075</c:v>
                </c:pt>
                <c:pt idx="120">
                  <c:v>41078</c:v>
                </c:pt>
                <c:pt idx="121">
                  <c:v>41079</c:v>
                </c:pt>
                <c:pt idx="122">
                  <c:v>41080</c:v>
                </c:pt>
                <c:pt idx="123">
                  <c:v>41081</c:v>
                </c:pt>
                <c:pt idx="124">
                  <c:v>41082</c:v>
                </c:pt>
                <c:pt idx="125">
                  <c:v>41085</c:v>
                </c:pt>
                <c:pt idx="126">
                  <c:v>41086</c:v>
                </c:pt>
                <c:pt idx="127">
                  <c:v>41087</c:v>
                </c:pt>
                <c:pt idx="128">
                  <c:v>41088</c:v>
                </c:pt>
                <c:pt idx="129">
                  <c:v>41089</c:v>
                </c:pt>
                <c:pt idx="130">
                  <c:v>41092</c:v>
                </c:pt>
                <c:pt idx="131">
                  <c:v>41093</c:v>
                </c:pt>
                <c:pt idx="132">
                  <c:v>41094</c:v>
                </c:pt>
                <c:pt idx="133">
                  <c:v>41095</c:v>
                </c:pt>
                <c:pt idx="134">
                  <c:v>41096</c:v>
                </c:pt>
                <c:pt idx="135">
                  <c:v>41099</c:v>
                </c:pt>
                <c:pt idx="136">
                  <c:v>41100</c:v>
                </c:pt>
                <c:pt idx="137">
                  <c:v>41101</c:v>
                </c:pt>
                <c:pt idx="138">
                  <c:v>41102</c:v>
                </c:pt>
                <c:pt idx="139">
                  <c:v>41103</c:v>
                </c:pt>
                <c:pt idx="140">
                  <c:v>41106</c:v>
                </c:pt>
                <c:pt idx="141">
                  <c:v>41107</c:v>
                </c:pt>
                <c:pt idx="142">
                  <c:v>41108</c:v>
                </c:pt>
                <c:pt idx="143">
                  <c:v>41109</c:v>
                </c:pt>
                <c:pt idx="144">
                  <c:v>41110</c:v>
                </c:pt>
                <c:pt idx="145">
                  <c:v>41113</c:v>
                </c:pt>
                <c:pt idx="146">
                  <c:v>41114</c:v>
                </c:pt>
                <c:pt idx="147">
                  <c:v>41115</c:v>
                </c:pt>
                <c:pt idx="148">
                  <c:v>41116</c:v>
                </c:pt>
                <c:pt idx="149">
                  <c:v>41117</c:v>
                </c:pt>
                <c:pt idx="150">
                  <c:v>41120</c:v>
                </c:pt>
                <c:pt idx="151">
                  <c:v>41121</c:v>
                </c:pt>
                <c:pt idx="152">
                  <c:v>41122</c:v>
                </c:pt>
                <c:pt idx="153">
                  <c:v>41123</c:v>
                </c:pt>
                <c:pt idx="154">
                  <c:v>41124</c:v>
                </c:pt>
                <c:pt idx="155">
                  <c:v>41127</c:v>
                </c:pt>
                <c:pt idx="156">
                  <c:v>41128</c:v>
                </c:pt>
                <c:pt idx="157">
                  <c:v>41129</c:v>
                </c:pt>
                <c:pt idx="158">
                  <c:v>41130</c:v>
                </c:pt>
                <c:pt idx="159">
                  <c:v>41131</c:v>
                </c:pt>
                <c:pt idx="160">
                  <c:v>41134</c:v>
                </c:pt>
                <c:pt idx="161">
                  <c:v>41135</c:v>
                </c:pt>
                <c:pt idx="162">
                  <c:v>41136</c:v>
                </c:pt>
                <c:pt idx="163">
                  <c:v>41137</c:v>
                </c:pt>
                <c:pt idx="164">
                  <c:v>41138</c:v>
                </c:pt>
                <c:pt idx="165">
                  <c:v>41141</c:v>
                </c:pt>
                <c:pt idx="166">
                  <c:v>41142</c:v>
                </c:pt>
                <c:pt idx="167">
                  <c:v>41143</c:v>
                </c:pt>
                <c:pt idx="168">
                  <c:v>41144</c:v>
                </c:pt>
                <c:pt idx="169">
                  <c:v>41145</c:v>
                </c:pt>
                <c:pt idx="170">
                  <c:v>41148</c:v>
                </c:pt>
                <c:pt idx="171">
                  <c:v>41149</c:v>
                </c:pt>
                <c:pt idx="172">
                  <c:v>41150</c:v>
                </c:pt>
                <c:pt idx="173">
                  <c:v>41151</c:v>
                </c:pt>
                <c:pt idx="174">
                  <c:v>41152</c:v>
                </c:pt>
                <c:pt idx="175">
                  <c:v>41155</c:v>
                </c:pt>
                <c:pt idx="176">
                  <c:v>41156</c:v>
                </c:pt>
                <c:pt idx="177">
                  <c:v>41157</c:v>
                </c:pt>
                <c:pt idx="178">
                  <c:v>41158</c:v>
                </c:pt>
                <c:pt idx="179">
                  <c:v>41159</c:v>
                </c:pt>
                <c:pt idx="180">
                  <c:v>41162</c:v>
                </c:pt>
                <c:pt idx="181">
                  <c:v>41163</c:v>
                </c:pt>
                <c:pt idx="182">
                  <c:v>41164</c:v>
                </c:pt>
                <c:pt idx="183">
                  <c:v>41165</c:v>
                </c:pt>
                <c:pt idx="184">
                  <c:v>41166</c:v>
                </c:pt>
                <c:pt idx="185">
                  <c:v>41169</c:v>
                </c:pt>
                <c:pt idx="186">
                  <c:v>41170</c:v>
                </c:pt>
                <c:pt idx="187">
                  <c:v>41171</c:v>
                </c:pt>
                <c:pt idx="188">
                  <c:v>41172</c:v>
                </c:pt>
                <c:pt idx="189">
                  <c:v>41173</c:v>
                </c:pt>
                <c:pt idx="190">
                  <c:v>41176</c:v>
                </c:pt>
                <c:pt idx="191">
                  <c:v>41177</c:v>
                </c:pt>
                <c:pt idx="192">
                  <c:v>41178</c:v>
                </c:pt>
                <c:pt idx="193">
                  <c:v>41179</c:v>
                </c:pt>
                <c:pt idx="194">
                  <c:v>41180</c:v>
                </c:pt>
                <c:pt idx="195">
                  <c:v>41183</c:v>
                </c:pt>
                <c:pt idx="196">
                  <c:v>41184</c:v>
                </c:pt>
                <c:pt idx="197">
                  <c:v>41185</c:v>
                </c:pt>
                <c:pt idx="198">
                  <c:v>41186</c:v>
                </c:pt>
                <c:pt idx="199">
                  <c:v>41187</c:v>
                </c:pt>
                <c:pt idx="200">
                  <c:v>41190</c:v>
                </c:pt>
                <c:pt idx="201">
                  <c:v>41191</c:v>
                </c:pt>
                <c:pt idx="202">
                  <c:v>41192</c:v>
                </c:pt>
                <c:pt idx="203">
                  <c:v>41193</c:v>
                </c:pt>
                <c:pt idx="204">
                  <c:v>41194</c:v>
                </c:pt>
                <c:pt idx="205">
                  <c:v>41197</c:v>
                </c:pt>
                <c:pt idx="206">
                  <c:v>41198</c:v>
                </c:pt>
                <c:pt idx="207">
                  <c:v>41199</c:v>
                </c:pt>
                <c:pt idx="208">
                  <c:v>41200</c:v>
                </c:pt>
                <c:pt idx="209">
                  <c:v>41201</c:v>
                </c:pt>
                <c:pt idx="210">
                  <c:v>41204</c:v>
                </c:pt>
                <c:pt idx="211">
                  <c:v>41205</c:v>
                </c:pt>
                <c:pt idx="212">
                  <c:v>41206</c:v>
                </c:pt>
                <c:pt idx="213">
                  <c:v>41207</c:v>
                </c:pt>
                <c:pt idx="214">
                  <c:v>41208</c:v>
                </c:pt>
                <c:pt idx="215">
                  <c:v>41211</c:v>
                </c:pt>
                <c:pt idx="216">
                  <c:v>41212</c:v>
                </c:pt>
                <c:pt idx="217">
                  <c:v>41213</c:v>
                </c:pt>
                <c:pt idx="218">
                  <c:v>41214</c:v>
                </c:pt>
                <c:pt idx="219">
                  <c:v>41215</c:v>
                </c:pt>
                <c:pt idx="220">
                  <c:v>41218</c:v>
                </c:pt>
                <c:pt idx="221">
                  <c:v>41219</c:v>
                </c:pt>
                <c:pt idx="222">
                  <c:v>41220</c:v>
                </c:pt>
                <c:pt idx="223">
                  <c:v>41221</c:v>
                </c:pt>
                <c:pt idx="224">
                  <c:v>41222</c:v>
                </c:pt>
                <c:pt idx="225">
                  <c:v>41225</c:v>
                </c:pt>
                <c:pt idx="226">
                  <c:v>41226</c:v>
                </c:pt>
                <c:pt idx="227">
                  <c:v>41227</c:v>
                </c:pt>
                <c:pt idx="228">
                  <c:v>41228</c:v>
                </c:pt>
                <c:pt idx="229">
                  <c:v>41229</c:v>
                </c:pt>
                <c:pt idx="230">
                  <c:v>41232</c:v>
                </c:pt>
                <c:pt idx="231">
                  <c:v>41233</c:v>
                </c:pt>
                <c:pt idx="232">
                  <c:v>41234</c:v>
                </c:pt>
                <c:pt idx="233">
                  <c:v>41235</c:v>
                </c:pt>
                <c:pt idx="234">
                  <c:v>41236</c:v>
                </c:pt>
                <c:pt idx="235">
                  <c:v>41239</c:v>
                </c:pt>
                <c:pt idx="236">
                  <c:v>41240</c:v>
                </c:pt>
                <c:pt idx="237">
                  <c:v>41241</c:v>
                </c:pt>
                <c:pt idx="238">
                  <c:v>41242</c:v>
                </c:pt>
                <c:pt idx="239">
                  <c:v>41243</c:v>
                </c:pt>
                <c:pt idx="240">
                  <c:v>41246</c:v>
                </c:pt>
                <c:pt idx="241">
                  <c:v>41247</c:v>
                </c:pt>
                <c:pt idx="242">
                  <c:v>41248</c:v>
                </c:pt>
                <c:pt idx="243">
                  <c:v>41249</c:v>
                </c:pt>
                <c:pt idx="244">
                  <c:v>41250</c:v>
                </c:pt>
                <c:pt idx="245">
                  <c:v>41253</c:v>
                </c:pt>
                <c:pt idx="246">
                  <c:v>41254</c:v>
                </c:pt>
                <c:pt idx="247">
                  <c:v>41255</c:v>
                </c:pt>
                <c:pt idx="248">
                  <c:v>41256</c:v>
                </c:pt>
                <c:pt idx="249">
                  <c:v>41257</c:v>
                </c:pt>
                <c:pt idx="250">
                  <c:v>41260</c:v>
                </c:pt>
                <c:pt idx="251">
                  <c:v>41261</c:v>
                </c:pt>
                <c:pt idx="252">
                  <c:v>41262</c:v>
                </c:pt>
                <c:pt idx="253">
                  <c:v>41263</c:v>
                </c:pt>
                <c:pt idx="254">
                  <c:v>41264</c:v>
                </c:pt>
                <c:pt idx="255">
                  <c:v>41267</c:v>
                </c:pt>
                <c:pt idx="256">
                  <c:v>41268</c:v>
                </c:pt>
                <c:pt idx="257">
                  <c:v>41269</c:v>
                </c:pt>
                <c:pt idx="258">
                  <c:v>41270</c:v>
                </c:pt>
                <c:pt idx="259">
                  <c:v>41271</c:v>
                </c:pt>
                <c:pt idx="260">
                  <c:v>41274</c:v>
                </c:pt>
                <c:pt idx="261">
                  <c:v>41275</c:v>
                </c:pt>
                <c:pt idx="262">
                  <c:v>41276</c:v>
                </c:pt>
                <c:pt idx="263">
                  <c:v>41277</c:v>
                </c:pt>
                <c:pt idx="264">
                  <c:v>41278</c:v>
                </c:pt>
                <c:pt idx="265">
                  <c:v>41281</c:v>
                </c:pt>
                <c:pt idx="266">
                  <c:v>41282</c:v>
                </c:pt>
                <c:pt idx="267">
                  <c:v>41283</c:v>
                </c:pt>
                <c:pt idx="268">
                  <c:v>41284</c:v>
                </c:pt>
                <c:pt idx="269">
                  <c:v>41285</c:v>
                </c:pt>
                <c:pt idx="270">
                  <c:v>41288</c:v>
                </c:pt>
                <c:pt idx="271">
                  <c:v>41289</c:v>
                </c:pt>
                <c:pt idx="272">
                  <c:v>41290</c:v>
                </c:pt>
                <c:pt idx="273">
                  <c:v>41291</c:v>
                </c:pt>
                <c:pt idx="274">
                  <c:v>41292</c:v>
                </c:pt>
                <c:pt idx="275">
                  <c:v>41295</c:v>
                </c:pt>
                <c:pt idx="276">
                  <c:v>41296</c:v>
                </c:pt>
                <c:pt idx="277">
                  <c:v>41297</c:v>
                </c:pt>
                <c:pt idx="278">
                  <c:v>41298</c:v>
                </c:pt>
                <c:pt idx="279">
                  <c:v>41299</c:v>
                </c:pt>
                <c:pt idx="280">
                  <c:v>41302</c:v>
                </c:pt>
                <c:pt idx="281">
                  <c:v>41303</c:v>
                </c:pt>
                <c:pt idx="282">
                  <c:v>41304</c:v>
                </c:pt>
                <c:pt idx="283">
                  <c:v>41305</c:v>
                </c:pt>
                <c:pt idx="284">
                  <c:v>41306</c:v>
                </c:pt>
                <c:pt idx="285">
                  <c:v>41309</c:v>
                </c:pt>
                <c:pt idx="286">
                  <c:v>41310</c:v>
                </c:pt>
                <c:pt idx="287">
                  <c:v>41311</c:v>
                </c:pt>
                <c:pt idx="288">
                  <c:v>41312</c:v>
                </c:pt>
                <c:pt idx="289">
                  <c:v>41313</c:v>
                </c:pt>
                <c:pt idx="290">
                  <c:v>41316</c:v>
                </c:pt>
                <c:pt idx="291">
                  <c:v>41317</c:v>
                </c:pt>
                <c:pt idx="292">
                  <c:v>41318</c:v>
                </c:pt>
                <c:pt idx="293">
                  <c:v>41319</c:v>
                </c:pt>
                <c:pt idx="294">
                  <c:v>41320</c:v>
                </c:pt>
                <c:pt idx="295">
                  <c:v>41323</c:v>
                </c:pt>
                <c:pt idx="296">
                  <c:v>41324</c:v>
                </c:pt>
                <c:pt idx="297">
                  <c:v>41325</c:v>
                </c:pt>
                <c:pt idx="298">
                  <c:v>41326</c:v>
                </c:pt>
                <c:pt idx="299">
                  <c:v>41327</c:v>
                </c:pt>
                <c:pt idx="300">
                  <c:v>41330</c:v>
                </c:pt>
                <c:pt idx="301">
                  <c:v>41331</c:v>
                </c:pt>
                <c:pt idx="302">
                  <c:v>41332</c:v>
                </c:pt>
                <c:pt idx="303">
                  <c:v>41333</c:v>
                </c:pt>
                <c:pt idx="304">
                  <c:v>41334</c:v>
                </c:pt>
                <c:pt idx="305">
                  <c:v>41337</c:v>
                </c:pt>
                <c:pt idx="306">
                  <c:v>41338</c:v>
                </c:pt>
                <c:pt idx="307">
                  <c:v>41339</c:v>
                </c:pt>
                <c:pt idx="308">
                  <c:v>41340</c:v>
                </c:pt>
                <c:pt idx="309">
                  <c:v>41341</c:v>
                </c:pt>
                <c:pt idx="310">
                  <c:v>41344</c:v>
                </c:pt>
                <c:pt idx="311">
                  <c:v>41345</c:v>
                </c:pt>
                <c:pt idx="312">
                  <c:v>41346</c:v>
                </c:pt>
                <c:pt idx="313">
                  <c:v>41347</c:v>
                </c:pt>
                <c:pt idx="314">
                  <c:v>41348</c:v>
                </c:pt>
                <c:pt idx="315">
                  <c:v>41351</c:v>
                </c:pt>
                <c:pt idx="316">
                  <c:v>41352</c:v>
                </c:pt>
                <c:pt idx="317">
                  <c:v>41353</c:v>
                </c:pt>
                <c:pt idx="318">
                  <c:v>41354</c:v>
                </c:pt>
                <c:pt idx="319">
                  <c:v>41355</c:v>
                </c:pt>
                <c:pt idx="320">
                  <c:v>41358</c:v>
                </c:pt>
                <c:pt idx="321">
                  <c:v>41359</c:v>
                </c:pt>
                <c:pt idx="322">
                  <c:v>41360</c:v>
                </c:pt>
                <c:pt idx="323">
                  <c:v>41361</c:v>
                </c:pt>
                <c:pt idx="324">
                  <c:v>41362</c:v>
                </c:pt>
                <c:pt idx="325">
                  <c:v>41365</c:v>
                </c:pt>
                <c:pt idx="326">
                  <c:v>41366</c:v>
                </c:pt>
                <c:pt idx="327">
                  <c:v>41367</c:v>
                </c:pt>
                <c:pt idx="328">
                  <c:v>41368</c:v>
                </c:pt>
                <c:pt idx="329">
                  <c:v>41369</c:v>
                </c:pt>
                <c:pt idx="330">
                  <c:v>41372</c:v>
                </c:pt>
                <c:pt idx="331">
                  <c:v>41373</c:v>
                </c:pt>
                <c:pt idx="332">
                  <c:v>41374</c:v>
                </c:pt>
                <c:pt idx="333">
                  <c:v>41375</c:v>
                </c:pt>
                <c:pt idx="334">
                  <c:v>41376</c:v>
                </c:pt>
                <c:pt idx="335">
                  <c:v>41379</c:v>
                </c:pt>
                <c:pt idx="336">
                  <c:v>41380</c:v>
                </c:pt>
                <c:pt idx="337">
                  <c:v>41381</c:v>
                </c:pt>
                <c:pt idx="338">
                  <c:v>41382</c:v>
                </c:pt>
                <c:pt idx="339">
                  <c:v>41383</c:v>
                </c:pt>
                <c:pt idx="340">
                  <c:v>41386</c:v>
                </c:pt>
                <c:pt idx="341">
                  <c:v>41387</c:v>
                </c:pt>
                <c:pt idx="342">
                  <c:v>41388</c:v>
                </c:pt>
                <c:pt idx="343">
                  <c:v>41389</c:v>
                </c:pt>
                <c:pt idx="344">
                  <c:v>41390</c:v>
                </c:pt>
                <c:pt idx="345">
                  <c:v>41393</c:v>
                </c:pt>
                <c:pt idx="346">
                  <c:v>41394</c:v>
                </c:pt>
                <c:pt idx="347">
                  <c:v>41395</c:v>
                </c:pt>
                <c:pt idx="348">
                  <c:v>41396</c:v>
                </c:pt>
                <c:pt idx="349">
                  <c:v>41397</c:v>
                </c:pt>
                <c:pt idx="350">
                  <c:v>41400</c:v>
                </c:pt>
                <c:pt idx="351">
                  <c:v>41401</c:v>
                </c:pt>
                <c:pt idx="352">
                  <c:v>41402</c:v>
                </c:pt>
                <c:pt idx="353">
                  <c:v>41403</c:v>
                </c:pt>
                <c:pt idx="354">
                  <c:v>41404</c:v>
                </c:pt>
                <c:pt idx="355">
                  <c:v>41407</c:v>
                </c:pt>
                <c:pt idx="356">
                  <c:v>41408</c:v>
                </c:pt>
                <c:pt idx="357">
                  <c:v>41409</c:v>
                </c:pt>
                <c:pt idx="358">
                  <c:v>41410</c:v>
                </c:pt>
                <c:pt idx="359">
                  <c:v>41411</c:v>
                </c:pt>
                <c:pt idx="360">
                  <c:v>41414</c:v>
                </c:pt>
                <c:pt idx="361">
                  <c:v>41415</c:v>
                </c:pt>
                <c:pt idx="362">
                  <c:v>41416</c:v>
                </c:pt>
                <c:pt idx="363">
                  <c:v>41417</c:v>
                </c:pt>
                <c:pt idx="364">
                  <c:v>41418</c:v>
                </c:pt>
                <c:pt idx="365">
                  <c:v>41421</c:v>
                </c:pt>
                <c:pt idx="366">
                  <c:v>41422</c:v>
                </c:pt>
                <c:pt idx="367">
                  <c:v>41423</c:v>
                </c:pt>
                <c:pt idx="368">
                  <c:v>41424</c:v>
                </c:pt>
                <c:pt idx="369">
                  <c:v>41425</c:v>
                </c:pt>
                <c:pt idx="370">
                  <c:v>41428</c:v>
                </c:pt>
                <c:pt idx="371">
                  <c:v>41429</c:v>
                </c:pt>
                <c:pt idx="372">
                  <c:v>41430</c:v>
                </c:pt>
                <c:pt idx="373">
                  <c:v>41431</c:v>
                </c:pt>
                <c:pt idx="374">
                  <c:v>41432</c:v>
                </c:pt>
                <c:pt idx="375">
                  <c:v>41435</c:v>
                </c:pt>
                <c:pt idx="376">
                  <c:v>41436</c:v>
                </c:pt>
                <c:pt idx="377">
                  <c:v>41437</c:v>
                </c:pt>
                <c:pt idx="378">
                  <c:v>41438</c:v>
                </c:pt>
                <c:pt idx="379">
                  <c:v>41439</c:v>
                </c:pt>
                <c:pt idx="380">
                  <c:v>41442</c:v>
                </c:pt>
                <c:pt idx="381">
                  <c:v>41443</c:v>
                </c:pt>
                <c:pt idx="382">
                  <c:v>41444</c:v>
                </c:pt>
                <c:pt idx="383">
                  <c:v>41445</c:v>
                </c:pt>
                <c:pt idx="384">
                  <c:v>41446</c:v>
                </c:pt>
                <c:pt idx="385">
                  <c:v>41449</c:v>
                </c:pt>
                <c:pt idx="386">
                  <c:v>41450</c:v>
                </c:pt>
                <c:pt idx="387">
                  <c:v>41451</c:v>
                </c:pt>
                <c:pt idx="388">
                  <c:v>41452</c:v>
                </c:pt>
                <c:pt idx="389">
                  <c:v>41453</c:v>
                </c:pt>
                <c:pt idx="390">
                  <c:v>41456</c:v>
                </c:pt>
                <c:pt idx="391">
                  <c:v>41457</c:v>
                </c:pt>
                <c:pt idx="392">
                  <c:v>41458</c:v>
                </c:pt>
                <c:pt idx="393">
                  <c:v>41459</c:v>
                </c:pt>
                <c:pt idx="394">
                  <c:v>41460</c:v>
                </c:pt>
                <c:pt idx="395">
                  <c:v>41463</c:v>
                </c:pt>
                <c:pt idx="396">
                  <c:v>41464</c:v>
                </c:pt>
                <c:pt idx="397">
                  <c:v>41465</c:v>
                </c:pt>
                <c:pt idx="398">
                  <c:v>41466</c:v>
                </c:pt>
                <c:pt idx="399">
                  <c:v>41467</c:v>
                </c:pt>
                <c:pt idx="400">
                  <c:v>41470</c:v>
                </c:pt>
                <c:pt idx="401">
                  <c:v>41471</c:v>
                </c:pt>
                <c:pt idx="402">
                  <c:v>41472</c:v>
                </c:pt>
                <c:pt idx="403">
                  <c:v>41473</c:v>
                </c:pt>
                <c:pt idx="404">
                  <c:v>41474</c:v>
                </c:pt>
                <c:pt idx="405">
                  <c:v>41477</c:v>
                </c:pt>
                <c:pt idx="406">
                  <c:v>41478</c:v>
                </c:pt>
                <c:pt idx="407">
                  <c:v>41479</c:v>
                </c:pt>
                <c:pt idx="408">
                  <c:v>41480</c:v>
                </c:pt>
                <c:pt idx="409">
                  <c:v>41481</c:v>
                </c:pt>
                <c:pt idx="410">
                  <c:v>41484</c:v>
                </c:pt>
                <c:pt idx="411">
                  <c:v>41485</c:v>
                </c:pt>
                <c:pt idx="412">
                  <c:v>41486</c:v>
                </c:pt>
                <c:pt idx="413">
                  <c:v>41487</c:v>
                </c:pt>
                <c:pt idx="414">
                  <c:v>41488</c:v>
                </c:pt>
                <c:pt idx="415">
                  <c:v>41491</c:v>
                </c:pt>
                <c:pt idx="416">
                  <c:v>41492</c:v>
                </c:pt>
                <c:pt idx="417">
                  <c:v>41493</c:v>
                </c:pt>
                <c:pt idx="418">
                  <c:v>41494</c:v>
                </c:pt>
                <c:pt idx="419">
                  <c:v>41495</c:v>
                </c:pt>
                <c:pt idx="420">
                  <c:v>41498</c:v>
                </c:pt>
                <c:pt idx="421">
                  <c:v>41499</c:v>
                </c:pt>
                <c:pt idx="422">
                  <c:v>41500</c:v>
                </c:pt>
                <c:pt idx="423">
                  <c:v>41501</c:v>
                </c:pt>
                <c:pt idx="424">
                  <c:v>41502</c:v>
                </c:pt>
                <c:pt idx="425">
                  <c:v>41505</c:v>
                </c:pt>
                <c:pt idx="426">
                  <c:v>41506</c:v>
                </c:pt>
                <c:pt idx="427">
                  <c:v>41507</c:v>
                </c:pt>
                <c:pt idx="428">
                  <c:v>41508</c:v>
                </c:pt>
                <c:pt idx="429">
                  <c:v>41509</c:v>
                </c:pt>
                <c:pt idx="430">
                  <c:v>41512</c:v>
                </c:pt>
                <c:pt idx="431">
                  <c:v>41513</c:v>
                </c:pt>
                <c:pt idx="432">
                  <c:v>41514</c:v>
                </c:pt>
                <c:pt idx="433">
                  <c:v>41515</c:v>
                </c:pt>
                <c:pt idx="434">
                  <c:v>41516</c:v>
                </c:pt>
                <c:pt idx="435">
                  <c:v>41519</c:v>
                </c:pt>
                <c:pt idx="436">
                  <c:v>41520</c:v>
                </c:pt>
                <c:pt idx="437">
                  <c:v>41521</c:v>
                </c:pt>
                <c:pt idx="438">
                  <c:v>41522</c:v>
                </c:pt>
                <c:pt idx="439">
                  <c:v>41523</c:v>
                </c:pt>
                <c:pt idx="440">
                  <c:v>41526</c:v>
                </c:pt>
                <c:pt idx="441">
                  <c:v>41527</c:v>
                </c:pt>
                <c:pt idx="442">
                  <c:v>41528</c:v>
                </c:pt>
                <c:pt idx="443">
                  <c:v>41529</c:v>
                </c:pt>
                <c:pt idx="444">
                  <c:v>41530</c:v>
                </c:pt>
                <c:pt idx="445">
                  <c:v>41533</c:v>
                </c:pt>
                <c:pt idx="446">
                  <c:v>41534</c:v>
                </c:pt>
                <c:pt idx="447">
                  <c:v>41535</c:v>
                </c:pt>
                <c:pt idx="448">
                  <c:v>41536</c:v>
                </c:pt>
                <c:pt idx="449">
                  <c:v>41537</c:v>
                </c:pt>
                <c:pt idx="450">
                  <c:v>41540</c:v>
                </c:pt>
                <c:pt idx="451">
                  <c:v>41541</c:v>
                </c:pt>
                <c:pt idx="452">
                  <c:v>41542</c:v>
                </c:pt>
                <c:pt idx="453">
                  <c:v>41543</c:v>
                </c:pt>
                <c:pt idx="454">
                  <c:v>41544</c:v>
                </c:pt>
                <c:pt idx="455">
                  <c:v>41547</c:v>
                </c:pt>
                <c:pt idx="456">
                  <c:v>41548</c:v>
                </c:pt>
                <c:pt idx="457">
                  <c:v>41549</c:v>
                </c:pt>
                <c:pt idx="458">
                  <c:v>41550</c:v>
                </c:pt>
                <c:pt idx="459">
                  <c:v>41551</c:v>
                </c:pt>
                <c:pt idx="460">
                  <c:v>41554</c:v>
                </c:pt>
                <c:pt idx="461">
                  <c:v>41555</c:v>
                </c:pt>
                <c:pt idx="462">
                  <c:v>41556</c:v>
                </c:pt>
                <c:pt idx="463">
                  <c:v>41557</c:v>
                </c:pt>
                <c:pt idx="464">
                  <c:v>41558</c:v>
                </c:pt>
                <c:pt idx="465">
                  <c:v>41561</c:v>
                </c:pt>
                <c:pt idx="466">
                  <c:v>41562</c:v>
                </c:pt>
                <c:pt idx="467">
                  <c:v>41563</c:v>
                </c:pt>
                <c:pt idx="468">
                  <c:v>41564</c:v>
                </c:pt>
                <c:pt idx="469">
                  <c:v>41565</c:v>
                </c:pt>
                <c:pt idx="470">
                  <c:v>41568</c:v>
                </c:pt>
                <c:pt idx="471">
                  <c:v>41569</c:v>
                </c:pt>
                <c:pt idx="472">
                  <c:v>41570</c:v>
                </c:pt>
                <c:pt idx="473">
                  <c:v>41571</c:v>
                </c:pt>
                <c:pt idx="474">
                  <c:v>41572</c:v>
                </c:pt>
                <c:pt idx="475">
                  <c:v>41575</c:v>
                </c:pt>
                <c:pt idx="476">
                  <c:v>41576</c:v>
                </c:pt>
                <c:pt idx="477">
                  <c:v>41577</c:v>
                </c:pt>
                <c:pt idx="478">
                  <c:v>41578</c:v>
                </c:pt>
                <c:pt idx="479">
                  <c:v>41579</c:v>
                </c:pt>
                <c:pt idx="480">
                  <c:v>41582</c:v>
                </c:pt>
                <c:pt idx="481">
                  <c:v>41583</c:v>
                </c:pt>
                <c:pt idx="482">
                  <c:v>41584</c:v>
                </c:pt>
                <c:pt idx="483">
                  <c:v>41585</c:v>
                </c:pt>
                <c:pt idx="484">
                  <c:v>41586</c:v>
                </c:pt>
                <c:pt idx="485">
                  <c:v>41589</c:v>
                </c:pt>
                <c:pt idx="486">
                  <c:v>41590</c:v>
                </c:pt>
                <c:pt idx="487">
                  <c:v>41591</c:v>
                </c:pt>
                <c:pt idx="488">
                  <c:v>41592</c:v>
                </c:pt>
                <c:pt idx="489">
                  <c:v>41593</c:v>
                </c:pt>
                <c:pt idx="490">
                  <c:v>41596</c:v>
                </c:pt>
                <c:pt idx="491">
                  <c:v>41597</c:v>
                </c:pt>
                <c:pt idx="492">
                  <c:v>41598</c:v>
                </c:pt>
                <c:pt idx="493">
                  <c:v>41599</c:v>
                </c:pt>
                <c:pt idx="494">
                  <c:v>41600</c:v>
                </c:pt>
                <c:pt idx="495">
                  <c:v>41603</c:v>
                </c:pt>
                <c:pt idx="496">
                  <c:v>41604</c:v>
                </c:pt>
                <c:pt idx="497">
                  <c:v>41605</c:v>
                </c:pt>
                <c:pt idx="498">
                  <c:v>41606</c:v>
                </c:pt>
                <c:pt idx="499">
                  <c:v>41607</c:v>
                </c:pt>
                <c:pt idx="500">
                  <c:v>41610</c:v>
                </c:pt>
                <c:pt idx="501">
                  <c:v>41611</c:v>
                </c:pt>
                <c:pt idx="502">
                  <c:v>41612</c:v>
                </c:pt>
                <c:pt idx="503">
                  <c:v>41613</c:v>
                </c:pt>
                <c:pt idx="504">
                  <c:v>41614</c:v>
                </c:pt>
                <c:pt idx="505">
                  <c:v>41617</c:v>
                </c:pt>
                <c:pt idx="506">
                  <c:v>41618</c:v>
                </c:pt>
                <c:pt idx="507">
                  <c:v>41619</c:v>
                </c:pt>
                <c:pt idx="508">
                  <c:v>41620</c:v>
                </c:pt>
                <c:pt idx="509">
                  <c:v>41621</c:v>
                </c:pt>
                <c:pt idx="510">
                  <c:v>41624</c:v>
                </c:pt>
                <c:pt idx="511">
                  <c:v>41625</c:v>
                </c:pt>
                <c:pt idx="512">
                  <c:v>41626</c:v>
                </c:pt>
                <c:pt idx="513">
                  <c:v>41627</c:v>
                </c:pt>
                <c:pt idx="514">
                  <c:v>41628</c:v>
                </c:pt>
                <c:pt idx="515">
                  <c:v>41631</c:v>
                </c:pt>
                <c:pt idx="516">
                  <c:v>41632</c:v>
                </c:pt>
                <c:pt idx="517">
                  <c:v>41633</c:v>
                </c:pt>
                <c:pt idx="518">
                  <c:v>41634</c:v>
                </c:pt>
                <c:pt idx="519">
                  <c:v>41635</c:v>
                </c:pt>
                <c:pt idx="520">
                  <c:v>41638</c:v>
                </c:pt>
                <c:pt idx="521">
                  <c:v>41639</c:v>
                </c:pt>
                <c:pt idx="522">
                  <c:v>41640</c:v>
                </c:pt>
                <c:pt idx="523">
                  <c:v>41641</c:v>
                </c:pt>
                <c:pt idx="524">
                  <c:v>41642</c:v>
                </c:pt>
                <c:pt idx="525">
                  <c:v>41645</c:v>
                </c:pt>
                <c:pt idx="526">
                  <c:v>41646</c:v>
                </c:pt>
                <c:pt idx="527">
                  <c:v>41647</c:v>
                </c:pt>
                <c:pt idx="528">
                  <c:v>41648</c:v>
                </c:pt>
                <c:pt idx="529">
                  <c:v>41649</c:v>
                </c:pt>
                <c:pt idx="530">
                  <c:v>41652</c:v>
                </c:pt>
                <c:pt idx="531">
                  <c:v>41653</c:v>
                </c:pt>
                <c:pt idx="532">
                  <c:v>41654</c:v>
                </c:pt>
                <c:pt idx="533">
                  <c:v>41655</c:v>
                </c:pt>
                <c:pt idx="534">
                  <c:v>41656</c:v>
                </c:pt>
                <c:pt idx="535">
                  <c:v>41659</c:v>
                </c:pt>
                <c:pt idx="536">
                  <c:v>41660</c:v>
                </c:pt>
                <c:pt idx="537">
                  <c:v>41661</c:v>
                </c:pt>
                <c:pt idx="538">
                  <c:v>41662</c:v>
                </c:pt>
                <c:pt idx="539">
                  <c:v>41663</c:v>
                </c:pt>
                <c:pt idx="540">
                  <c:v>41666</c:v>
                </c:pt>
                <c:pt idx="541">
                  <c:v>41667</c:v>
                </c:pt>
                <c:pt idx="542">
                  <c:v>41668</c:v>
                </c:pt>
                <c:pt idx="543">
                  <c:v>41669</c:v>
                </c:pt>
                <c:pt idx="544">
                  <c:v>41670</c:v>
                </c:pt>
                <c:pt idx="545">
                  <c:v>41673</c:v>
                </c:pt>
                <c:pt idx="546">
                  <c:v>41674</c:v>
                </c:pt>
                <c:pt idx="547">
                  <c:v>41675</c:v>
                </c:pt>
                <c:pt idx="548">
                  <c:v>41676</c:v>
                </c:pt>
                <c:pt idx="549">
                  <c:v>41677</c:v>
                </c:pt>
                <c:pt idx="550">
                  <c:v>41680</c:v>
                </c:pt>
                <c:pt idx="551">
                  <c:v>41681</c:v>
                </c:pt>
                <c:pt idx="552">
                  <c:v>41682</c:v>
                </c:pt>
                <c:pt idx="553">
                  <c:v>41683</c:v>
                </c:pt>
                <c:pt idx="554">
                  <c:v>41684</c:v>
                </c:pt>
                <c:pt idx="555">
                  <c:v>41687</c:v>
                </c:pt>
                <c:pt idx="556">
                  <c:v>41688</c:v>
                </c:pt>
                <c:pt idx="557">
                  <c:v>41689</c:v>
                </c:pt>
                <c:pt idx="558">
                  <c:v>41690</c:v>
                </c:pt>
                <c:pt idx="559">
                  <c:v>41691</c:v>
                </c:pt>
                <c:pt idx="560">
                  <c:v>41694</c:v>
                </c:pt>
                <c:pt idx="561">
                  <c:v>41695</c:v>
                </c:pt>
                <c:pt idx="562">
                  <c:v>41696</c:v>
                </c:pt>
                <c:pt idx="563">
                  <c:v>41697</c:v>
                </c:pt>
                <c:pt idx="564">
                  <c:v>41698</c:v>
                </c:pt>
                <c:pt idx="565">
                  <c:v>41701</c:v>
                </c:pt>
                <c:pt idx="566">
                  <c:v>41702</c:v>
                </c:pt>
                <c:pt idx="567">
                  <c:v>41703</c:v>
                </c:pt>
                <c:pt idx="568">
                  <c:v>41704</c:v>
                </c:pt>
                <c:pt idx="569">
                  <c:v>41705</c:v>
                </c:pt>
                <c:pt idx="570">
                  <c:v>41708</c:v>
                </c:pt>
                <c:pt idx="571">
                  <c:v>41709</c:v>
                </c:pt>
                <c:pt idx="572">
                  <c:v>41710</c:v>
                </c:pt>
                <c:pt idx="573">
                  <c:v>41711</c:v>
                </c:pt>
                <c:pt idx="574">
                  <c:v>41712</c:v>
                </c:pt>
                <c:pt idx="575">
                  <c:v>41715</c:v>
                </c:pt>
                <c:pt idx="576">
                  <c:v>41716</c:v>
                </c:pt>
                <c:pt idx="577">
                  <c:v>41717</c:v>
                </c:pt>
                <c:pt idx="578">
                  <c:v>41718</c:v>
                </c:pt>
                <c:pt idx="579">
                  <c:v>41719</c:v>
                </c:pt>
                <c:pt idx="580">
                  <c:v>41722</c:v>
                </c:pt>
                <c:pt idx="581">
                  <c:v>41723</c:v>
                </c:pt>
                <c:pt idx="582">
                  <c:v>41724</c:v>
                </c:pt>
                <c:pt idx="583">
                  <c:v>41725</c:v>
                </c:pt>
                <c:pt idx="584">
                  <c:v>41726</c:v>
                </c:pt>
                <c:pt idx="585">
                  <c:v>41729</c:v>
                </c:pt>
                <c:pt idx="586">
                  <c:v>41730</c:v>
                </c:pt>
                <c:pt idx="587">
                  <c:v>41731</c:v>
                </c:pt>
                <c:pt idx="588">
                  <c:v>41732</c:v>
                </c:pt>
                <c:pt idx="589">
                  <c:v>41733</c:v>
                </c:pt>
                <c:pt idx="590">
                  <c:v>41736</c:v>
                </c:pt>
                <c:pt idx="591">
                  <c:v>41737</c:v>
                </c:pt>
                <c:pt idx="592">
                  <c:v>41738</c:v>
                </c:pt>
                <c:pt idx="593">
                  <c:v>41739</c:v>
                </c:pt>
                <c:pt idx="594">
                  <c:v>41740</c:v>
                </c:pt>
                <c:pt idx="595">
                  <c:v>41743</c:v>
                </c:pt>
                <c:pt idx="596">
                  <c:v>41744</c:v>
                </c:pt>
                <c:pt idx="597">
                  <c:v>41745</c:v>
                </c:pt>
                <c:pt idx="598">
                  <c:v>41746</c:v>
                </c:pt>
                <c:pt idx="599">
                  <c:v>41747</c:v>
                </c:pt>
                <c:pt idx="600">
                  <c:v>41750</c:v>
                </c:pt>
                <c:pt idx="601">
                  <c:v>41751</c:v>
                </c:pt>
                <c:pt idx="602">
                  <c:v>41752</c:v>
                </c:pt>
                <c:pt idx="603">
                  <c:v>41753</c:v>
                </c:pt>
                <c:pt idx="604">
                  <c:v>41754</c:v>
                </c:pt>
                <c:pt idx="605">
                  <c:v>41757</c:v>
                </c:pt>
                <c:pt idx="606">
                  <c:v>41758</c:v>
                </c:pt>
                <c:pt idx="607">
                  <c:v>41759</c:v>
                </c:pt>
                <c:pt idx="608">
                  <c:v>41760</c:v>
                </c:pt>
                <c:pt idx="609">
                  <c:v>41761</c:v>
                </c:pt>
                <c:pt idx="610">
                  <c:v>41764</c:v>
                </c:pt>
                <c:pt idx="611">
                  <c:v>41765</c:v>
                </c:pt>
                <c:pt idx="612">
                  <c:v>41766</c:v>
                </c:pt>
                <c:pt idx="613">
                  <c:v>41767</c:v>
                </c:pt>
                <c:pt idx="614">
                  <c:v>41768</c:v>
                </c:pt>
                <c:pt idx="615">
                  <c:v>41771</c:v>
                </c:pt>
                <c:pt idx="616">
                  <c:v>41772</c:v>
                </c:pt>
                <c:pt idx="617">
                  <c:v>41773</c:v>
                </c:pt>
                <c:pt idx="618">
                  <c:v>41774</c:v>
                </c:pt>
                <c:pt idx="619">
                  <c:v>41775</c:v>
                </c:pt>
                <c:pt idx="620">
                  <c:v>41778</c:v>
                </c:pt>
                <c:pt idx="621">
                  <c:v>41779</c:v>
                </c:pt>
                <c:pt idx="622">
                  <c:v>41780</c:v>
                </c:pt>
                <c:pt idx="623">
                  <c:v>41781</c:v>
                </c:pt>
                <c:pt idx="624">
                  <c:v>41782</c:v>
                </c:pt>
                <c:pt idx="625">
                  <c:v>41785</c:v>
                </c:pt>
                <c:pt idx="626">
                  <c:v>41786</c:v>
                </c:pt>
                <c:pt idx="627">
                  <c:v>41787</c:v>
                </c:pt>
                <c:pt idx="628">
                  <c:v>41788</c:v>
                </c:pt>
                <c:pt idx="629">
                  <c:v>41789</c:v>
                </c:pt>
                <c:pt idx="630">
                  <c:v>41792</c:v>
                </c:pt>
                <c:pt idx="631">
                  <c:v>41793</c:v>
                </c:pt>
                <c:pt idx="632">
                  <c:v>41794</c:v>
                </c:pt>
                <c:pt idx="633">
                  <c:v>41795</c:v>
                </c:pt>
                <c:pt idx="634">
                  <c:v>41796</c:v>
                </c:pt>
                <c:pt idx="635">
                  <c:v>41799</c:v>
                </c:pt>
                <c:pt idx="636">
                  <c:v>41800</c:v>
                </c:pt>
                <c:pt idx="637">
                  <c:v>41801</c:v>
                </c:pt>
                <c:pt idx="638">
                  <c:v>41802</c:v>
                </c:pt>
                <c:pt idx="639">
                  <c:v>41803</c:v>
                </c:pt>
                <c:pt idx="640">
                  <c:v>41806</c:v>
                </c:pt>
                <c:pt idx="641">
                  <c:v>41807</c:v>
                </c:pt>
                <c:pt idx="642">
                  <c:v>41808</c:v>
                </c:pt>
                <c:pt idx="643">
                  <c:v>41809</c:v>
                </c:pt>
                <c:pt idx="644">
                  <c:v>41810</c:v>
                </c:pt>
                <c:pt idx="645">
                  <c:v>41813</c:v>
                </c:pt>
                <c:pt idx="646">
                  <c:v>41814</c:v>
                </c:pt>
                <c:pt idx="647">
                  <c:v>41815</c:v>
                </c:pt>
                <c:pt idx="648">
                  <c:v>41816</c:v>
                </c:pt>
                <c:pt idx="649">
                  <c:v>41817</c:v>
                </c:pt>
                <c:pt idx="650">
                  <c:v>41820</c:v>
                </c:pt>
                <c:pt idx="651">
                  <c:v>41821</c:v>
                </c:pt>
                <c:pt idx="652">
                  <c:v>41822</c:v>
                </c:pt>
                <c:pt idx="653">
                  <c:v>41823</c:v>
                </c:pt>
                <c:pt idx="654">
                  <c:v>41824</c:v>
                </c:pt>
                <c:pt idx="655">
                  <c:v>41827</c:v>
                </c:pt>
                <c:pt idx="656">
                  <c:v>41828</c:v>
                </c:pt>
                <c:pt idx="657">
                  <c:v>41829</c:v>
                </c:pt>
                <c:pt idx="658">
                  <c:v>41830</c:v>
                </c:pt>
                <c:pt idx="659">
                  <c:v>41831</c:v>
                </c:pt>
                <c:pt idx="660">
                  <c:v>41834</c:v>
                </c:pt>
                <c:pt idx="661">
                  <c:v>41835</c:v>
                </c:pt>
                <c:pt idx="662">
                  <c:v>41836</c:v>
                </c:pt>
                <c:pt idx="663">
                  <c:v>41837</c:v>
                </c:pt>
                <c:pt idx="664">
                  <c:v>41838</c:v>
                </c:pt>
                <c:pt idx="665">
                  <c:v>41841</c:v>
                </c:pt>
                <c:pt idx="666">
                  <c:v>41842</c:v>
                </c:pt>
                <c:pt idx="667">
                  <c:v>41843</c:v>
                </c:pt>
                <c:pt idx="668">
                  <c:v>41844</c:v>
                </c:pt>
                <c:pt idx="669">
                  <c:v>41845</c:v>
                </c:pt>
                <c:pt idx="670">
                  <c:v>41848</c:v>
                </c:pt>
                <c:pt idx="671">
                  <c:v>41849</c:v>
                </c:pt>
                <c:pt idx="672">
                  <c:v>41850</c:v>
                </c:pt>
                <c:pt idx="673">
                  <c:v>41851</c:v>
                </c:pt>
                <c:pt idx="674">
                  <c:v>41852</c:v>
                </c:pt>
                <c:pt idx="675">
                  <c:v>41855</c:v>
                </c:pt>
                <c:pt idx="676">
                  <c:v>41856</c:v>
                </c:pt>
                <c:pt idx="677">
                  <c:v>41857</c:v>
                </c:pt>
                <c:pt idx="678">
                  <c:v>41858</c:v>
                </c:pt>
                <c:pt idx="679">
                  <c:v>41859</c:v>
                </c:pt>
                <c:pt idx="680">
                  <c:v>41862</c:v>
                </c:pt>
                <c:pt idx="681">
                  <c:v>41863</c:v>
                </c:pt>
                <c:pt idx="682">
                  <c:v>41864</c:v>
                </c:pt>
                <c:pt idx="683">
                  <c:v>41865</c:v>
                </c:pt>
                <c:pt idx="684">
                  <c:v>41866</c:v>
                </c:pt>
                <c:pt idx="685">
                  <c:v>41869</c:v>
                </c:pt>
                <c:pt idx="686">
                  <c:v>41870</c:v>
                </c:pt>
                <c:pt idx="687">
                  <c:v>41871</c:v>
                </c:pt>
                <c:pt idx="688">
                  <c:v>41872</c:v>
                </c:pt>
                <c:pt idx="689">
                  <c:v>41873</c:v>
                </c:pt>
                <c:pt idx="690">
                  <c:v>41876</c:v>
                </c:pt>
                <c:pt idx="691">
                  <c:v>41877</c:v>
                </c:pt>
                <c:pt idx="692">
                  <c:v>41878</c:v>
                </c:pt>
                <c:pt idx="693">
                  <c:v>41879</c:v>
                </c:pt>
                <c:pt idx="694">
                  <c:v>41880</c:v>
                </c:pt>
                <c:pt idx="695">
                  <c:v>41883</c:v>
                </c:pt>
                <c:pt idx="696">
                  <c:v>41884</c:v>
                </c:pt>
                <c:pt idx="697">
                  <c:v>41885</c:v>
                </c:pt>
                <c:pt idx="698">
                  <c:v>41886</c:v>
                </c:pt>
                <c:pt idx="699">
                  <c:v>41887</c:v>
                </c:pt>
                <c:pt idx="700">
                  <c:v>41890</c:v>
                </c:pt>
                <c:pt idx="701">
                  <c:v>41891</c:v>
                </c:pt>
                <c:pt idx="702">
                  <c:v>41892</c:v>
                </c:pt>
                <c:pt idx="703">
                  <c:v>41893</c:v>
                </c:pt>
                <c:pt idx="704">
                  <c:v>41894</c:v>
                </c:pt>
                <c:pt idx="705">
                  <c:v>41897</c:v>
                </c:pt>
                <c:pt idx="706">
                  <c:v>41898</c:v>
                </c:pt>
                <c:pt idx="707">
                  <c:v>41899</c:v>
                </c:pt>
                <c:pt idx="708">
                  <c:v>41900</c:v>
                </c:pt>
                <c:pt idx="709">
                  <c:v>41901</c:v>
                </c:pt>
                <c:pt idx="710">
                  <c:v>41904</c:v>
                </c:pt>
                <c:pt idx="711">
                  <c:v>41905</c:v>
                </c:pt>
                <c:pt idx="712">
                  <c:v>41906</c:v>
                </c:pt>
                <c:pt idx="713">
                  <c:v>41907</c:v>
                </c:pt>
                <c:pt idx="714">
                  <c:v>41908</c:v>
                </c:pt>
                <c:pt idx="715">
                  <c:v>41911</c:v>
                </c:pt>
                <c:pt idx="716">
                  <c:v>41912</c:v>
                </c:pt>
                <c:pt idx="717">
                  <c:v>41913</c:v>
                </c:pt>
                <c:pt idx="718">
                  <c:v>41914</c:v>
                </c:pt>
                <c:pt idx="719">
                  <c:v>41915</c:v>
                </c:pt>
                <c:pt idx="720">
                  <c:v>41918</c:v>
                </c:pt>
                <c:pt idx="721">
                  <c:v>41919</c:v>
                </c:pt>
                <c:pt idx="722">
                  <c:v>41920</c:v>
                </c:pt>
                <c:pt idx="723">
                  <c:v>41921</c:v>
                </c:pt>
                <c:pt idx="724">
                  <c:v>41922</c:v>
                </c:pt>
                <c:pt idx="725">
                  <c:v>41925</c:v>
                </c:pt>
                <c:pt idx="726">
                  <c:v>41926</c:v>
                </c:pt>
                <c:pt idx="727">
                  <c:v>41927</c:v>
                </c:pt>
                <c:pt idx="728">
                  <c:v>41928</c:v>
                </c:pt>
                <c:pt idx="729">
                  <c:v>41929</c:v>
                </c:pt>
                <c:pt idx="730">
                  <c:v>41932</c:v>
                </c:pt>
                <c:pt idx="731">
                  <c:v>41933</c:v>
                </c:pt>
                <c:pt idx="732">
                  <c:v>41934</c:v>
                </c:pt>
                <c:pt idx="733">
                  <c:v>41935</c:v>
                </c:pt>
                <c:pt idx="734">
                  <c:v>41936</c:v>
                </c:pt>
                <c:pt idx="735">
                  <c:v>41939</c:v>
                </c:pt>
                <c:pt idx="736">
                  <c:v>41940</c:v>
                </c:pt>
                <c:pt idx="737">
                  <c:v>41941</c:v>
                </c:pt>
                <c:pt idx="738">
                  <c:v>41942</c:v>
                </c:pt>
                <c:pt idx="739">
                  <c:v>41943</c:v>
                </c:pt>
                <c:pt idx="740">
                  <c:v>41946</c:v>
                </c:pt>
                <c:pt idx="741">
                  <c:v>41947</c:v>
                </c:pt>
                <c:pt idx="742">
                  <c:v>41948</c:v>
                </c:pt>
                <c:pt idx="743">
                  <c:v>41949</c:v>
                </c:pt>
                <c:pt idx="744">
                  <c:v>41950</c:v>
                </c:pt>
                <c:pt idx="745">
                  <c:v>41953</c:v>
                </c:pt>
                <c:pt idx="746">
                  <c:v>41954</c:v>
                </c:pt>
                <c:pt idx="747">
                  <c:v>41955</c:v>
                </c:pt>
                <c:pt idx="748">
                  <c:v>41956</c:v>
                </c:pt>
                <c:pt idx="749">
                  <c:v>41957</c:v>
                </c:pt>
                <c:pt idx="750">
                  <c:v>41960</c:v>
                </c:pt>
                <c:pt idx="751">
                  <c:v>41961</c:v>
                </c:pt>
                <c:pt idx="752">
                  <c:v>41962</c:v>
                </c:pt>
                <c:pt idx="753">
                  <c:v>41963</c:v>
                </c:pt>
                <c:pt idx="754">
                  <c:v>41964</c:v>
                </c:pt>
                <c:pt idx="755">
                  <c:v>41967</c:v>
                </c:pt>
                <c:pt idx="756">
                  <c:v>41968</c:v>
                </c:pt>
                <c:pt idx="757">
                  <c:v>41969</c:v>
                </c:pt>
                <c:pt idx="758">
                  <c:v>41970</c:v>
                </c:pt>
                <c:pt idx="759">
                  <c:v>41971</c:v>
                </c:pt>
                <c:pt idx="760">
                  <c:v>41974</c:v>
                </c:pt>
                <c:pt idx="761">
                  <c:v>41975</c:v>
                </c:pt>
                <c:pt idx="762">
                  <c:v>41976</c:v>
                </c:pt>
                <c:pt idx="763">
                  <c:v>41977</c:v>
                </c:pt>
                <c:pt idx="764">
                  <c:v>41978</c:v>
                </c:pt>
                <c:pt idx="765">
                  <c:v>41981</c:v>
                </c:pt>
                <c:pt idx="766">
                  <c:v>41982</c:v>
                </c:pt>
                <c:pt idx="767">
                  <c:v>41983</c:v>
                </c:pt>
                <c:pt idx="768">
                  <c:v>41984</c:v>
                </c:pt>
                <c:pt idx="769">
                  <c:v>41985</c:v>
                </c:pt>
                <c:pt idx="770">
                  <c:v>41988</c:v>
                </c:pt>
                <c:pt idx="771">
                  <c:v>41989</c:v>
                </c:pt>
                <c:pt idx="772">
                  <c:v>41990</c:v>
                </c:pt>
                <c:pt idx="773">
                  <c:v>41991</c:v>
                </c:pt>
                <c:pt idx="774">
                  <c:v>41992</c:v>
                </c:pt>
                <c:pt idx="775">
                  <c:v>41995</c:v>
                </c:pt>
                <c:pt idx="776">
                  <c:v>41996</c:v>
                </c:pt>
                <c:pt idx="777">
                  <c:v>41997</c:v>
                </c:pt>
                <c:pt idx="778">
                  <c:v>41998</c:v>
                </c:pt>
                <c:pt idx="779">
                  <c:v>41999</c:v>
                </c:pt>
                <c:pt idx="780">
                  <c:v>42002</c:v>
                </c:pt>
                <c:pt idx="781">
                  <c:v>42003</c:v>
                </c:pt>
                <c:pt idx="782">
                  <c:v>42004</c:v>
                </c:pt>
                <c:pt idx="783">
                  <c:v>42005</c:v>
                </c:pt>
                <c:pt idx="784">
                  <c:v>42006</c:v>
                </c:pt>
                <c:pt idx="785">
                  <c:v>42009</c:v>
                </c:pt>
                <c:pt idx="786">
                  <c:v>42010</c:v>
                </c:pt>
                <c:pt idx="787">
                  <c:v>42011</c:v>
                </c:pt>
                <c:pt idx="788">
                  <c:v>42012</c:v>
                </c:pt>
                <c:pt idx="789">
                  <c:v>42013</c:v>
                </c:pt>
                <c:pt idx="790">
                  <c:v>42016</c:v>
                </c:pt>
                <c:pt idx="791">
                  <c:v>42017</c:v>
                </c:pt>
                <c:pt idx="792">
                  <c:v>42018</c:v>
                </c:pt>
                <c:pt idx="793">
                  <c:v>42019</c:v>
                </c:pt>
                <c:pt idx="794">
                  <c:v>42020</c:v>
                </c:pt>
                <c:pt idx="795">
                  <c:v>42023</c:v>
                </c:pt>
                <c:pt idx="796">
                  <c:v>42024</c:v>
                </c:pt>
                <c:pt idx="797">
                  <c:v>42025</c:v>
                </c:pt>
                <c:pt idx="798">
                  <c:v>42026</c:v>
                </c:pt>
                <c:pt idx="799">
                  <c:v>42027</c:v>
                </c:pt>
                <c:pt idx="800">
                  <c:v>42030</c:v>
                </c:pt>
                <c:pt idx="801">
                  <c:v>42031</c:v>
                </c:pt>
                <c:pt idx="802">
                  <c:v>42032</c:v>
                </c:pt>
                <c:pt idx="803">
                  <c:v>42033</c:v>
                </c:pt>
                <c:pt idx="804">
                  <c:v>42034</c:v>
                </c:pt>
                <c:pt idx="805">
                  <c:v>42037</c:v>
                </c:pt>
                <c:pt idx="806">
                  <c:v>42038</c:v>
                </c:pt>
                <c:pt idx="807">
                  <c:v>42039</c:v>
                </c:pt>
                <c:pt idx="808">
                  <c:v>42040</c:v>
                </c:pt>
                <c:pt idx="809">
                  <c:v>42041</c:v>
                </c:pt>
                <c:pt idx="810">
                  <c:v>42044</c:v>
                </c:pt>
                <c:pt idx="811">
                  <c:v>42045</c:v>
                </c:pt>
                <c:pt idx="812">
                  <c:v>42046</c:v>
                </c:pt>
                <c:pt idx="813">
                  <c:v>42047</c:v>
                </c:pt>
                <c:pt idx="814">
                  <c:v>42048</c:v>
                </c:pt>
                <c:pt idx="815">
                  <c:v>42051</c:v>
                </c:pt>
                <c:pt idx="816">
                  <c:v>42052</c:v>
                </c:pt>
                <c:pt idx="817">
                  <c:v>42053</c:v>
                </c:pt>
                <c:pt idx="818">
                  <c:v>42054</c:v>
                </c:pt>
                <c:pt idx="819">
                  <c:v>42055</c:v>
                </c:pt>
                <c:pt idx="820">
                  <c:v>42058</c:v>
                </c:pt>
                <c:pt idx="821">
                  <c:v>42059</c:v>
                </c:pt>
                <c:pt idx="822">
                  <c:v>42060</c:v>
                </c:pt>
                <c:pt idx="823">
                  <c:v>42061</c:v>
                </c:pt>
                <c:pt idx="824">
                  <c:v>42062</c:v>
                </c:pt>
                <c:pt idx="825">
                  <c:v>42065</c:v>
                </c:pt>
                <c:pt idx="826">
                  <c:v>42066</c:v>
                </c:pt>
                <c:pt idx="827">
                  <c:v>42067</c:v>
                </c:pt>
                <c:pt idx="828">
                  <c:v>42068</c:v>
                </c:pt>
                <c:pt idx="829">
                  <c:v>42069</c:v>
                </c:pt>
                <c:pt idx="830">
                  <c:v>42072</c:v>
                </c:pt>
                <c:pt idx="831">
                  <c:v>42073</c:v>
                </c:pt>
                <c:pt idx="832">
                  <c:v>42074</c:v>
                </c:pt>
                <c:pt idx="833">
                  <c:v>42075</c:v>
                </c:pt>
                <c:pt idx="834">
                  <c:v>42076</c:v>
                </c:pt>
                <c:pt idx="835">
                  <c:v>42079</c:v>
                </c:pt>
                <c:pt idx="836">
                  <c:v>42080</c:v>
                </c:pt>
                <c:pt idx="837">
                  <c:v>42081</c:v>
                </c:pt>
                <c:pt idx="838">
                  <c:v>42082</c:v>
                </c:pt>
                <c:pt idx="839">
                  <c:v>42083</c:v>
                </c:pt>
                <c:pt idx="840">
                  <c:v>42086</c:v>
                </c:pt>
                <c:pt idx="841">
                  <c:v>42087</c:v>
                </c:pt>
                <c:pt idx="842">
                  <c:v>42088</c:v>
                </c:pt>
                <c:pt idx="843">
                  <c:v>42089</c:v>
                </c:pt>
                <c:pt idx="844">
                  <c:v>42090</c:v>
                </c:pt>
                <c:pt idx="845">
                  <c:v>42093</c:v>
                </c:pt>
                <c:pt idx="846">
                  <c:v>42094</c:v>
                </c:pt>
                <c:pt idx="847">
                  <c:v>42095</c:v>
                </c:pt>
                <c:pt idx="848">
                  <c:v>42096</c:v>
                </c:pt>
                <c:pt idx="849">
                  <c:v>42097</c:v>
                </c:pt>
                <c:pt idx="850">
                  <c:v>42100</c:v>
                </c:pt>
                <c:pt idx="851">
                  <c:v>42101</c:v>
                </c:pt>
                <c:pt idx="852">
                  <c:v>42102</c:v>
                </c:pt>
                <c:pt idx="853">
                  <c:v>42103</c:v>
                </c:pt>
                <c:pt idx="854">
                  <c:v>42104</c:v>
                </c:pt>
                <c:pt idx="855">
                  <c:v>42107</c:v>
                </c:pt>
                <c:pt idx="856">
                  <c:v>42108</c:v>
                </c:pt>
                <c:pt idx="857">
                  <c:v>42109</c:v>
                </c:pt>
                <c:pt idx="858">
                  <c:v>42110</c:v>
                </c:pt>
                <c:pt idx="859">
                  <c:v>42111</c:v>
                </c:pt>
                <c:pt idx="860">
                  <c:v>42114</c:v>
                </c:pt>
                <c:pt idx="861">
                  <c:v>42115</c:v>
                </c:pt>
                <c:pt idx="862">
                  <c:v>42116</c:v>
                </c:pt>
                <c:pt idx="863">
                  <c:v>42117</c:v>
                </c:pt>
                <c:pt idx="864">
                  <c:v>42118</c:v>
                </c:pt>
                <c:pt idx="865">
                  <c:v>42121</c:v>
                </c:pt>
                <c:pt idx="866">
                  <c:v>42122</c:v>
                </c:pt>
                <c:pt idx="867">
                  <c:v>42123</c:v>
                </c:pt>
                <c:pt idx="868">
                  <c:v>42124</c:v>
                </c:pt>
                <c:pt idx="869">
                  <c:v>42125</c:v>
                </c:pt>
                <c:pt idx="870">
                  <c:v>42128</c:v>
                </c:pt>
                <c:pt idx="871">
                  <c:v>42129</c:v>
                </c:pt>
                <c:pt idx="872">
                  <c:v>42130</c:v>
                </c:pt>
                <c:pt idx="873">
                  <c:v>42131</c:v>
                </c:pt>
                <c:pt idx="874">
                  <c:v>42132</c:v>
                </c:pt>
                <c:pt idx="875">
                  <c:v>42135</c:v>
                </c:pt>
                <c:pt idx="876">
                  <c:v>42136</c:v>
                </c:pt>
                <c:pt idx="877">
                  <c:v>42137</c:v>
                </c:pt>
                <c:pt idx="878">
                  <c:v>42138</c:v>
                </c:pt>
                <c:pt idx="879">
                  <c:v>42139</c:v>
                </c:pt>
                <c:pt idx="880">
                  <c:v>42142</c:v>
                </c:pt>
                <c:pt idx="881">
                  <c:v>42143</c:v>
                </c:pt>
                <c:pt idx="882">
                  <c:v>42144</c:v>
                </c:pt>
                <c:pt idx="883">
                  <c:v>42145</c:v>
                </c:pt>
                <c:pt idx="884">
                  <c:v>42146</c:v>
                </c:pt>
                <c:pt idx="885">
                  <c:v>42149</c:v>
                </c:pt>
                <c:pt idx="886">
                  <c:v>42150</c:v>
                </c:pt>
                <c:pt idx="887">
                  <c:v>42151</c:v>
                </c:pt>
                <c:pt idx="888">
                  <c:v>42152</c:v>
                </c:pt>
                <c:pt idx="889">
                  <c:v>42153</c:v>
                </c:pt>
                <c:pt idx="890">
                  <c:v>42156</c:v>
                </c:pt>
                <c:pt idx="891">
                  <c:v>42157</c:v>
                </c:pt>
                <c:pt idx="892">
                  <c:v>42158</c:v>
                </c:pt>
                <c:pt idx="893">
                  <c:v>42159</c:v>
                </c:pt>
                <c:pt idx="894">
                  <c:v>42160</c:v>
                </c:pt>
                <c:pt idx="895">
                  <c:v>42163</c:v>
                </c:pt>
                <c:pt idx="896">
                  <c:v>42164</c:v>
                </c:pt>
                <c:pt idx="897">
                  <c:v>42165</c:v>
                </c:pt>
                <c:pt idx="898">
                  <c:v>42166</c:v>
                </c:pt>
                <c:pt idx="899">
                  <c:v>42167</c:v>
                </c:pt>
                <c:pt idx="900">
                  <c:v>42170</c:v>
                </c:pt>
                <c:pt idx="901">
                  <c:v>42171</c:v>
                </c:pt>
                <c:pt idx="902">
                  <c:v>42172</c:v>
                </c:pt>
                <c:pt idx="903">
                  <c:v>42173</c:v>
                </c:pt>
                <c:pt idx="904">
                  <c:v>42174</c:v>
                </c:pt>
                <c:pt idx="905">
                  <c:v>42177</c:v>
                </c:pt>
                <c:pt idx="906">
                  <c:v>42178</c:v>
                </c:pt>
                <c:pt idx="907">
                  <c:v>42179</c:v>
                </c:pt>
                <c:pt idx="908">
                  <c:v>42180</c:v>
                </c:pt>
                <c:pt idx="909">
                  <c:v>42181</c:v>
                </c:pt>
                <c:pt idx="910">
                  <c:v>42184</c:v>
                </c:pt>
                <c:pt idx="911">
                  <c:v>42185</c:v>
                </c:pt>
                <c:pt idx="912">
                  <c:v>42186</c:v>
                </c:pt>
                <c:pt idx="913">
                  <c:v>42187</c:v>
                </c:pt>
                <c:pt idx="914">
                  <c:v>42188</c:v>
                </c:pt>
                <c:pt idx="915">
                  <c:v>42191</c:v>
                </c:pt>
                <c:pt idx="916">
                  <c:v>42192</c:v>
                </c:pt>
                <c:pt idx="917">
                  <c:v>42193</c:v>
                </c:pt>
                <c:pt idx="918">
                  <c:v>42194</c:v>
                </c:pt>
                <c:pt idx="919">
                  <c:v>42195</c:v>
                </c:pt>
                <c:pt idx="920">
                  <c:v>42198</c:v>
                </c:pt>
                <c:pt idx="921">
                  <c:v>42199</c:v>
                </c:pt>
                <c:pt idx="922">
                  <c:v>42200</c:v>
                </c:pt>
                <c:pt idx="923">
                  <c:v>42201</c:v>
                </c:pt>
                <c:pt idx="924">
                  <c:v>42202</c:v>
                </c:pt>
                <c:pt idx="925">
                  <c:v>42205</c:v>
                </c:pt>
                <c:pt idx="926">
                  <c:v>42206</c:v>
                </c:pt>
                <c:pt idx="927">
                  <c:v>42207</c:v>
                </c:pt>
                <c:pt idx="928">
                  <c:v>42208</c:v>
                </c:pt>
                <c:pt idx="929">
                  <c:v>42209</c:v>
                </c:pt>
                <c:pt idx="930">
                  <c:v>42212</c:v>
                </c:pt>
                <c:pt idx="931">
                  <c:v>42213</c:v>
                </c:pt>
                <c:pt idx="932">
                  <c:v>42214</c:v>
                </c:pt>
                <c:pt idx="933">
                  <c:v>42215</c:v>
                </c:pt>
                <c:pt idx="934">
                  <c:v>42216</c:v>
                </c:pt>
                <c:pt idx="935">
                  <c:v>42219</c:v>
                </c:pt>
                <c:pt idx="936">
                  <c:v>42220</c:v>
                </c:pt>
                <c:pt idx="937">
                  <c:v>42221</c:v>
                </c:pt>
                <c:pt idx="938">
                  <c:v>42222</c:v>
                </c:pt>
                <c:pt idx="939">
                  <c:v>42223</c:v>
                </c:pt>
                <c:pt idx="940">
                  <c:v>42226</c:v>
                </c:pt>
                <c:pt idx="941">
                  <c:v>42227</c:v>
                </c:pt>
                <c:pt idx="942">
                  <c:v>42228</c:v>
                </c:pt>
                <c:pt idx="943">
                  <c:v>42229</c:v>
                </c:pt>
                <c:pt idx="944">
                  <c:v>42230</c:v>
                </c:pt>
                <c:pt idx="945">
                  <c:v>42233</c:v>
                </c:pt>
                <c:pt idx="946">
                  <c:v>42234</c:v>
                </c:pt>
                <c:pt idx="947">
                  <c:v>42235</c:v>
                </c:pt>
                <c:pt idx="948">
                  <c:v>42236</c:v>
                </c:pt>
                <c:pt idx="949">
                  <c:v>42237</c:v>
                </c:pt>
                <c:pt idx="950">
                  <c:v>42240</c:v>
                </c:pt>
                <c:pt idx="951">
                  <c:v>42241</c:v>
                </c:pt>
                <c:pt idx="952">
                  <c:v>42242</c:v>
                </c:pt>
                <c:pt idx="953">
                  <c:v>42243</c:v>
                </c:pt>
                <c:pt idx="954">
                  <c:v>42244</c:v>
                </c:pt>
                <c:pt idx="955">
                  <c:v>42247</c:v>
                </c:pt>
                <c:pt idx="956">
                  <c:v>42248</c:v>
                </c:pt>
                <c:pt idx="957">
                  <c:v>42249</c:v>
                </c:pt>
                <c:pt idx="958">
                  <c:v>42250</c:v>
                </c:pt>
                <c:pt idx="959">
                  <c:v>42251</c:v>
                </c:pt>
                <c:pt idx="960">
                  <c:v>42254</c:v>
                </c:pt>
                <c:pt idx="961">
                  <c:v>42255</c:v>
                </c:pt>
                <c:pt idx="962">
                  <c:v>42256</c:v>
                </c:pt>
                <c:pt idx="963">
                  <c:v>42257</c:v>
                </c:pt>
                <c:pt idx="964">
                  <c:v>42258</c:v>
                </c:pt>
                <c:pt idx="965">
                  <c:v>42261</c:v>
                </c:pt>
                <c:pt idx="966">
                  <c:v>42262</c:v>
                </c:pt>
                <c:pt idx="967">
                  <c:v>42263</c:v>
                </c:pt>
                <c:pt idx="968">
                  <c:v>42264</c:v>
                </c:pt>
                <c:pt idx="969">
                  <c:v>42265</c:v>
                </c:pt>
                <c:pt idx="970">
                  <c:v>42268</c:v>
                </c:pt>
                <c:pt idx="971">
                  <c:v>42269</c:v>
                </c:pt>
                <c:pt idx="972">
                  <c:v>42270</c:v>
                </c:pt>
                <c:pt idx="973">
                  <c:v>42271</c:v>
                </c:pt>
                <c:pt idx="974">
                  <c:v>42272</c:v>
                </c:pt>
                <c:pt idx="975">
                  <c:v>42275</c:v>
                </c:pt>
                <c:pt idx="976">
                  <c:v>42276</c:v>
                </c:pt>
                <c:pt idx="977">
                  <c:v>42277</c:v>
                </c:pt>
                <c:pt idx="978">
                  <c:v>42278</c:v>
                </c:pt>
                <c:pt idx="979">
                  <c:v>42279</c:v>
                </c:pt>
                <c:pt idx="980">
                  <c:v>42282</c:v>
                </c:pt>
                <c:pt idx="981">
                  <c:v>42283</c:v>
                </c:pt>
                <c:pt idx="982">
                  <c:v>42284</c:v>
                </c:pt>
                <c:pt idx="983">
                  <c:v>42285</c:v>
                </c:pt>
                <c:pt idx="984">
                  <c:v>42286</c:v>
                </c:pt>
                <c:pt idx="985">
                  <c:v>42289</c:v>
                </c:pt>
                <c:pt idx="986">
                  <c:v>42290</c:v>
                </c:pt>
                <c:pt idx="987">
                  <c:v>42291</c:v>
                </c:pt>
                <c:pt idx="988">
                  <c:v>42292</c:v>
                </c:pt>
                <c:pt idx="989">
                  <c:v>42293</c:v>
                </c:pt>
                <c:pt idx="990">
                  <c:v>42296</c:v>
                </c:pt>
                <c:pt idx="991">
                  <c:v>42297</c:v>
                </c:pt>
                <c:pt idx="992">
                  <c:v>42298</c:v>
                </c:pt>
                <c:pt idx="993">
                  <c:v>42299</c:v>
                </c:pt>
                <c:pt idx="994">
                  <c:v>42300</c:v>
                </c:pt>
                <c:pt idx="995">
                  <c:v>42303</c:v>
                </c:pt>
                <c:pt idx="996">
                  <c:v>42304</c:v>
                </c:pt>
                <c:pt idx="997">
                  <c:v>42305</c:v>
                </c:pt>
                <c:pt idx="998">
                  <c:v>42306</c:v>
                </c:pt>
                <c:pt idx="999">
                  <c:v>42307</c:v>
                </c:pt>
                <c:pt idx="1000">
                  <c:v>42310</c:v>
                </c:pt>
                <c:pt idx="1001">
                  <c:v>42311</c:v>
                </c:pt>
                <c:pt idx="1002">
                  <c:v>42312</c:v>
                </c:pt>
                <c:pt idx="1003">
                  <c:v>42313</c:v>
                </c:pt>
                <c:pt idx="1004">
                  <c:v>42314</c:v>
                </c:pt>
                <c:pt idx="1005">
                  <c:v>42317</c:v>
                </c:pt>
                <c:pt idx="1006">
                  <c:v>42318</c:v>
                </c:pt>
                <c:pt idx="1007">
                  <c:v>42319</c:v>
                </c:pt>
                <c:pt idx="1008">
                  <c:v>42320</c:v>
                </c:pt>
                <c:pt idx="1009">
                  <c:v>42321</c:v>
                </c:pt>
                <c:pt idx="1010">
                  <c:v>42324</c:v>
                </c:pt>
                <c:pt idx="1011">
                  <c:v>42325</c:v>
                </c:pt>
                <c:pt idx="1012">
                  <c:v>42326</c:v>
                </c:pt>
                <c:pt idx="1013">
                  <c:v>42327</c:v>
                </c:pt>
                <c:pt idx="1014">
                  <c:v>42328</c:v>
                </c:pt>
                <c:pt idx="1015">
                  <c:v>42331</c:v>
                </c:pt>
                <c:pt idx="1016">
                  <c:v>42332</c:v>
                </c:pt>
                <c:pt idx="1017">
                  <c:v>42333</c:v>
                </c:pt>
                <c:pt idx="1018">
                  <c:v>42334</c:v>
                </c:pt>
                <c:pt idx="1019">
                  <c:v>42335</c:v>
                </c:pt>
                <c:pt idx="1020">
                  <c:v>42338</c:v>
                </c:pt>
                <c:pt idx="1021">
                  <c:v>42339</c:v>
                </c:pt>
                <c:pt idx="1022">
                  <c:v>42340</c:v>
                </c:pt>
                <c:pt idx="1023">
                  <c:v>42341</c:v>
                </c:pt>
                <c:pt idx="1024">
                  <c:v>42342</c:v>
                </c:pt>
                <c:pt idx="1025">
                  <c:v>42345</c:v>
                </c:pt>
                <c:pt idx="1026">
                  <c:v>42346</c:v>
                </c:pt>
                <c:pt idx="1027">
                  <c:v>42347</c:v>
                </c:pt>
                <c:pt idx="1028">
                  <c:v>42348</c:v>
                </c:pt>
                <c:pt idx="1029">
                  <c:v>42349</c:v>
                </c:pt>
                <c:pt idx="1030">
                  <c:v>42352</c:v>
                </c:pt>
                <c:pt idx="1031">
                  <c:v>42353</c:v>
                </c:pt>
                <c:pt idx="1032">
                  <c:v>42354</c:v>
                </c:pt>
                <c:pt idx="1033">
                  <c:v>42355</c:v>
                </c:pt>
                <c:pt idx="1034">
                  <c:v>42356</c:v>
                </c:pt>
                <c:pt idx="1035">
                  <c:v>42359</c:v>
                </c:pt>
                <c:pt idx="1036">
                  <c:v>42360</c:v>
                </c:pt>
                <c:pt idx="1037">
                  <c:v>42361</c:v>
                </c:pt>
                <c:pt idx="1038">
                  <c:v>42362</c:v>
                </c:pt>
                <c:pt idx="1039">
                  <c:v>42363</c:v>
                </c:pt>
                <c:pt idx="1040">
                  <c:v>42366</c:v>
                </c:pt>
                <c:pt idx="1041">
                  <c:v>42367</c:v>
                </c:pt>
                <c:pt idx="1042">
                  <c:v>42368</c:v>
                </c:pt>
                <c:pt idx="1043">
                  <c:v>42369</c:v>
                </c:pt>
                <c:pt idx="1044">
                  <c:v>42370</c:v>
                </c:pt>
                <c:pt idx="1045">
                  <c:v>42373</c:v>
                </c:pt>
                <c:pt idx="1046">
                  <c:v>42374</c:v>
                </c:pt>
                <c:pt idx="1047">
                  <c:v>42375</c:v>
                </c:pt>
                <c:pt idx="1048">
                  <c:v>42376</c:v>
                </c:pt>
                <c:pt idx="1049">
                  <c:v>42377</c:v>
                </c:pt>
                <c:pt idx="1050">
                  <c:v>42380</c:v>
                </c:pt>
                <c:pt idx="1051">
                  <c:v>42381</c:v>
                </c:pt>
                <c:pt idx="1052">
                  <c:v>42382</c:v>
                </c:pt>
                <c:pt idx="1053">
                  <c:v>42383</c:v>
                </c:pt>
                <c:pt idx="1054">
                  <c:v>42384</c:v>
                </c:pt>
                <c:pt idx="1055">
                  <c:v>42387</c:v>
                </c:pt>
                <c:pt idx="1056">
                  <c:v>42388</c:v>
                </c:pt>
                <c:pt idx="1057">
                  <c:v>42389</c:v>
                </c:pt>
                <c:pt idx="1058">
                  <c:v>42390</c:v>
                </c:pt>
                <c:pt idx="1059">
                  <c:v>42391</c:v>
                </c:pt>
                <c:pt idx="1060">
                  <c:v>42394</c:v>
                </c:pt>
                <c:pt idx="1061">
                  <c:v>42395</c:v>
                </c:pt>
                <c:pt idx="1062">
                  <c:v>42396</c:v>
                </c:pt>
                <c:pt idx="1063">
                  <c:v>42397</c:v>
                </c:pt>
                <c:pt idx="1064">
                  <c:v>42398</c:v>
                </c:pt>
                <c:pt idx="1065">
                  <c:v>42401</c:v>
                </c:pt>
                <c:pt idx="1066">
                  <c:v>42402</c:v>
                </c:pt>
                <c:pt idx="1067">
                  <c:v>42403</c:v>
                </c:pt>
                <c:pt idx="1068">
                  <c:v>42404</c:v>
                </c:pt>
                <c:pt idx="1069">
                  <c:v>42405</c:v>
                </c:pt>
                <c:pt idx="1070">
                  <c:v>42408</c:v>
                </c:pt>
                <c:pt idx="1071">
                  <c:v>42409</c:v>
                </c:pt>
                <c:pt idx="1072">
                  <c:v>42410</c:v>
                </c:pt>
                <c:pt idx="1073">
                  <c:v>42411</c:v>
                </c:pt>
                <c:pt idx="1074">
                  <c:v>42412</c:v>
                </c:pt>
                <c:pt idx="1075">
                  <c:v>42415</c:v>
                </c:pt>
                <c:pt idx="1076">
                  <c:v>42416</c:v>
                </c:pt>
                <c:pt idx="1077">
                  <c:v>42417</c:v>
                </c:pt>
                <c:pt idx="1078">
                  <c:v>42418</c:v>
                </c:pt>
                <c:pt idx="1079">
                  <c:v>42419</c:v>
                </c:pt>
                <c:pt idx="1080">
                  <c:v>42422</c:v>
                </c:pt>
                <c:pt idx="1081">
                  <c:v>42423</c:v>
                </c:pt>
                <c:pt idx="1082">
                  <c:v>42424</c:v>
                </c:pt>
                <c:pt idx="1083">
                  <c:v>42425</c:v>
                </c:pt>
                <c:pt idx="1084">
                  <c:v>42426</c:v>
                </c:pt>
                <c:pt idx="1085">
                  <c:v>42429</c:v>
                </c:pt>
                <c:pt idx="1086">
                  <c:v>42430</c:v>
                </c:pt>
                <c:pt idx="1087">
                  <c:v>42431</c:v>
                </c:pt>
                <c:pt idx="1088">
                  <c:v>42432</c:v>
                </c:pt>
                <c:pt idx="1089">
                  <c:v>42433</c:v>
                </c:pt>
                <c:pt idx="1090">
                  <c:v>42436</c:v>
                </c:pt>
                <c:pt idx="1091">
                  <c:v>42437</c:v>
                </c:pt>
                <c:pt idx="1092">
                  <c:v>42438</c:v>
                </c:pt>
                <c:pt idx="1093">
                  <c:v>42439</c:v>
                </c:pt>
                <c:pt idx="1094">
                  <c:v>42440</c:v>
                </c:pt>
                <c:pt idx="1095">
                  <c:v>42443</c:v>
                </c:pt>
                <c:pt idx="1096">
                  <c:v>42444</c:v>
                </c:pt>
                <c:pt idx="1097">
                  <c:v>42445</c:v>
                </c:pt>
                <c:pt idx="1098">
                  <c:v>42446</c:v>
                </c:pt>
                <c:pt idx="1099">
                  <c:v>42447</c:v>
                </c:pt>
                <c:pt idx="1100">
                  <c:v>42450</c:v>
                </c:pt>
                <c:pt idx="1101">
                  <c:v>42451</c:v>
                </c:pt>
                <c:pt idx="1102">
                  <c:v>42452</c:v>
                </c:pt>
                <c:pt idx="1103">
                  <c:v>42453</c:v>
                </c:pt>
                <c:pt idx="1104">
                  <c:v>42454</c:v>
                </c:pt>
                <c:pt idx="1105">
                  <c:v>42457</c:v>
                </c:pt>
                <c:pt idx="1106">
                  <c:v>42458</c:v>
                </c:pt>
                <c:pt idx="1107">
                  <c:v>42459</c:v>
                </c:pt>
                <c:pt idx="1108">
                  <c:v>42460</c:v>
                </c:pt>
                <c:pt idx="1109">
                  <c:v>42461</c:v>
                </c:pt>
                <c:pt idx="1110">
                  <c:v>42464</c:v>
                </c:pt>
                <c:pt idx="1111">
                  <c:v>42465</c:v>
                </c:pt>
                <c:pt idx="1112">
                  <c:v>42466</c:v>
                </c:pt>
                <c:pt idx="1113">
                  <c:v>42467</c:v>
                </c:pt>
                <c:pt idx="1114">
                  <c:v>42468</c:v>
                </c:pt>
                <c:pt idx="1115">
                  <c:v>42471</c:v>
                </c:pt>
                <c:pt idx="1116">
                  <c:v>42472</c:v>
                </c:pt>
                <c:pt idx="1117">
                  <c:v>42473</c:v>
                </c:pt>
                <c:pt idx="1118">
                  <c:v>42474</c:v>
                </c:pt>
                <c:pt idx="1119">
                  <c:v>42475</c:v>
                </c:pt>
                <c:pt idx="1120">
                  <c:v>42478</c:v>
                </c:pt>
                <c:pt idx="1121">
                  <c:v>42479</c:v>
                </c:pt>
                <c:pt idx="1122">
                  <c:v>42480</c:v>
                </c:pt>
                <c:pt idx="1123">
                  <c:v>42481</c:v>
                </c:pt>
                <c:pt idx="1124">
                  <c:v>42482</c:v>
                </c:pt>
                <c:pt idx="1125">
                  <c:v>42485</c:v>
                </c:pt>
                <c:pt idx="1126">
                  <c:v>42486</c:v>
                </c:pt>
                <c:pt idx="1127">
                  <c:v>42487</c:v>
                </c:pt>
                <c:pt idx="1128">
                  <c:v>42488</c:v>
                </c:pt>
                <c:pt idx="1129">
                  <c:v>42489</c:v>
                </c:pt>
                <c:pt idx="1130">
                  <c:v>42492</c:v>
                </c:pt>
                <c:pt idx="1131">
                  <c:v>42493</c:v>
                </c:pt>
                <c:pt idx="1132">
                  <c:v>42494</c:v>
                </c:pt>
                <c:pt idx="1133">
                  <c:v>42495</c:v>
                </c:pt>
                <c:pt idx="1134">
                  <c:v>42496</c:v>
                </c:pt>
                <c:pt idx="1135">
                  <c:v>42499</c:v>
                </c:pt>
                <c:pt idx="1136">
                  <c:v>42500</c:v>
                </c:pt>
                <c:pt idx="1137">
                  <c:v>42501</c:v>
                </c:pt>
                <c:pt idx="1138">
                  <c:v>42502</c:v>
                </c:pt>
                <c:pt idx="1139">
                  <c:v>42503</c:v>
                </c:pt>
                <c:pt idx="1140">
                  <c:v>42506</c:v>
                </c:pt>
                <c:pt idx="1141">
                  <c:v>42507</c:v>
                </c:pt>
                <c:pt idx="1142">
                  <c:v>42508</c:v>
                </c:pt>
                <c:pt idx="1143">
                  <c:v>42509</c:v>
                </c:pt>
                <c:pt idx="1144">
                  <c:v>42510</c:v>
                </c:pt>
                <c:pt idx="1145">
                  <c:v>42513</c:v>
                </c:pt>
                <c:pt idx="1146">
                  <c:v>42514</c:v>
                </c:pt>
                <c:pt idx="1147">
                  <c:v>42515</c:v>
                </c:pt>
                <c:pt idx="1148">
                  <c:v>42516</c:v>
                </c:pt>
                <c:pt idx="1149">
                  <c:v>42517</c:v>
                </c:pt>
                <c:pt idx="1150">
                  <c:v>42520</c:v>
                </c:pt>
                <c:pt idx="1151">
                  <c:v>42521</c:v>
                </c:pt>
                <c:pt idx="1152">
                  <c:v>42522</c:v>
                </c:pt>
                <c:pt idx="1153">
                  <c:v>42523</c:v>
                </c:pt>
                <c:pt idx="1154">
                  <c:v>42524</c:v>
                </c:pt>
                <c:pt idx="1155">
                  <c:v>42527</c:v>
                </c:pt>
                <c:pt idx="1156">
                  <c:v>42528</c:v>
                </c:pt>
                <c:pt idx="1157">
                  <c:v>42529</c:v>
                </c:pt>
                <c:pt idx="1158">
                  <c:v>42530</c:v>
                </c:pt>
                <c:pt idx="1159">
                  <c:v>42531</c:v>
                </c:pt>
                <c:pt idx="1160">
                  <c:v>42534</c:v>
                </c:pt>
                <c:pt idx="1161">
                  <c:v>42535</c:v>
                </c:pt>
                <c:pt idx="1162">
                  <c:v>42536</c:v>
                </c:pt>
                <c:pt idx="1163">
                  <c:v>42537</c:v>
                </c:pt>
                <c:pt idx="1164">
                  <c:v>42538</c:v>
                </c:pt>
                <c:pt idx="1165">
                  <c:v>42541</c:v>
                </c:pt>
                <c:pt idx="1166">
                  <c:v>42542</c:v>
                </c:pt>
                <c:pt idx="1167">
                  <c:v>42543</c:v>
                </c:pt>
                <c:pt idx="1168">
                  <c:v>42544</c:v>
                </c:pt>
                <c:pt idx="1169">
                  <c:v>42545</c:v>
                </c:pt>
                <c:pt idx="1170">
                  <c:v>42548</c:v>
                </c:pt>
                <c:pt idx="1171">
                  <c:v>42549</c:v>
                </c:pt>
                <c:pt idx="1172">
                  <c:v>42550</c:v>
                </c:pt>
                <c:pt idx="1173">
                  <c:v>42551</c:v>
                </c:pt>
                <c:pt idx="1174">
                  <c:v>42552</c:v>
                </c:pt>
                <c:pt idx="1175">
                  <c:v>42555</c:v>
                </c:pt>
                <c:pt idx="1176">
                  <c:v>42556</c:v>
                </c:pt>
                <c:pt idx="1177">
                  <c:v>42557</c:v>
                </c:pt>
                <c:pt idx="1178">
                  <c:v>42558</c:v>
                </c:pt>
                <c:pt idx="1179">
                  <c:v>42559</c:v>
                </c:pt>
                <c:pt idx="1180">
                  <c:v>42562</c:v>
                </c:pt>
                <c:pt idx="1181">
                  <c:v>42563</c:v>
                </c:pt>
                <c:pt idx="1182">
                  <c:v>42564</c:v>
                </c:pt>
                <c:pt idx="1183">
                  <c:v>42565</c:v>
                </c:pt>
                <c:pt idx="1184">
                  <c:v>42566</c:v>
                </c:pt>
                <c:pt idx="1185">
                  <c:v>42569</c:v>
                </c:pt>
                <c:pt idx="1186">
                  <c:v>42570</c:v>
                </c:pt>
                <c:pt idx="1187">
                  <c:v>42571</c:v>
                </c:pt>
                <c:pt idx="1188">
                  <c:v>42572</c:v>
                </c:pt>
                <c:pt idx="1189">
                  <c:v>42573</c:v>
                </c:pt>
                <c:pt idx="1190">
                  <c:v>42576</c:v>
                </c:pt>
                <c:pt idx="1191">
                  <c:v>42577</c:v>
                </c:pt>
                <c:pt idx="1192">
                  <c:v>42578</c:v>
                </c:pt>
                <c:pt idx="1193">
                  <c:v>42579</c:v>
                </c:pt>
                <c:pt idx="1194">
                  <c:v>42580</c:v>
                </c:pt>
                <c:pt idx="1195">
                  <c:v>42583</c:v>
                </c:pt>
                <c:pt idx="1196">
                  <c:v>42584</c:v>
                </c:pt>
                <c:pt idx="1197">
                  <c:v>42585</c:v>
                </c:pt>
                <c:pt idx="1198">
                  <c:v>42586</c:v>
                </c:pt>
                <c:pt idx="1199">
                  <c:v>42587</c:v>
                </c:pt>
                <c:pt idx="1200">
                  <c:v>42590</c:v>
                </c:pt>
                <c:pt idx="1201">
                  <c:v>42591</c:v>
                </c:pt>
                <c:pt idx="1202">
                  <c:v>42592</c:v>
                </c:pt>
                <c:pt idx="1203">
                  <c:v>42593</c:v>
                </c:pt>
                <c:pt idx="1204">
                  <c:v>42594</c:v>
                </c:pt>
                <c:pt idx="1205">
                  <c:v>42597</c:v>
                </c:pt>
                <c:pt idx="1206">
                  <c:v>42598</c:v>
                </c:pt>
                <c:pt idx="1207">
                  <c:v>42599</c:v>
                </c:pt>
                <c:pt idx="1208">
                  <c:v>42600</c:v>
                </c:pt>
                <c:pt idx="1209">
                  <c:v>42601</c:v>
                </c:pt>
                <c:pt idx="1210">
                  <c:v>42604</c:v>
                </c:pt>
                <c:pt idx="1211">
                  <c:v>42605</c:v>
                </c:pt>
                <c:pt idx="1212">
                  <c:v>42606</c:v>
                </c:pt>
                <c:pt idx="1213">
                  <c:v>42607</c:v>
                </c:pt>
                <c:pt idx="1214">
                  <c:v>42608</c:v>
                </c:pt>
                <c:pt idx="1215">
                  <c:v>42611</c:v>
                </c:pt>
                <c:pt idx="1216">
                  <c:v>42612</c:v>
                </c:pt>
                <c:pt idx="1217">
                  <c:v>42613</c:v>
                </c:pt>
                <c:pt idx="1218">
                  <c:v>42614</c:v>
                </c:pt>
                <c:pt idx="1219">
                  <c:v>42615</c:v>
                </c:pt>
                <c:pt idx="1220">
                  <c:v>42618</c:v>
                </c:pt>
                <c:pt idx="1221">
                  <c:v>42619</c:v>
                </c:pt>
                <c:pt idx="1222">
                  <c:v>42620</c:v>
                </c:pt>
                <c:pt idx="1223">
                  <c:v>42621</c:v>
                </c:pt>
                <c:pt idx="1224">
                  <c:v>42622</c:v>
                </c:pt>
                <c:pt idx="1225">
                  <c:v>42625</c:v>
                </c:pt>
                <c:pt idx="1226">
                  <c:v>42626</c:v>
                </c:pt>
                <c:pt idx="1227">
                  <c:v>42627</c:v>
                </c:pt>
                <c:pt idx="1228">
                  <c:v>42628</c:v>
                </c:pt>
                <c:pt idx="1229">
                  <c:v>42629</c:v>
                </c:pt>
                <c:pt idx="1230">
                  <c:v>42632</c:v>
                </c:pt>
                <c:pt idx="1231">
                  <c:v>42633</c:v>
                </c:pt>
                <c:pt idx="1232">
                  <c:v>42634</c:v>
                </c:pt>
                <c:pt idx="1233">
                  <c:v>42635</c:v>
                </c:pt>
                <c:pt idx="1234">
                  <c:v>42636</c:v>
                </c:pt>
                <c:pt idx="1235">
                  <c:v>42639</c:v>
                </c:pt>
                <c:pt idx="1236">
                  <c:v>42640</c:v>
                </c:pt>
                <c:pt idx="1237">
                  <c:v>42641</c:v>
                </c:pt>
                <c:pt idx="1238">
                  <c:v>42642</c:v>
                </c:pt>
                <c:pt idx="1239">
                  <c:v>42643</c:v>
                </c:pt>
                <c:pt idx="1240">
                  <c:v>42646</c:v>
                </c:pt>
                <c:pt idx="1241">
                  <c:v>42647</c:v>
                </c:pt>
                <c:pt idx="1242">
                  <c:v>42648</c:v>
                </c:pt>
                <c:pt idx="1243">
                  <c:v>42649</c:v>
                </c:pt>
                <c:pt idx="1244">
                  <c:v>42650</c:v>
                </c:pt>
                <c:pt idx="1245">
                  <c:v>42653</c:v>
                </c:pt>
                <c:pt idx="1246">
                  <c:v>42654</c:v>
                </c:pt>
                <c:pt idx="1247">
                  <c:v>42655</c:v>
                </c:pt>
                <c:pt idx="1248">
                  <c:v>42656</c:v>
                </c:pt>
                <c:pt idx="1249">
                  <c:v>42657</c:v>
                </c:pt>
                <c:pt idx="1250">
                  <c:v>42660</c:v>
                </c:pt>
                <c:pt idx="1251">
                  <c:v>42661</c:v>
                </c:pt>
                <c:pt idx="1252">
                  <c:v>42662</c:v>
                </c:pt>
                <c:pt idx="1253">
                  <c:v>42663</c:v>
                </c:pt>
                <c:pt idx="1254">
                  <c:v>42664</c:v>
                </c:pt>
                <c:pt idx="1255">
                  <c:v>42667</c:v>
                </c:pt>
                <c:pt idx="1256">
                  <c:v>42668</c:v>
                </c:pt>
                <c:pt idx="1257">
                  <c:v>42669</c:v>
                </c:pt>
                <c:pt idx="1258">
                  <c:v>42670</c:v>
                </c:pt>
                <c:pt idx="1259">
                  <c:v>42671</c:v>
                </c:pt>
                <c:pt idx="1260">
                  <c:v>42674</c:v>
                </c:pt>
                <c:pt idx="1261">
                  <c:v>42675</c:v>
                </c:pt>
                <c:pt idx="1262">
                  <c:v>42676</c:v>
                </c:pt>
                <c:pt idx="1263">
                  <c:v>42677</c:v>
                </c:pt>
                <c:pt idx="1264">
                  <c:v>42678</c:v>
                </c:pt>
                <c:pt idx="1265">
                  <c:v>42681</c:v>
                </c:pt>
                <c:pt idx="1266">
                  <c:v>42682</c:v>
                </c:pt>
                <c:pt idx="1267">
                  <c:v>42683</c:v>
                </c:pt>
                <c:pt idx="1268">
                  <c:v>42684</c:v>
                </c:pt>
                <c:pt idx="1269">
                  <c:v>42685</c:v>
                </c:pt>
                <c:pt idx="1270">
                  <c:v>42688</c:v>
                </c:pt>
                <c:pt idx="1271">
                  <c:v>42689</c:v>
                </c:pt>
                <c:pt idx="1272">
                  <c:v>42690</c:v>
                </c:pt>
                <c:pt idx="1273">
                  <c:v>42691</c:v>
                </c:pt>
                <c:pt idx="1274">
                  <c:v>42692</c:v>
                </c:pt>
                <c:pt idx="1275">
                  <c:v>42695</c:v>
                </c:pt>
                <c:pt idx="1276">
                  <c:v>42696</c:v>
                </c:pt>
                <c:pt idx="1277">
                  <c:v>42697</c:v>
                </c:pt>
                <c:pt idx="1278">
                  <c:v>42698</c:v>
                </c:pt>
                <c:pt idx="1279">
                  <c:v>42699</c:v>
                </c:pt>
                <c:pt idx="1280">
                  <c:v>42702</c:v>
                </c:pt>
                <c:pt idx="1281">
                  <c:v>42703</c:v>
                </c:pt>
                <c:pt idx="1282">
                  <c:v>42704</c:v>
                </c:pt>
                <c:pt idx="1283">
                  <c:v>42705</c:v>
                </c:pt>
                <c:pt idx="1284">
                  <c:v>42706</c:v>
                </c:pt>
                <c:pt idx="1285">
                  <c:v>42709</c:v>
                </c:pt>
                <c:pt idx="1286">
                  <c:v>42710</c:v>
                </c:pt>
                <c:pt idx="1287">
                  <c:v>42711</c:v>
                </c:pt>
                <c:pt idx="1288">
                  <c:v>42712</c:v>
                </c:pt>
                <c:pt idx="1289">
                  <c:v>42713</c:v>
                </c:pt>
                <c:pt idx="1290">
                  <c:v>42716</c:v>
                </c:pt>
                <c:pt idx="1291">
                  <c:v>42717</c:v>
                </c:pt>
                <c:pt idx="1292">
                  <c:v>42718</c:v>
                </c:pt>
                <c:pt idx="1293">
                  <c:v>42719</c:v>
                </c:pt>
                <c:pt idx="1294">
                  <c:v>42720</c:v>
                </c:pt>
                <c:pt idx="1295">
                  <c:v>42723</c:v>
                </c:pt>
                <c:pt idx="1296">
                  <c:v>42724</c:v>
                </c:pt>
                <c:pt idx="1297">
                  <c:v>42725</c:v>
                </c:pt>
                <c:pt idx="1298">
                  <c:v>42726</c:v>
                </c:pt>
                <c:pt idx="1299">
                  <c:v>42727</c:v>
                </c:pt>
                <c:pt idx="1300">
                  <c:v>42730</c:v>
                </c:pt>
                <c:pt idx="1301">
                  <c:v>42731</c:v>
                </c:pt>
                <c:pt idx="1302">
                  <c:v>42732</c:v>
                </c:pt>
                <c:pt idx="1303">
                  <c:v>42733</c:v>
                </c:pt>
                <c:pt idx="1304">
                  <c:v>42734</c:v>
                </c:pt>
                <c:pt idx="1305">
                  <c:v>42737</c:v>
                </c:pt>
                <c:pt idx="1306">
                  <c:v>42738</c:v>
                </c:pt>
                <c:pt idx="1307">
                  <c:v>42739</c:v>
                </c:pt>
                <c:pt idx="1308">
                  <c:v>42740</c:v>
                </c:pt>
                <c:pt idx="1309">
                  <c:v>42741</c:v>
                </c:pt>
                <c:pt idx="1310">
                  <c:v>42744</c:v>
                </c:pt>
                <c:pt idx="1311">
                  <c:v>42745</c:v>
                </c:pt>
                <c:pt idx="1312">
                  <c:v>42746</c:v>
                </c:pt>
                <c:pt idx="1313">
                  <c:v>42747</c:v>
                </c:pt>
                <c:pt idx="1314">
                  <c:v>42748</c:v>
                </c:pt>
                <c:pt idx="1315">
                  <c:v>42751</c:v>
                </c:pt>
                <c:pt idx="1316">
                  <c:v>42752</c:v>
                </c:pt>
                <c:pt idx="1317">
                  <c:v>42753</c:v>
                </c:pt>
                <c:pt idx="1318">
                  <c:v>42754</c:v>
                </c:pt>
                <c:pt idx="1319">
                  <c:v>42755</c:v>
                </c:pt>
                <c:pt idx="1320">
                  <c:v>42758</c:v>
                </c:pt>
                <c:pt idx="1321">
                  <c:v>42759</c:v>
                </c:pt>
                <c:pt idx="1322">
                  <c:v>42760</c:v>
                </c:pt>
                <c:pt idx="1323">
                  <c:v>42761</c:v>
                </c:pt>
                <c:pt idx="1324">
                  <c:v>42762</c:v>
                </c:pt>
                <c:pt idx="1325">
                  <c:v>42765</c:v>
                </c:pt>
                <c:pt idx="1326">
                  <c:v>42766</c:v>
                </c:pt>
                <c:pt idx="1327">
                  <c:v>42767</c:v>
                </c:pt>
                <c:pt idx="1328">
                  <c:v>42768</c:v>
                </c:pt>
                <c:pt idx="1329">
                  <c:v>42769</c:v>
                </c:pt>
                <c:pt idx="1330">
                  <c:v>42772</c:v>
                </c:pt>
                <c:pt idx="1331">
                  <c:v>42773</c:v>
                </c:pt>
                <c:pt idx="1332">
                  <c:v>42774</c:v>
                </c:pt>
                <c:pt idx="1333">
                  <c:v>42775</c:v>
                </c:pt>
                <c:pt idx="1334">
                  <c:v>42776</c:v>
                </c:pt>
                <c:pt idx="1335">
                  <c:v>42779</c:v>
                </c:pt>
                <c:pt idx="1336">
                  <c:v>42780</c:v>
                </c:pt>
                <c:pt idx="1337">
                  <c:v>42781</c:v>
                </c:pt>
                <c:pt idx="1338">
                  <c:v>42782</c:v>
                </c:pt>
                <c:pt idx="1339">
                  <c:v>42783</c:v>
                </c:pt>
                <c:pt idx="1340">
                  <c:v>42786</c:v>
                </c:pt>
                <c:pt idx="1341">
                  <c:v>42787</c:v>
                </c:pt>
                <c:pt idx="1342">
                  <c:v>42788</c:v>
                </c:pt>
                <c:pt idx="1343">
                  <c:v>42789</c:v>
                </c:pt>
                <c:pt idx="1344">
                  <c:v>42790</c:v>
                </c:pt>
                <c:pt idx="1345">
                  <c:v>42793</c:v>
                </c:pt>
                <c:pt idx="1346">
                  <c:v>42794</c:v>
                </c:pt>
                <c:pt idx="1347">
                  <c:v>42795</c:v>
                </c:pt>
                <c:pt idx="1348">
                  <c:v>42796</c:v>
                </c:pt>
                <c:pt idx="1349">
                  <c:v>42797</c:v>
                </c:pt>
                <c:pt idx="1350">
                  <c:v>42800</c:v>
                </c:pt>
                <c:pt idx="1351">
                  <c:v>42801</c:v>
                </c:pt>
                <c:pt idx="1352">
                  <c:v>42802</c:v>
                </c:pt>
                <c:pt idx="1353">
                  <c:v>42803</c:v>
                </c:pt>
                <c:pt idx="1354">
                  <c:v>42804</c:v>
                </c:pt>
                <c:pt idx="1355">
                  <c:v>42807</c:v>
                </c:pt>
                <c:pt idx="1356">
                  <c:v>42808</c:v>
                </c:pt>
                <c:pt idx="1357">
                  <c:v>42809</c:v>
                </c:pt>
                <c:pt idx="1358">
                  <c:v>42810</c:v>
                </c:pt>
                <c:pt idx="1359">
                  <c:v>42811</c:v>
                </c:pt>
                <c:pt idx="1360">
                  <c:v>42814</c:v>
                </c:pt>
                <c:pt idx="1361">
                  <c:v>42815</c:v>
                </c:pt>
                <c:pt idx="1362">
                  <c:v>42816</c:v>
                </c:pt>
                <c:pt idx="1363">
                  <c:v>42817</c:v>
                </c:pt>
                <c:pt idx="1364">
                  <c:v>42818</c:v>
                </c:pt>
                <c:pt idx="1365">
                  <c:v>42821</c:v>
                </c:pt>
                <c:pt idx="1366">
                  <c:v>42822</c:v>
                </c:pt>
                <c:pt idx="1367">
                  <c:v>42823</c:v>
                </c:pt>
                <c:pt idx="1368">
                  <c:v>42824</c:v>
                </c:pt>
                <c:pt idx="1369">
                  <c:v>42825</c:v>
                </c:pt>
                <c:pt idx="1370">
                  <c:v>42828</c:v>
                </c:pt>
                <c:pt idx="1371">
                  <c:v>42829</c:v>
                </c:pt>
                <c:pt idx="1372">
                  <c:v>42830</c:v>
                </c:pt>
                <c:pt idx="1373">
                  <c:v>42831</c:v>
                </c:pt>
                <c:pt idx="1374">
                  <c:v>42832</c:v>
                </c:pt>
                <c:pt idx="1375">
                  <c:v>42835</c:v>
                </c:pt>
                <c:pt idx="1376">
                  <c:v>42836</c:v>
                </c:pt>
                <c:pt idx="1377">
                  <c:v>42837</c:v>
                </c:pt>
                <c:pt idx="1378">
                  <c:v>42838</c:v>
                </c:pt>
                <c:pt idx="1379">
                  <c:v>42839</c:v>
                </c:pt>
                <c:pt idx="1380">
                  <c:v>42842</c:v>
                </c:pt>
                <c:pt idx="1381">
                  <c:v>42843</c:v>
                </c:pt>
                <c:pt idx="1382">
                  <c:v>42844</c:v>
                </c:pt>
                <c:pt idx="1383">
                  <c:v>42845</c:v>
                </c:pt>
                <c:pt idx="1384">
                  <c:v>42846</c:v>
                </c:pt>
                <c:pt idx="1385">
                  <c:v>42849</c:v>
                </c:pt>
                <c:pt idx="1386">
                  <c:v>42850</c:v>
                </c:pt>
                <c:pt idx="1387">
                  <c:v>42851</c:v>
                </c:pt>
                <c:pt idx="1388">
                  <c:v>42852</c:v>
                </c:pt>
                <c:pt idx="1389">
                  <c:v>42853</c:v>
                </c:pt>
                <c:pt idx="1390">
                  <c:v>42856</c:v>
                </c:pt>
                <c:pt idx="1391">
                  <c:v>42857</c:v>
                </c:pt>
                <c:pt idx="1392">
                  <c:v>42858</c:v>
                </c:pt>
                <c:pt idx="1393">
                  <c:v>42859</c:v>
                </c:pt>
                <c:pt idx="1394">
                  <c:v>42860</c:v>
                </c:pt>
                <c:pt idx="1395">
                  <c:v>42863</c:v>
                </c:pt>
                <c:pt idx="1396">
                  <c:v>42864</c:v>
                </c:pt>
                <c:pt idx="1397">
                  <c:v>42865</c:v>
                </c:pt>
                <c:pt idx="1398">
                  <c:v>42866</c:v>
                </c:pt>
                <c:pt idx="1399">
                  <c:v>42867</c:v>
                </c:pt>
                <c:pt idx="1400">
                  <c:v>42870</c:v>
                </c:pt>
                <c:pt idx="1401">
                  <c:v>42871</c:v>
                </c:pt>
                <c:pt idx="1402">
                  <c:v>42872</c:v>
                </c:pt>
                <c:pt idx="1403">
                  <c:v>42873</c:v>
                </c:pt>
                <c:pt idx="1404">
                  <c:v>42874</c:v>
                </c:pt>
                <c:pt idx="1405">
                  <c:v>42877</c:v>
                </c:pt>
                <c:pt idx="1406">
                  <c:v>42878</c:v>
                </c:pt>
                <c:pt idx="1407">
                  <c:v>42879</c:v>
                </c:pt>
                <c:pt idx="1408">
                  <c:v>42880</c:v>
                </c:pt>
                <c:pt idx="1409">
                  <c:v>42881</c:v>
                </c:pt>
                <c:pt idx="1410">
                  <c:v>42884</c:v>
                </c:pt>
                <c:pt idx="1411">
                  <c:v>42885</c:v>
                </c:pt>
                <c:pt idx="1412">
                  <c:v>42886</c:v>
                </c:pt>
                <c:pt idx="1413">
                  <c:v>42887</c:v>
                </c:pt>
                <c:pt idx="1414">
                  <c:v>42888</c:v>
                </c:pt>
                <c:pt idx="1415">
                  <c:v>42891</c:v>
                </c:pt>
                <c:pt idx="1416">
                  <c:v>42892</c:v>
                </c:pt>
                <c:pt idx="1417">
                  <c:v>42893</c:v>
                </c:pt>
                <c:pt idx="1418">
                  <c:v>42894</c:v>
                </c:pt>
                <c:pt idx="1419">
                  <c:v>42895</c:v>
                </c:pt>
                <c:pt idx="1420">
                  <c:v>42898</c:v>
                </c:pt>
                <c:pt idx="1421">
                  <c:v>42899</c:v>
                </c:pt>
                <c:pt idx="1422">
                  <c:v>42900</c:v>
                </c:pt>
                <c:pt idx="1423">
                  <c:v>42901</c:v>
                </c:pt>
                <c:pt idx="1424">
                  <c:v>42902</c:v>
                </c:pt>
                <c:pt idx="1425">
                  <c:v>42905</c:v>
                </c:pt>
                <c:pt idx="1426">
                  <c:v>42906</c:v>
                </c:pt>
                <c:pt idx="1427">
                  <c:v>42907</c:v>
                </c:pt>
                <c:pt idx="1428">
                  <c:v>42908</c:v>
                </c:pt>
                <c:pt idx="1429">
                  <c:v>42909</c:v>
                </c:pt>
                <c:pt idx="1430">
                  <c:v>42912</c:v>
                </c:pt>
                <c:pt idx="1431">
                  <c:v>42913</c:v>
                </c:pt>
                <c:pt idx="1432">
                  <c:v>42914</c:v>
                </c:pt>
                <c:pt idx="1433">
                  <c:v>42915</c:v>
                </c:pt>
                <c:pt idx="1434">
                  <c:v>42916</c:v>
                </c:pt>
                <c:pt idx="1435">
                  <c:v>42919</c:v>
                </c:pt>
                <c:pt idx="1436">
                  <c:v>42920</c:v>
                </c:pt>
                <c:pt idx="1437">
                  <c:v>42921</c:v>
                </c:pt>
                <c:pt idx="1438">
                  <c:v>42922</c:v>
                </c:pt>
                <c:pt idx="1439">
                  <c:v>42923</c:v>
                </c:pt>
                <c:pt idx="1440">
                  <c:v>42926</c:v>
                </c:pt>
                <c:pt idx="1441">
                  <c:v>42927</c:v>
                </c:pt>
                <c:pt idx="1442">
                  <c:v>42928</c:v>
                </c:pt>
                <c:pt idx="1443">
                  <c:v>42929</c:v>
                </c:pt>
                <c:pt idx="1444">
                  <c:v>42930</c:v>
                </c:pt>
                <c:pt idx="1445">
                  <c:v>42933</c:v>
                </c:pt>
                <c:pt idx="1446">
                  <c:v>42934</c:v>
                </c:pt>
                <c:pt idx="1447">
                  <c:v>42935</c:v>
                </c:pt>
                <c:pt idx="1448">
                  <c:v>42936</c:v>
                </c:pt>
                <c:pt idx="1449">
                  <c:v>42937</c:v>
                </c:pt>
                <c:pt idx="1450">
                  <c:v>42940</c:v>
                </c:pt>
                <c:pt idx="1451">
                  <c:v>42941</c:v>
                </c:pt>
                <c:pt idx="1452">
                  <c:v>42942</c:v>
                </c:pt>
                <c:pt idx="1453">
                  <c:v>42943</c:v>
                </c:pt>
                <c:pt idx="1454">
                  <c:v>42944</c:v>
                </c:pt>
                <c:pt idx="1455">
                  <c:v>42947</c:v>
                </c:pt>
                <c:pt idx="1456">
                  <c:v>42948</c:v>
                </c:pt>
                <c:pt idx="1457">
                  <c:v>42949</c:v>
                </c:pt>
                <c:pt idx="1458">
                  <c:v>42950</c:v>
                </c:pt>
                <c:pt idx="1459">
                  <c:v>42951</c:v>
                </c:pt>
                <c:pt idx="1460">
                  <c:v>42954</c:v>
                </c:pt>
                <c:pt idx="1461">
                  <c:v>42955</c:v>
                </c:pt>
                <c:pt idx="1462">
                  <c:v>42956</c:v>
                </c:pt>
                <c:pt idx="1463">
                  <c:v>42957</c:v>
                </c:pt>
                <c:pt idx="1464">
                  <c:v>42958</c:v>
                </c:pt>
                <c:pt idx="1465">
                  <c:v>42961</c:v>
                </c:pt>
                <c:pt idx="1466">
                  <c:v>42962</c:v>
                </c:pt>
                <c:pt idx="1467">
                  <c:v>42963</c:v>
                </c:pt>
                <c:pt idx="1468">
                  <c:v>42964</c:v>
                </c:pt>
                <c:pt idx="1469">
                  <c:v>42965</c:v>
                </c:pt>
                <c:pt idx="1470">
                  <c:v>42968</c:v>
                </c:pt>
                <c:pt idx="1471">
                  <c:v>42969</c:v>
                </c:pt>
                <c:pt idx="1472">
                  <c:v>42970</c:v>
                </c:pt>
                <c:pt idx="1473">
                  <c:v>42971</c:v>
                </c:pt>
                <c:pt idx="1474">
                  <c:v>42972</c:v>
                </c:pt>
                <c:pt idx="1475">
                  <c:v>42975</c:v>
                </c:pt>
                <c:pt idx="1476">
                  <c:v>42976</c:v>
                </c:pt>
                <c:pt idx="1477">
                  <c:v>42977</c:v>
                </c:pt>
                <c:pt idx="1478">
                  <c:v>42978</c:v>
                </c:pt>
                <c:pt idx="1479">
                  <c:v>42979</c:v>
                </c:pt>
                <c:pt idx="1480">
                  <c:v>42982</c:v>
                </c:pt>
                <c:pt idx="1481">
                  <c:v>42983</c:v>
                </c:pt>
                <c:pt idx="1482">
                  <c:v>42984</c:v>
                </c:pt>
                <c:pt idx="1483">
                  <c:v>42985</c:v>
                </c:pt>
                <c:pt idx="1484">
                  <c:v>42986</c:v>
                </c:pt>
                <c:pt idx="1485">
                  <c:v>42989</c:v>
                </c:pt>
                <c:pt idx="1486">
                  <c:v>42990</c:v>
                </c:pt>
                <c:pt idx="1487">
                  <c:v>42991</c:v>
                </c:pt>
                <c:pt idx="1488">
                  <c:v>42992</c:v>
                </c:pt>
                <c:pt idx="1489">
                  <c:v>42993</c:v>
                </c:pt>
                <c:pt idx="1490">
                  <c:v>42996</c:v>
                </c:pt>
                <c:pt idx="1491">
                  <c:v>42997</c:v>
                </c:pt>
                <c:pt idx="1492">
                  <c:v>42998</c:v>
                </c:pt>
                <c:pt idx="1493">
                  <c:v>42999</c:v>
                </c:pt>
                <c:pt idx="1494">
                  <c:v>43000</c:v>
                </c:pt>
                <c:pt idx="1495">
                  <c:v>43003</c:v>
                </c:pt>
                <c:pt idx="1496">
                  <c:v>43004</c:v>
                </c:pt>
                <c:pt idx="1497">
                  <c:v>43005</c:v>
                </c:pt>
                <c:pt idx="1498">
                  <c:v>43006</c:v>
                </c:pt>
                <c:pt idx="1499">
                  <c:v>43007</c:v>
                </c:pt>
                <c:pt idx="1500">
                  <c:v>43010</c:v>
                </c:pt>
                <c:pt idx="1501">
                  <c:v>43011</c:v>
                </c:pt>
                <c:pt idx="1502">
                  <c:v>43012</c:v>
                </c:pt>
                <c:pt idx="1503">
                  <c:v>43013</c:v>
                </c:pt>
                <c:pt idx="1504">
                  <c:v>43014</c:v>
                </c:pt>
                <c:pt idx="1505">
                  <c:v>43017</c:v>
                </c:pt>
                <c:pt idx="1506">
                  <c:v>43018</c:v>
                </c:pt>
                <c:pt idx="1507">
                  <c:v>43019</c:v>
                </c:pt>
                <c:pt idx="1508">
                  <c:v>43020</c:v>
                </c:pt>
                <c:pt idx="1509">
                  <c:v>43021</c:v>
                </c:pt>
                <c:pt idx="1510">
                  <c:v>43024</c:v>
                </c:pt>
                <c:pt idx="1511">
                  <c:v>43025</c:v>
                </c:pt>
                <c:pt idx="1512">
                  <c:v>43026</c:v>
                </c:pt>
                <c:pt idx="1513">
                  <c:v>43027</c:v>
                </c:pt>
                <c:pt idx="1514">
                  <c:v>43028</c:v>
                </c:pt>
                <c:pt idx="1515">
                  <c:v>43031</c:v>
                </c:pt>
                <c:pt idx="1516">
                  <c:v>43032</c:v>
                </c:pt>
                <c:pt idx="1517">
                  <c:v>43033</c:v>
                </c:pt>
                <c:pt idx="1518">
                  <c:v>43034</c:v>
                </c:pt>
                <c:pt idx="1519">
                  <c:v>43035</c:v>
                </c:pt>
                <c:pt idx="1520">
                  <c:v>43038</c:v>
                </c:pt>
                <c:pt idx="1521">
                  <c:v>43039</c:v>
                </c:pt>
                <c:pt idx="1522">
                  <c:v>43040</c:v>
                </c:pt>
                <c:pt idx="1523">
                  <c:v>43041</c:v>
                </c:pt>
                <c:pt idx="1524">
                  <c:v>43042</c:v>
                </c:pt>
                <c:pt idx="1525">
                  <c:v>43045</c:v>
                </c:pt>
                <c:pt idx="1526">
                  <c:v>43046</c:v>
                </c:pt>
                <c:pt idx="1527">
                  <c:v>43047</c:v>
                </c:pt>
                <c:pt idx="1528">
                  <c:v>43048</c:v>
                </c:pt>
                <c:pt idx="1529">
                  <c:v>43049</c:v>
                </c:pt>
                <c:pt idx="1530">
                  <c:v>43052</c:v>
                </c:pt>
                <c:pt idx="1531">
                  <c:v>43053</c:v>
                </c:pt>
                <c:pt idx="1532">
                  <c:v>43054</c:v>
                </c:pt>
                <c:pt idx="1533">
                  <c:v>43055</c:v>
                </c:pt>
                <c:pt idx="1534">
                  <c:v>43056</c:v>
                </c:pt>
                <c:pt idx="1535">
                  <c:v>43059</c:v>
                </c:pt>
                <c:pt idx="1536">
                  <c:v>43060</c:v>
                </c:pt>
                <c:pt idx="1537">
                  <c:v>43061</c:v>
                </c:pt>
                <c:pt idx="1538">
                  <c:v>43062</c:v>
                </c:pt>
                <c:pt idx="1539">
                  <c:v>43063</c:v>
                </c:pt>
                <c:pt idx="1540">
                  <c:v>43066</c:v>
                </c:pt>
                <c:pt idx="1541">
                  <c:v>43067</c:v>
                </c:pt>
                <c:pt idx="1542">
                  <c:v>43068</c:v>
                </c:pt>
                <c:pt idx="1543">
                  <c:v>43069</c:v>
                </c:pt>
                <c:pt idx="1544">
                  <c:v>43070</c:v>
                </c:pt>
                <c:pt idx="1545">
                  <c:v>43073</c:v>
                </c:pt>
                <c:pt idx="1546">
                  <c:v>43074</c:v>
                </c:pt>
                <c:pt idx="1547">
                  <c:v>43075</c:v>
                </c:pt>
                <c:pt idx="1548">
                  <c:v>43076</c:v>
                </c:pt>
                <c:pt idx="1549">
                  <c:v>43077</c:v>
                </c:pt>
                <c:pt idx="1550">
                  <c:v>43080</c:v>
                </c:pt>
                <c:pt idx="1551">
                  <c:v>43081</c:v>
                </c:pt>
                <c:pt idx="1552">
                  <c:v>43082</c:v>
                </c:pt>
                <c:pt idx="1553">
                  <c:v>43083</c:v>
                </c:pt>
                <c:pt idx="1554">
                  <c:v>43084</c:v>
                </c:pt>
                <c:pt idx="1555">
                  <c:v>43087</c:v>
                </c:pt>
                <c:pt idx="1556">
                  <c:v>43088</c:v>
                </c:pt>
                <c:pt idx="1557">
                  <c:v>43089</c:v>
                </c:pt>
                <c:pt idx="1558">
                  <c:v>43090</c:v>
                </c:pt>
                <c:pt idx="1559">
                  <c:v>43091</c:v>
                </c:pt>
                <c:pt idx="1560">
                  <c:v>43094</c:v>
                </c:pt>
                <c:pt idx="1561">
                  <c:v>43095</c:v>
                </c:pt>
                <c:pt idx="1562">
                  <c:v>43096</c:v>
                </c:pt>
                <c:pt idx="1563">
                  <c:v>43097</c:v>
                </c:pt>
                <c:pt idx="1564">
                  <c:v>43098</c:v>
                </c:pt>
                <c:pt idx="1565">
                  <c:v>43101</c:v>
                </c:pt>
                <c:pt idx="1566">
                  <c:v>43102</c:v>
                </c:pt>
                <c:pt idx="1567">
                  <c:v>43103</c:v>
                </c:pt>
                <c:pt idx="1568">
                  <c:v>43104</c:v>
                </c:pt>
                <c:pt idx="1569">
                  <c:v>43105</c:v>
                </c:pt>
                <c:pt idx="1570">
                  <c:v>43108</c:v>
                </c:pt>
                <c:pt idx="1571">
                  <c:v>43109</c:v>
                </c:pt>
                <c:pt idx="1572">
                  <c:v>43110</c:v>
                </c:pt>
                <c:pt idx="1573">
                  <c:v>43111</c:v>
                </c:pt>
                <c:pt idx="1574">
                  <c:v>43112</c:v>
                </c:pt>
                <c:pt idx="1575">
                  <c:v>43115</c:v>
                </c:pt>
                <c:pt idx="1576">
                  <c:v>43116</c:v>
                </c:pt>
                <c:pt idx="1577">
                  <c:v>43117</c:v>
                </c:pt>
                <c:pt idx="1578">
                  <c:v>43118</c:v>
                </c:pt>
                <c:pt idx="1579">
                  <c:v>43119</c:v>
                </c:pt>
                <c:pt idx="1580">
                  <c:v>43122</c:v>
                </c:pt>
                <c:pt idx="1581">
                  <c:v>43123</c:v>
                </c:pt>
                <c:pt idx="1582">
                  <c:v>43124</c:v>
                </c:pt>
                <c:pt idx="1583">
                  <c:v>43125</c:v>
                </c:pt>
                <c:pt idx="1584">
                  <c:v>43126</c:v>
                </c:pt>
                <c:pt idx="1585">
                  <c:v>43129</c:v>
                </c:pt>
                <c:pt idx="1586">
                  <c:v>43130</c:v>
                </c:pt>
                <c:pt idx="1587">
                  <c:v>43131</c:v>
                </c:pt>
                <c:pt idx="1588">
                  <c:v>43132</c:v>
                </c:pt>
                <c:pt idx="1589">
                  <c:v>43133</c:v>
                </c:pt>
                <c:pt idx="1590">
                  <c:v>43136</c:v>
                </c:pt>
                <c:pt idx="1591">
                  <c:v>43137</c:v>
                </c:pt>
                <c:pt idx="1592">
                  <c:v>43138</c:v>
                </c:pt>
                <c:pt idx="1593">
                  <c:v>43139</c:v>
                </c:pt>
                <c:pt idx="1594">
                  <c:v>43140</c:v>
                </c:pt>
                <c:pt idx="1595">
                  <c:v>43143</c:v>
                </c:pt>
                <c:pt idx="1596">
                  <c:v>43144</c:v>
                </c:pt>
                <c:pt idx="1597">
                  <c:v>43145</c:v>
                </c:pt>
                <c:pt idx="1598">
                  <c:v>43146</c:v>
                </c:pt>
                <c:pt idx="1599">
                  <c:v>43147</c:v>
                </c:pt>
                <c:pt idx="1600">
                  <c:v>43150</c:v>
                </c:pt>
                <c:pt idx="1601">
                  <c:v>43151</c:v>
                </c:pt>
                <c:pt idx="1602">
                  <c:v>43152</c:v>
                </c:pt>
                <c:pt idx="1603">
                  <c:v>43153</c:v>
                </c:pt>
                <c:pt idx="1604">
                  <c:v>43154</c:v>
                </c:pt>
                <c:pt idx="1605">
                  <c:v>43157</c:v>
                </c:pt>
                <c:pt idx="1606">
                  <c:v>43158</c:v>
                </c:pt>
                <c:pt idx="1607">
                  <c:v>43159</c:v>
                </c:pt>
                <c:pt idx="1608">
                  <c:v>43160</c:v>
                </c:pt>
                <c:pt idx="1609">
                  <c:v>43161</c:v>
                </c:pt>
                <c:pt idx="1610">
                  <c:v>43164</c:v>
                </c:pt>
                <c:pt idx="1611">
                  <c:v>43165</c:v>
                </c:pt>
                <c:pt idx="1612">
                  <c:v>43166</c:v>
                </c:pt>
                <c:pt idx="1613">
                  <c:v>43167</c:v>
                </c:pt>
                <c:pt idx="1614">
                  <c:v>43168</c:v>
                </c:pt>
                <c:pt idx="1615">
                  <c:v>43171</c:v>
                </c:pt>
                <c:pt idx="1616">
                  <c:v>43172</c:v>
                </c:pt>
                <c:pt idx="1617">
                  <c:v>43173</c:v>
                </c:pt>
                <c:pt idx="1618">
                  <c:v>43174</c:v>
                </c:pt>
                <c:pt idx="1619">
                  <c:v>43175</c:v>
                </c:pt>
                <c:pt idx="1620">
                  <c:v>43178</c:v>
                </c:pt>
                <c:pt idx="1621">
                  <c:v>43179</c:v>
                </c:pt>
                <c:pt idx="1622">
                  <c:v>43180</c:v>
                </c:pt>
                <c:pt idx="1623">
                  <c:v>43181</c:v>
                </c:pt>
                <c:pt idx="1624">
                  <c:v>43182</c:v>
                </c:pt>
                <c:pt idx="1625">
                  <c:v>43185</c:v>
                </c:pt>
                <c:pt idx="1626">
                  <c:v>43186</c:v>
                </c:pt>
                <c:pt idx="1627">
                  <c:v>43187</c:v>
                </c:pt>
                <c:pt idx="1628">
                  <c:v>43188</c:v>
                </c:pt>
                <c:pt idx="1629">
                  <c:v>43189</c:v>
                </c:pt>
                <c:pt idx="1630">
                  <c:v>43192</c:v>
                </c:pt>
                <c:pt idx="1631">
                  <c:v>43193</c:v>
                </c:pt>
                <c:pt idx="1632">
                  <c:v>43194</c:v>
                </c:pt>
                <c:pt idx="1633">
                  <c:v>43195</c:v>
                </c:pt>
                <c:pt idx="1634">
                  <c:v>43196</c:v>
                </c:pt>
                <c:pt idx="1635">
                  <c:v>43199</c:v>
                </c:pt>
                <c:pt idx="1636">
                  <c:v>43200</c:v>
                </c:pt>
                <c:pt idx="1637">
                  <c:v>43201</c:v>
                </c:pt>
                <c:pt idx="1638">
                  <c:v>43202</c:v>
                </c:pt>
                <c:pt idx="1639">
                  <c:v>43203</c:v>
                </c:pt>
                <c:pt idx="1640">
                  <c:v>43206</c:v>
                </c:pt>
                <c:pt idx="1641">
                  <c:v>43207</c:v>
                </c:pt>
                <c:pt idx="1642">
                  <c:v>43208</c:v>
                </c:pt>
                <c:pt idx="1643">
                  <c:v>43209</c:v>
                </c:pt>
                <c:pt idx="1644">
                  <c:v>43210</c:v>
                </c:pt>
                <c:pt idx="1645">
                  <c:v>43213</c:v>
                </c:pt>
                <c:pt idx="1646">
                  <c:v>43214</c:v>
                </c:pt>
                <c:pt idx="1647">
                  <c:v>43215</c:v>
                </c:pt>
                <c:pt idx="1648">
                  <c:v>43216</c:v>
                </c:pt>
                <c:pt idx="1649">
                  <c:v>43217</c:v>
                </c:pt>
                <c:pt idx="1650">
                  <c:v>43220</c:v>
                </c:pt>
                <c:pt idx="1651">
                  <c:v>43221</c:v>
                </c:pt>
                <c:pt idx="1652">
                  <c:v>43222</c:v>
                </c:pt>
                <c:pt idx="1653">
                  <c:v>43223</c:v>
                </c:pt>
                <c:pt idx="1654">
                  <c:v>43224</c:v>
                </c:pt>
                <c:pt idx="1655">
                  <c:v>43227</c:v>
                </c:pt>
                <c:pt idx="1656">
                  <c:v>43228</c:v>
                </c:pt>
                <c:pt idx="1657">
                  <c:v>43229</c:v>
                </c:pt>
                <c:pt idx="1658">
                  <c:v>43230</c:v>
                </c:pt>
                <c:pt idx="1659">
                  <c:v>43231</c:v>
                </c:pt>
                <c:pt idx="1660">
                  <c:v>43234</c:v>
                </c:pt>
                <c:pt idx="1661">
                  <c:v>43235</c:v>
                </c:pt>
                <c:pt idx="1662">
                  <c:v>43236</c:v>
                </c:pt>
                <c:pt idx="1663">
                  <c:v>43237</c:v>
                </c:pt>
                <c:pt idx="1664">
                  <c:v>43238</c:v>
                </c:pt>
                <c:pt idx="1665">
                  <c:v>43241</c:v>
                </c:pt>
                <c:pt idx="1666">
                  <c:v>43242</c:v>
                </c:pt>
                <c:pt idx="1667">
                  <c:v>43243</c:v>
                </c:pt>
                <c:pt idx="1668">
                  <c:v>43244</c:v>
                </c:pt>
                <c:pt idx="1669">
                  <c:v>43245</c:v>
                </c:pt>
                <c:pt idx="1670">
                  <c:v>43248</c:v>
                </c:pt>
                <c:pt idx="1671">
                  <c:v>43249</c:v>
                </c:pt>
                <c:pt idx="1672">
                  <c:v>43250</c:v>
                </c:pt>
                <c:pt idx="1673">
                  <c:v>43251</c:v>
                </c:pt>
                <c:pt idx="1674">
                  <c:v>43252</c:v>
                </c:pt>
                <c:pt idx="1675">
                  <c:v>43255</c:v>
                </c:pt>
                <c:pt idx="1676">
                  <c:v>43256</c:v>
                </c:pt>
                <c:pt idx="1677">
                  <c:v>43257</c:v>
                </c:pt>
                <c:pt idx="1678">
                  <c:v>43258</c:v>
                </c:pt>
                <c:pt idx="1679">
                  <c:v>43259</c:v>
                </c:pt>
                <c:pt idx="1680">
                  <c:v>43262</c:v>
                </c:pt>
                <c:pt idx="1681">
                  <c:v>43263</c:v>
                </c:pt>
                <c:pt idx="1682">
                  <c:v>43264</c:v>
                </c:pt>
                <c:pt idx="1683">
                  <c:v>43265</c:v>
                </c:pt>
                <c:pt idx="1684">
                  <c:v>43266</c:v>
                </c:pt>
                <c:pt idx="1685">
                  <c:v>43269</c:v>
                </c:pt>
                <c:pt idx="1686">
                  <c:v>43270</c:v>
                </c:pt>
                <c:pt idx="1687">
                  <c:v>43271</c:v>
                </c:pt>
                <c:pt idx="1688">
                  <c:v>43272</c:v>
                </c:pt>
                <c:pt idx="1689">
                  <c:v>43273</c:v>
                </c:pt>
                <c:pt idx="1690">
                  <c:v>43276</c:v>
                </c:pt>
                <c:pt idx="1691">
                  <c:v>43277</c:v>
                </c:pt>
                <c:pt idx="1692">
                  <c:v>43278</c:v>
                </c:pt>
                <c:pt idx="1693">
                  <c:v>43279</c:v>
                </c:pt>
                <c:pt idx="1694">
                  <c:v>43280</c:v>
                </c:pt>
                <c:pt idx="1695">
                  <c:v>43283</c:v>
                </c:pt>
                <c:pt idx="1696">
                  <c:v>43284</c:v>
                </c:pt>
                <c:pt idx="1697">
                  <c:v>43285</c:v>
                </c:pt>
                <c:pt idx="1698">
                  <c:v>43286</c:v>
                </c:pt>
                <c:pt idx="1699">
                  <c:v>43287</c:v>
                </c:pt>
                <c:pt idx="1700">
                  <c:v>43290</c:v>
                </c:pt>
                <c:pt idx="1701">
                  <c:v>43291</c:v>
                </c:pt>
                <c:pt idx="1702">
                  <c:v>43292</c:v>
                </c:pt>
                <c:pt idx="1703">
                  <c:v>43293</c:v>
                </c:pt>
                <c:pt idx="1704">
                  <c:v>43294</c:v>
                </c:pt>
                <c:pt idx="1705">
                  <c:v>43297</c:v>
                </c:pt>
                <c:pt idx="1706">
                  <c:v>43298</c:v>
                </c:pt>
                <c:pt idx="1707">
                  <c:v>43299</c:v>
                </c:pt>
                <c:pt idx="1708">
                  <c:v>43300</c:v>
                </c:pt>
                <c:pt idx="1709">
                  <c:v>43301</c:v>
                </c:pt>
                <c:pt idx="1710">
                  <c:v>43304</c:v>
                </c:pt>
                <c:pt idx="1711">
                  <c:v>43305</c:v>
                </c:pt>
                <c:pt idx="1712">
                  <c:v>43306</c:v>
                </c:pt>
                <c:pt idx="1713">
                  <c:v>43307</c:v>
                </c:pt>
                <c:pt idx="1714">
                  <c:v>43308</c:v>
                </c:pt>
                <c:pt idx="1715">
                  <c:v>43311</c:v>
                </c:pt>
                <c:pt idx="1716">
                  <c:v>43312</c:v>
                </c:pt>
                <c:pt idx="1717">
                  <c:v>43313</c:v>
                </c:pt>
                <c:pt idx="1718">
                  <c:v>43314</c:v>
                </c:pt>
                <c:pt idx="1719">
                  <c:v>43315</c:v>
                </c:pt>
                <c:pt idx="1720">
                  <c:v>43318</c:v>
                </c:pt>
                <c:pt idx="1721">
                  <c:v>43319</c:v>
                </c:pt>
                <c:pt idx="1722">
                  <c:v>43320</c:v>
                </c:pt>
                <c:pt idx="1723">
                  <c:v>43321</c:v>
                </c:pt>
                <c:pt idx="1724">
                  <c:v>43322</c:v>
                </c:pt>
                <c:pt idx="1725">
                  <c:v>43325</c:v>
                </c:pt>
                <c:pt idx="1726">
                  <c:v>43326</c:v>
                </c:pt>
                <c:pt idx="1727">
                  <c:v>43327</c:v>
                </c:pt>
                <c:pt idx="1728">
                  <c:v>43328</c:v>
                </c:pt>
                <c:pt idx="1729">
                  <c:v>43329</c:v>
                </c:pt>
                <c:pt idx="1730">
                  <c:v>43332</c:v>
                </c:pt>
                <c:pt idx="1731">
                  <c:v>43333</c:v>
                </c:pt>
                <c:pt idx="1732">
                  <c:v>43334</c:v>
                </c:pt>
                <c:pt idx="1733">
                  <c:v>43335</c:v>
                </c:pt>
                <c:pt idx="1734">
                  <c:v>43336</c:v>
                </c:pt>
                <c:pt idx="1735">
                  <c:v>43339</c:v>
                </c:pt>
                <c:pt idx="1736">
                  <c:v>43340</c:v>
                </c:pt>
                <c:pt idx="1737">
                  <c:v>43341</c:v>
                </c:pt>
                <c:pt idx="1738">
                  <c:v>43342</c:v>
                </c:pt>
                <c:pt idx="1739">
                  <c:v>43343</c:v>
                </c:pt>
                <c:pt idx="1740">
                  <c:v>43346</c:v>
                </c:pt>
                <c:pt idx="1741">
                  <c:v>43347</c:v>
                </c:pt>
                <c:pt idx="1742">
                  <c:v>43348</c:v>
                </c:pt>
                <c:pt idx="1743">
                  <c:v>43349</c:v>
                </c:pt>
                <c:pt idx="1744">
                  <c:v>43350</c:v>
                </c:pt>
                <c:pt idx="1745">
                  <c:v>43353</c:v>
                </c:pt>
                <c:pt idx="1746">
                  <c:v>43354</c:v>
                </c:pt>
                <c:pt idx="1747">
                  <c:v>43355</c:v>
                </c:pt>
                <c:pt idx="1748">
                  <c:v>43356</c:v>
                </c:pt>
                <c:pt idx="1749">
                  <c:v>43357</c:v>
                </c:pt>
                <c:pt idx="1750">
                  <c:v>43360</c:v>
                </c:pt>
                <c:pt idx="1751">
                  <c:v>43361</c:v>
                </c:pt>
                <c:pt idx="1752">
                  <c:v>43362</c:v>
                </c:pt>
                <c:pt idx="1753">
                  <c:v>43363</c:v>
                </c:pt>
                <c:pt idx="1754">
                  <c:v>43364</c:v>
                </c:pt>
                <c:pt idx="1755">
                  <c:v>43367</c:v>
                </c:pt>
                <c:pt idx="1756">
                  <c:v>43368</c:v>
                </c:pt>
                <c:pt idx="1757">
                  <c:v>43369</c:v>
                </c:pt>
                <c:pt idx="1758">
                  <c:v>43370</c:v>
                </c:pt>
                <c:pt idx="1759">
                  <c:v>43371</c:v>
                </c:pt>
                <c:pt idx="1760">
                  <c:v>43374</c:v>
                </c:pt>
                <c:pt idx="1761">
                  <c:v>43375</c:v>
                </c:pt>
                <c:pt idx="1762">
                  <c:v>43376</c:v>
                </c:pt>
                <c:pt idx="1763">
                  <c:v>43377</c:v>
                </c:pt>
                <c:pt idx="1764">
                  <c:v>43378</c:v>
                </c:pt>
                <c:pt idx="1765">
                  <c:v>43381</c:v>
                </c:pt>
                <c:pt idx="1766">
                  <c:v>43382</c:v>
                </c:pt>
                <c:pt idx="1767">
                  <c:v>43383</c:v>
                </c:pt>
                <c:pt idx="1768">
                  <c:v>43384</c:v>
                </c:pt>
                <c:pt idx="1769">
                  <c:v>43385</c:v>
                </c:pt>
                <c:pt idx="1770">
                  <c:v>43388</c:v>
                </c:pt>
                <c:pt idx="1771">
                  <c:v>43389</c:v>
                </c:pt>
                <c:pt idx="1772">
                  <c:v>43390</c:v>
                </c:pt>
                <c:pt idx="1773">
                  <c:v>43391</c:v>
                </c:pt>
                <c:pt idx="1774">
                  <c:v>43392</c:v>
                </c:pt>
                <c:pt idx="1775">
                  <c:v>43395</c:v>
                </c:pt>
                <c:pt idx="1776">
                  <c:v>43396</c:v>
                </c:pt>
                <c:pt idx="1777">
                  <c:v>43397</c:v>
                </c:pt>
                <c:pt idx="1778">
                  <c:v>43398</c:v>
                </c:pt>
                <c:pt idx="1779">
                  <c:v>43399</c:v>
                </c:pt>
                <c:pt idx="1780">
                  <c:v>43402</c:v>
                </c:pt>
                <c:pt idx="1781">
                  <c:v>43403</c:v>
                </c:pt>
                <c:pt idx="1782">
                  <c:v>43404</c:v>
                </c:pt>
                <c:pt idx="1783">
                  <c:v>43405</c:v>
                </c:pt>
                <c:pt idx="1784">
                  <c:v>43406</c:v>
                </c:pt>
                <c:pt idx="1785">
                  <c:v>43409</c:v>
                </c:pt>
                <c:pt idx="1786">
                  <c:v>43410</c:v>
                </c:pt>
                <c:pt idx="1787">
                  <c:v>43411</c:v>
                </c:pt>
                <c:pt idx="1788">
                  <c:v>43412</c:v>
                </c:pt>
                <c:pt idx="1789">
                  <c:v>43413</c:v>
                </c:pt>
                <c:pt idx="1790">
                  <c:v>43416</c:v>
                </c:pt>
                <c:pt idx="1791">
                  <c:v>43417</c:v>
                </c:pt>
                <c:pt idx="1792">
                  <c:v>43418</c:v>
                </c:pt>
                <c:pt idx="1793">
                  <c:v>43419</c:v>
                </c:pt>
                <c:pt idx="1794">
                  <c:v>43420</c:v>
                </c:pt>
                <c:pt idx="1795">
                  <c:v>43423</c:v>
                </c:pt>
                <c:pt idx="1796">
                  <c:v>43424</c:v>
                </c:pt>
                <c:pt idx="1797">
                  <c:v>43425</c:v>
                </c:pt>
                <c:pt idx="1798">
                  <c:v>43426</c:v>
                </c:pt>
                <c:pt idx="1799">
                  <c:v>43427</c:v>
                </c:pt>
                <c:pt idx="1800">
                  <c:v>43430</c:v>
                </c:pt>
                <c:pt idx="1801">
                  <c:v>43431</c:v>
                </c:pt>
                <c:pt idx="1802">
                  <c:v>43432</c:v>
                </c:pt>
                <c:pt idx="1803">
                  <c:v>43433</c:v>
                </c:pt>
                <c:pt idx="1804">
                  <c:v>43434</c:v>
                </c:pt>
                <c:pt idx="1805">
                  <c:v>43437</c:v>
                </c:pt>
                <c:pt idx="1806">
                  <c:v>43438</c:v>
                </c:pt>
                <c:pt idx="1807">
                  <c:v>43439</c:v>
                </c:pt>
                <c:pt idx="1808">
                  <c:v>43440</c:v>
                </c:pt>
                <c:pt idx="1809">
                  <c:v>43441</c:v>
                </c:pt>
                <c:pt idx="1810">
                  <c:v>43444</c:v>
                </c:pt>
                <c:pt idx="1811">
                  <c:v>43445</c:v>
                </c:pt>
                <c:pt idx="1812">
                  <c:v>43446</c:v>
                </c:pt>
                <c:pt idx="1813">
                  <c:v>43447</c:v>
                </c:pt>
                <c:pt idx="1814">
                  <c:v>43448</c:v>
                </c:pt>
                <c:pt idx="1815">
                  <c:v>43451</c:v>
                </c:pt>
                <c:pt idx="1816">
                  <c:v>43452</c:v>
                </c:pt>
                <c:pt idx="1817">
                  <c:v>43453</c:v>
                </c:pt>
                <c:pt idx="1818">
                  <c:v>43454</c:v>
                </c:pt>
                <c:pt idx="1819">
                  <c:v>43455</c:v>
                </c:pt>
                <c:pt idx="1820">
                  <c:v>43458</c:v>
                </c:pt>
                <c:pt idx="1821">
                  <c:v>43459</c:v>
                </c:pt>
                <c:pt idx="1822">
                  <c:v>43460</c:v>
                </c:pt>
                <c:pt idx="1823">
                  <c:v>43461</c:v>
                </c:pt>
                <c:pt idx="1824">
                  <c:v>43462</c:v>
                </c:pt>
                <c:pt idx="1825">
                  <c:v>43465</c:v>
                </c:pt>
                <c:pt idx="1826">
                  <c:v>43466</c:v>
                </c:pt>
                <c:pt idx="1827">
                  <c:v>43467</c:v>
                </c:pt>
                <c:pt idx="1828">
                  <c:v>43468</c:v>
                </c:pt>
                <c:pt idx="1829">
                  <c:v>43469</c:v>
                </c:pt>
                <c:pt idx="1830">
                  <c:v>43472</c:v>
                </c:pt>
                <c:pt idx="1831">
                  <c:v>43473</c:v>
                </c:pt>
                <c:pt idx="1832">
                  <c:v>43474</c:v>
                </c:pt>
                <c:pt idx="1833">
                  <c:v>43475</c:v>
                </c:pt>
                <c:pt idx="1834">
                  <c:v>43476</c:v>
                </c:pt>
                <c:pt idx="1835">
                  <c:v>43479</c:v>
                </c:pt>
                <c:pt idx="1836">
                  <c:v>43480</c:v>
                </c:pt>
                <c:pt idx="1837">
                  <c:v>43481</c:v>
                </c:pt>
                <c:pt idx="1838">
                  <c:v>43482</c:v>
                </c:pt>
                <c:pt idx="1839">
                  <c:v>43483</c:v>
                </c:pt>
                <c:pt idx="1840">
                  <c:v>43486</c:v>
                </c:pt>
                <c:pt idx="1841">
                  <c:v>43487</c:v>
                </c:pt>
                <c:pt idx="1842">
                  <c:v>43488</c:v>
                </c:pt>
                <c:pt idx="1843">
                  <c:v>43489</c:v>
                </c:pt>
                <c:pt idx="1844">
                  <c:v>43490</c:v>
                </c:pt>
                <c:pt idx="1845">
                  <c:v>43493</c:v>
                </c:pt>
                <c:pt idx="1846">
                  <c:v>43494</c:v>
                </c:pt>
                <c:pt idx="1847">
                  <c:v>43495</c:v>
                </c:pt>
                <c:pt idx="1848">
                  <c:v>43496</c:v>
                </c:pt>
                <c:pt idx="1849">
                  <c:v>43497</c:v>
                </c:pt>
                <c:pt idx="1850">
                  <c:v>43500</c:v>
                </c:pt>
                <c:pt idx="1851">
                  <c:v>43501</c:v>
                </c:pt>
                <c:pt idx="1852">
                  <c:v>43502</c:v>
                </c:pt>
                <c:pt idx="1853">
                  <c:v>43503</c:v>
                </c:pt>
                <c:pt idx="1854">
                  <c:v>43504</c:v>
                </c:pt>
                <c:pt idx="1855">
                  <c:v>43507</c:v>
                </c:pt>
                <c:pt idx="1856">
                  <c:v>43508</c:v>
                </c:pt>
                <c:pt idx="1857">
                  <c:v>43509</c:v>
                </c:pt>
                <c:pt idx="1858">
                  <c:v>43510</c:v>
                </c:pt>
                <c:pt idx="1859">
                  <c:v>43511</c:v>
                </c:pt>
                <c:pt idx="1860">
                  <c:v>43514</c:v>
                </c:pt>
                <c:pt idx="1861">
                  <c:v>43515</c:v>
                </c:pt>
                <c:pt idx="1862">
                  <c:v>43516</c:v>
                </c:pt>
                <c:pt idx="1863">
                  <c:v>43517</c:v>
                </c:pt>
                <c:pt idx="1864">
                  <c:v>43518</c:v>
                </c:pt>
                <c:pt idx="1865">
                  <c:v>43521</c:v>
                </c:pt>
                <c:pt idx="1866">
                  <c:v>43522</c:v>
                </c:pt>
                <c:pt idx="1867">
                  <c:v>43523</c:v>
                </c:pt>
                <c:pt idx="1868">
                  <c:v>43524</c:v>
                </c:pt>
                <c:pt idx="1869">
                  <c:v>43525</c:v>
                </c:pt>
                <c:pt idx="1870">
                  <c:v>43528</c:v>
                </c:pt>
                <c:pt idx="1871">
                  <c:v>43529</c:v>
                </c:pt>
                <c:pt idx="1872">
                  <c:v>43530</c:v>
                </c:pt>
                <c:pt idx="1873">
                  <c:v>43531</c:v>
                </c:pt>
                <c:pt idx="1874">
                  <c:v>43532</c:v>
                </c:pt>
                <c:pt idx="1875">
                  <c:v>43535</c:v>
                </c:pt>
                <c:pt idx="1876">
                  <c:v>43536</c:v>
                </c:pt>
                <c:pt idx="1877">
                  <c:v>43537</c:v>
                </c:pt>
                <c:pt idx="1878">
                  <c:v>43538</c:v>
                </c:pt>
                <c:pt idx="1879">
                  <c:v>43539</c:v>
                </c:pt>
                <c:pt idx="1880">
                  <c:v>43542</c:v>
                </c:pt>
                <c:pt idx="1881">
                  <c:v>43543</c:v>
                </c:pt>
                <c:pt idx="1882">
                  <c:v>43544</c:v>
                </c:pt>
                <c:pt idx="1883">
                  <c:v>43545</c:v>
                </c:pt>
                <c:pt idx="1884">
                  <c:v>43546</c:v>
                </c:pt>
                <c:pt idx="1885">
                  <c:v>43549</c:v>
                </c:pt>
                <c:pt idx="1886">
                  <c:v>43550</c:v>
                </c:pt>
                <c:pt idx="1887">
                  <c:v>43551</c:v>
                </c:pt>
                <c:pt idx="1888">
                  <c:v>43552</c:v>
                </c:pt>
                <c:pt idx="1889">
                  <c:v>43553</c:v>
                </c:pt>
                <c:pt idx="1890">
                  <c:v>43556</c:v>
                </c:pt>
                <c:pt idx="1891">
                  <c:v>43557</c:v>
                </c:pt>
                <c:pt idx="1892">
                  <c:v>43558</c:v>
                </c:pt>
                <c:pt idx="1893">
                  <c:v>43559</c:v>
                </c:pt>
                <c:pt idx="1894">
                  <c:v>43560</c:v>
                </c:pt>
                <c:pt idx="1895">
                  <c:v>43563</c:v>
                </c:pt>
                <c:pt idx="1896">
                  <c:v>43564</c:v>
                </c:pt>
                <c:pt idx="1897">
                  <c:v>43565</c:v>
                </c:pt>
                <c:pt idx="1898">
                  <c:v>43566</c:v>
                </c:pt>
                <c:pt idx="1899">
                  <c:v>43567</c:v>
                </c:pt>
                <c:pt idx="1900">
                  <c:v>43570</c:v>
                </c:pt>
                <c:pt idx="1901">
                  <c:v>43571</c:v>
                </c:pt>
                <c:pt idx="1902">
                  <c:v>43572</c:v>
                </c:pt>
                <c:pt idx="1903">
                  <c:v>43573</c:v>
                </c:pt>
                <c:pt idx="1904">
                  <c:v>43574</c:v>
                </c:pt>
                <c:pt idx="1905">
                  <c:v>43577</c:v>
                </c:pt>
                <c:pt idx="1906">
                  <c:v>43578</c:v>
                </c:pt>
                <c:pt idx="1907">
                  <c:v>43579</c:v>
                </c:pt>
                <c:pt idx="1908">
                  <c:v>43580</c:v>
                </c:pt>
                <c:pt idx="1909">
                  <c:v>43581</c:v>
                </c:pt>
                <c:pt idx="1910">
                  <c:v>43584</c:v>
                </c:pt>
                <c:pt idx="1911">
                  <c:v>43585</c:v>
                </c:pt>
                <c:pt idx="1912">
                  <c:v>43586</c:v>
                </c:pt>
                <c:pt idx="1913">
                  <c:v>43587</c:v>
                </c:pt>
                <c:pt idx="1914">
                  <c:v>43588</c:v>
                </c:pt>
                <c:pt idx="1915">
                  <c:v>43591</c:v>
                </c:pt>
                <c:pt idx="1916">
                  <c:v>43592</c:v>
                </c:pt>
                <c:pt idx="1917">
                  <c:v>43593</c:v>
                </c:pt>
                <c:pt idx="1918">
                  <c:v>43594</c:v>
                </c:pt>
                <c:pt idx="1919">
                  <c:v>43595</c:v>
                </c:pt>
                <c:pt idx="1920">
                  <c:v>43598</c:v>
                </c:pt>
                <c:pt idx="1921">
                  <c:v>43599</c:v>
                </c:pt>
                <c:pt idx="1922">
                  <c:v>43600</c:v>
                </c:pt>
                <c:pt idx="1923">
                  <c:v>43601</c:v>
                </c:pt>
                <c:pt idx="1924">
                  <c:v>43602</c:v>
                </c:pt>
                <c:pt idx="1925">
                  <c:v>43605</c:v>
                </c:pt>
                <c:pt idx="1926">
                  <c:v>43606</c:v>
                </c:pt>
                <c:pt idx="1927">
                  <c:v>43607</c:v>
                </c:pt>
                <c:pt idx="1928">
                  <c:v>43608</c:v>
                </c:pt>
                <c:pt idx="1929">
                  <c:v>43609</c:v>
                </c:pt>
                <c:pt idx="1930">
                  <c:v>43612</c:v>
                </c:pt>
                <c:pt idx="1931">
                  <c:v>43613</c:v>
                </c:pt>
                <c:pt idx="1932">
                  <c:v>43614</c:v>
                </c:pt>
                <c:pt idx="1933">
                  <c:v>43615</c:v>
                </c:pt>
                <c:pt idx="1934">
                  <c:v>43616</c:v>
                </c:pt>
                <c:pt idx="1935">
                  <c:v>43619</c:v>
                </c:pt>
                <c:pt idx="1936">
                  <c:v>43620</c:v>
                </c:pt>
                <c:pt idx="1937">
                  <c:v>43621</c:v>
                </c:pt>
                <c:pt idx="1938">
                  <c:v>43622</c:v>
                </c:pt>
                <c:pt idx="1939">
                  <c:v>43623</c:v>
                </c:pt>
                <c:pt idx="1940">
                  <c:v>43626</c:v>
                </c:pt>
                <c:pt idx="1941">
                  <c:v>43627</c:v>
                </c:pt>
                <c:pt idx="1942">
                  <c:v>43628</c:v>
                </c:pt>
                <c:pt idx="1943">
                  <c:v>43629</c:v>
                </c:pt>
                <c:pt idx="1944">
                  <c:v>43630</c:v>
                </c:pt>
                <c:pt idx="1945">
                  <c:v>43633</c:v>
                </c:pt>
                <c:pt idx="1946">
                  <c:v>43634</c:v>
                </c:pt>
                <c:pt idx="1947">
                  <c:v>43635</c:v>
                </c:pt>
                <c:pt idx="1948">
                  <c:v>43636</c:v>
                </c:pt>
                <c:pt idx="1949">
                  <c:v>43637</c:v>
                </c:pt>
                <c:pt idx="1950">
                  <c:v>43640</c:v>
                </c:pt>
                <c:pt idx="1951">
                  <c:v>43641</c:v>
                </c:pt>
                <c:pt idx="1952">
                  <c:v>43642</c:v>
                </c:pt>
                <c:pt idx="1953">
                  <c:v>43643</c:v>
                </c:pt>
                <c:pt idx="1954">
                  <c:v>43644</c:v>
                </c:pt>
                <c:pt idx="1955">
                  <c:v>43647</c:v>
                </c:pt>
                <c:pt idx="1956">
                  <c:v>43648</c:v>
                </c:pt>
                <c:pt idx="1957">
                  <c:v>43649</c:v>
                </c:pt>
                <c:pt idx="1958">
                  <c:v>43650</c:v>
                </c:pt>
                <c:pt idx="1959">
                  <c:v>43651</c:v>
                </c:pt>
                <c:pt idx="1960">
                  <c:v>43654</c:v>
                </c:pt>
                <c:pt idx="1961">
                  <c:v>43655</c:v>
                </c:pt>
                <c:pt idx="1962">
                  <c:v>43656</c:v>
                </c:pt>
                <c:pt idx="1963">
                  <c:v>43657</c:v>
                </c:pt>
                <c:pt idx="1964">
                  <c:v>43658</c:v>
                </c:pt>
                <c:pt idx="1965">
                  <c:v>43661</c:v>
                </c:pt>
                <c:pt idx="1966">
                  <c:v>43662</c:v>
                </c:pt>
                <c:pt idx="1967">
                  <c:v>43663</c:v>
                </c:pt>
                <c:pt idx="1968">
                  <c:v>43664</c:v>
                </c:pt>
                <c:pt idx="1969">
                  <c:v>43665</c:v>
                </c:pt>
                <c:pt idx="1970">
                  <c:v>43668</c:v>
                </c:pt>
                <c:pt idx="1971">
                  <c:v>43669</c:v>
                </c:pt>
                <c:pt idx="1972">
                  <c:v>43670</c:v>
                </c:pt>
                <c:pt idx="1973">
                  <c:v>43671</c:v>
                </c:pt>
                <c:pt idx="1974">
                  <c:v>43672</c:v>
                </c:pt>
                <c:pt idx="1975">
                  <c:v>43675</c:v>
                </c:pt>
                <c:pt idx="1976">
                  <c:v>43676</c:v>
                </c:pt>
                <c:pt idx="1977">
                  <c:v>43677</c:v>
                </c:pt>
                <c:pt idx="1978">
                  <c:v>43678</c:v>
                </c:pt>
                <c:pt idx="1979">
                  <c:v>43679</c:v>
                </c:pt>
                <c:pt idx="1980">
                  <c:v>43682</c:v>
                </c:pt>
                <c:pt idx="1981">
                  <c:v>43683</c:v>
                </c:pt>
                <c:pt idx="1982">
                  <c:v>43684</c:v>
                </c:pt>
                <c:pt idx="1983">
                  <c:v>43685</c:v>
                </c:pt>
                <c:pt idx="1984">
                  <c:v>43686</c:v>
                </c:pt>
                <c:pt idx="1985">
                  <c:v>43689</c:v>
                </c:pt>
                <c:pt idx="1986">
                  <c:v>43690</c:v>
                </c:pt>
                <c:pt idx="1987">
                  <c:v>43691</c:v>
                </c:pt>
                <c:pt idx="1988">
                  <c:v>43692</c:v>
                </c:pt>
                <c:pt idx="1989">
                  <c:v>43693</c:v>
                </c:pt>
                <c:pt idx="1990">
                  <c:v>43696</c:v>
                </c:pt>
                <c:pt idx="1991">
                  <c:v>43697</c:v>
                </c:pt>
                <c:pt idx="1992">
                  <c:v>43698</c:v>
                </c:pt>
                <c:pt idx="1993">
                  <c:v>43699</c:v>
                </c:pt>
                <c:pt idx="1994">
                  <c:v>43700</c:v>
                </c:pt>
                <c:pt idx="1995">
                  <c:v>43703</c:v>
                </c:pt>
                <c:pt idx="1996">
                  <c:v>43704</c:v>
                </c:pt>
                <c:pt idx="1997">
                  <c:v>43705</c:v>
                </c:pt>
                <c:pt idx="1998">
                  <c:v>43706</c:v>
                </c:pt>
                <c:pt idx="1999">
                  <c:v>43707</c:v>
                </c:pt>
                <c:pt idx="2000">
                  <c:v>43710</c:v>
                </c:pt>
                <c:pt idx="2001">
                  <c:v>43711</c:v>
                </c:pt>
                <c:pt idx="2002">
                  <c:v>43712</c:v>
                </c:pt>
                <c:pt idx="2003">
                  <c:v>43713</c:v>
                </c:pt>
                <c:pt idx="2004">
                  <c:v>43714</c:v>
                </c:pt>
                <c:pt idx="2005">
                  <c:v>43717</c:v>
                </c:pt>
                <c:pt idx="2006">
                  <c:v>43718</c:v>
                </c:pt>
                <c:pt idx="2007">
                  <c:v>43719</c:v>
                </c:pt>
                <c:pt idx="2008">
                  <c:v>43720</c:v>
                </c:pt>
                <c:pt idx="2009">
                  <c:v>43721</c:v>
                </c:pt>
                <c:pt idx="2010">
                  <c:v>43724</c:v>
                </c:pt>
                <c:pt idx="2011">
                  <c:v>43725</c:v>
                </c:pt>
                <c:pt idx="2012">
                  <c:v>43726</c:v>
                </c:pt>
                <c:pt idx="2013">
                  <c:v>43727</c:v>
                </c:pt>
                <c:pt idx="2014">
                  <c:v>43728</c:v>
                </c:pt>
                <c:pt idx="2015">
                  <c:v>43731</c:v>
                </c:pt>
                <c:pt idx="2016">
                  <c:v>43732</c:v>
                </c:pt>
                <c:pt idx="2017">
                  <c:v>43733</c:v>
                </c:pt>
                <c:pt idx="2018">
                  <c:v>43734</c:v>
                </c:pt>
                <c:pt idx="2019">
                  <c:v>43735</c:v>
                </c:pt>
                <c:pt idx="2020">
                  <c:v>43738</c:v>
                </c:pt>
                <c:pt idx="2021">
                  <c:v>43739</c:v>
                </c:pt>
                <c:pt idx="2022">
                  <c:v>43740</c:v>
                </c:pt>
                <c:pt idx="2023">
                  <c:v>43741</c:v>
                </c:pt>
                <c:pt idx="2024">
                  <c:v>43742</c:v>
                </c:pt>
                <c:pt idx="2025">
                  <c:v>43745</c:v>
                </c:pt>
                <c:pt idx="2026">
                  <c:v>43746</c:v>
                </c:pt>
                <c:pt idx="2027">
                  <c:v>43747</c:v>
                </c:pt>
                <c:pt idx="2028">
                  <c:v>43748</c:v>
                </c:pt>
                <c:pt idx="2029">
                  <c:v>43749</c:v>
                </c:pt>
                <c:pt idx="2030">
                  <c:v>43752</c:v>
                </c:pt>
                <c:pt idx="2031">
                  <c:v>43753</c:v>
                </c:pt>
                <c:pt idx="2032">
                  <c:v>43754</c:v>
                </c:pt>
                <c:pt idx="2033">
                  <c:v>43755</c:v>
                </c:pt>
                <c:pt idx="2034">
                  <c:v>43756</c:v>
                </c:pt>
                <c:pt idx="2035">
                  <c:v>43759</c:v>
                </c:pt>
                <c:pt idx="2036">
                  <c:v>43760</c:v>
                </c:pt>
                <c:pt idx="2037">
                  <c:v>43761</c:v>
                </c:pt>
                <c:pt idx="2038">
                  <c:v>43762</c:v>
                </c:pt>
                <c:pt idx="2039">
                  <c:v>43763</c:v>
                </c:pt>
                <c:pt idx="2040">
                  <c:v>43766</c:v>
                </c:pt>
                <c:pt idx="2041">
                  <c:v>43767</c:v>
                </c:pt>
                <c:pt idx="2042">
                  <c:v>43768</c:v>
                </c:pt>
                <c:pt idx="2043">
                  <c:v>43769</c:v>
                </c:pt>
                <c:pt idx="2044">
                  <c:v>43770</c:v>
                </c:pt>
                <c:pt idx="2045">
                  <c:v>43773</c:v>
                </c:pt>
                <c:pt idx="2046">
                  <c:v>43774</c:v>
                </c:pt>
                <c:pt idx="2047">
                  <c:v>43775</c:v>
                </c:pt>
                <c:pt idx="2048">
                  <c:v>43776</c:v>
                </c:pt>
                <c:pt idx="2049">
                  <c:v>43777</c:v>
                </c:pt>
                <c:pt idx="2050">
                  <c:v>43780</c:v>
                </c:pt>
                <c:pt idx="2051">
                  <c:v>43781</c:v>
                </c:pt>
                <c:pt idx="2052">
                  <c:v>43782</c:v>
                </c:pt>
                <c:pt idx="2053">
                  <c:v>43783</c:v>
                </c:pt>
                <c:pt idx="2054">
                  <c:v>43784</c:v>
                </c:pt>
                <c:pt idx="2055">
                  <c:v>43787</c:v>
                </c:pt>
                <c:pt idx="2056">
                  <c:v>43788</c:v>
                </c:pt>
                <c:pt idx="2057">
                  <c:v>43789</c:v>
                </c:pt>
                <c:pt idx="2058">
                  <c:v>43790</c:v>
                </c:pt>
                <c:pt idx="2059">
                  <c:v>43791</c:v>
                </c:pt>
                <c:pt idx="2060">
                  <c:v>43794</c:v>
                </c:pt>
                <c:pt idx="2061">
                  <c:v>43795</c:v>
                </c:pt>
                <c:pt idx="2062">
                  <c:v>43796</c:v>
                </c:pt>
                <c:pt idx="2063">
                  <c:v>43797</c:v>
                </c:pt>
                <c:pt idx="2064">
                  <c:v>43798</c:v>
                </c:pt>
                <c:pt idx="2065">
                  <c:v>43801</c:v>
                </c:pt>
                <c:pt idx="2066">
                  <c:v>43802</c:v>
                </c:pt>
                <c:pt idx="2067">
                  <c:v>43803</c:v>
                </c:pt>
                <c:pt idx="2068">
                  <c:v>43804</c:v>
                </c:pt>
                <c:pt idx="2069">
                  <c:v>43805</c:v>
                </c:pt>
                <c:pt idx="2070">
                  <c:v>43808</c:v>
                </c:pt>
                <c:pt idx="2071">
                  <c:v>43809</c:v>
                </c:pt>
                <c:pt idx="2072">
                  <c:v>43810</c:v>
                </c:pt>
                <c:pt idx="2073">
                  <c:v>43811</c:v>
                </c:pt>
                <c:pt idx="2074">
                  <c:v>43812</c:v>
                </c:pt>
                <c:pt idx="2075">
                  <c:v>43815</c:v>
                </c:pt>
                <c:pt idx="2076">
                  <c:v>43816</c:v>
                </c:pt>
                <c:pt idx="2077">
                  <c:v>43817</c:v>
                </c:pt>
                <c:pt idx="2078">
                  <c:v>43818</c:v>
                </c:pt>
                <c:pt idx="2079">
                  <c:v>43819</c:v>
                </c:pt>
                <c:pt idx="2080">
                  <c:v>43822</c:v>
                </c:pt>
                <c:pt idx="2081">
                  <c:v>43823</c:v>
                </c:pt>
                <c:pt idx="2082">
                  <c:v>43824</c:v>
                </c:pt>
                <c:pt idx="2083">
                  <c:v>43825</c:v>
                </c:pt>
                <c:pt idx="2084">
                  <c:v>43826</c:v>
                </c:pt>
                <c:pt idx="2085">
                  <c:v>43829</c:v>
                </c:pt>
                <c:pt idx="2086">
                  <c:v>43830</c:v>
                </c:pt>
                <c:pt idx="2087">
                  <c:v>43831</c:v>
                </c:pt>
                <c:pt idx="2088">
                  <c:v>43832</c:v>
                </c:pt>
                <c:pt idx="2089">
                  <c:v>43833</c:v>
                </c:pt>
                <c:pt idx="2090">
                  <c:v>43836</c:v>
                </c:pt>
                <c:pt idx="2091">
                  <c:v>43837</c:v>
                </c:pt>
                <c:pt idx="2092">
                  <c:v>43838</c:v>
                </c:pt>
                <c:pt idx="2093">
                  <c:v>43839</c:v>
                </c:pt>
                <c:pt idx="2094">
                  <c:v>43840</c:v>
                </c:pt>
                <c:pt idx="2095">
                  <c:v>43843</c:v>
                </c:pt>
                <c:pt idx="2096">
                  <c:v>43844</c:v>
                </c:pt>
                <c:pt idx="2097">
                  <c:v>43845</c:v>
                </c:pt>
                <c:pt idx="2098">
                  <c:v>43846</c:v>
                </c:pt>
                <c:pt idx="2099">
                  <c:v>43847</c:v>
                </c:pt>
                <c:pt idx="2100">
                  <c:v>43850</c:v>
                </c:pt>
                <c:pt idx="2101">
                  <c:v>43851</c:v>
                </c:pt>
                <c:pt idx="2102">
                  <c:v>43852</c:v>
                </c:pt>
                <c:pt idx="2103">
                  <c:v>43853</c:v>
                </c:pt>
                <c:pt idx="2104">
                  <c:v>43854</c:v>
                </c:pt>
                <c:pt idx="2105">
                  <c:v>43857</c:v>
                </c:pt>
                <c:pt idx="2106">
                  <c:v>43858</c:v>
                </c:pt>
                <c:pt idx="2107">
                  <c:v>43859</c:v>
                </c:pt>
                <c:pt idx="2108">
                  <c:v>43860</c:v>
                </c:pt>
                <c:pt idx="2109">
                  <c:v>43861</c:v>
                </c:pt>
                <c:pt idx="2110">
                  <c:v>43864</c:v>
                </c:pt>
                <c:pt idx="2111">
                  <c:v>43865</c:v>
                </c:pt>
                <c:pt idx="2112">
                  <c:v>43866</c:v>
                </c:pt>
                <c:pt idx="2113">
                  <c:v>43867</c:v>
                </c:pt>
                <c:pt idx="2114">
                  <c:v>43868</c:v>
                </c:pt>
                <c:pt idx="2115">
                  <c:v>43871</c:v>
                </c:pt>
                <c:pt idx="2116">
                  <c:v>43872</c:v>
                </c:pt>
                <c:pt idx="2117">
                  <c:v>43873</c:v>
                </c:pt>
                <c:pt idx="2118">
                  <c:v>43874</c:v>
                </c:pt>
                <c:pt idx="2119">
                  <c:v>43875</c:v>
                </c:pt>
                <c:pt idx="2120">
                  <c:v>43878</c:v>
                </c:pt>
                <c:pt idx="2121">
                  <c:v>43879</c:v>
                </c:pt>
                <c:pt idx="2122">
                  <c:v>43880</c:v>
                </c:pt>
                <c:pt idx="2123">
                  <c:v>43881</c:v>
                </c:pt>
                <c:pt idx="2124">
                  <c:v>43882</c:v>
                </c:pt>
                <c:pt idx="2125">
                  <c:v>43885</c:v>
                </c:pt>
                <c:pt idx="2126">
                  <c:v>43886</c:v>
                </c:pt>
                <c:pt idx="2127">
                  <c:v>43887</c:v>
                </c:pt>
                <c:pt idx="2128">
                  <c:v>43888</c:v>
                </c:pt>
                <c:pt idx="2129">
                  <c:v>43889</c:v>
                </c:pt>
                <c:pt idx="2130">
                  <c:v>43892</c:v>
                </c:pt>
                <c:pt idx="2131">
                  <c:v>43893</c:v>
                </c:pt>
                <c:pt idx="2132">
                  <c:v>43894</c:v>
                </c:pt>
                <c:pt idx="2133">
                  <c:v>43895</c:v>
                </c:pt>
                <c:pt idx="2134">
                  <c:v>43896</c:v>
                </c:pt>
                <c:pt idx="2135">
                  <c:v>43899</c:v>
                </c:pt>
                <c:pt idx="2136">
                  <c:v>43900</c:v>
                </c:pt>
                <c:pt idx="2137">
                  <c:v>43901</c:v>
                </c:pt>
                <c:pt idx="2138">
                  <c:v>43902</c:v>
                </c:pt>
                <c:pt idx="2139">
                  <c:v>43903</c:v>
                </c:pt>
                <c:pt idx="2140">
                  <c:v>43906</c:v>
                </c:pt>
                <c:pt idx="2141">
                  <c:v>43907</c:v>
                </c:pt>
                <c:pt idx="2142">
                  <c:v>43908</c:v>
                </c:pt>
                <c:pt idx="2143">
                  <c:v>43909</c:v>
                </c:pt>
                <c:pt idx="2144">
                  <c:v>43910</c:v>
                </c:pt>
                <c:pt idx="2145">
                  <c:v>43913</c:v>
                </c:pt>
                <c:pt idx="2146">
                  <c:v>43914</c:v>
                </c:pt>
                <c:pt idx="2147">
                  <c:v>43915</c:v>
                </c:pt>
                <c:pt idx="2148">
                  <c:v>43916</c:v>
                </c:pt>
                <c:pt idx="2149">
                  <c:v>43917</c:v>
                </c:pt>
                <c:pt idx="2150">
                  <c:v>43920</c:v>
                </c:pt>
                <c:pt idx="2151">
                  <c:v>43921</c:v>
                </c:pt>
                <c:pt idx="2152">
                  <c:v>43922</c:v>
                </c:pt>
                <c:pt idx="2153">
                  <c:v>43923</c:v>
                </c:pt>
                <c:pt idx="2154">
                  <c:v>43924</c:v>
                </c:pt>
                <c:pt idx="2155">
                  <c:v>43927</c:v>
                </c:pt>
                <c:pt idx="2156">
                  <c:v>43928</c:v>
                </c:pt>
                <c:pt idx="2157">
                  <c:v>43929</c:v>
                </c:pt>
                <c:pt idx="2158">
                  <c:v>43930</c:v>
                </c:pt>
                <c:pt idx="2159">
                  <c:v>43931</c:v>
                </c:pt>
                <c:pt idx="2160">
                  <c:v>43934</c:v>
                </c:pt>
                <c:pt idx="2161">
                  <c:v>43935</c:v>
                </c:pt>
                <c:pt idx="2162">
                  <c:v>43936</c:v>
                </c:pt>
                <c:pt idx="2163">
                  <c:v>43937</c:v>
                </c:pt>
                <c:pt idx="2164">
                  <c:v>43938</c:v>
                </c:pt>
                <c:pt idx="2165">
                  <c:v>43941</c:v>
                </c:pt>
                <c:pt idx="2166">
                  <c:v>43942</c:v>
                </c:pt>
                <c:pt idx="2167">
                  <c:v>43943</c:v>
                </c:pt>
                <c:pt idx="2168">
                  <c:v>43944</c:v>
                </c:pt>
                <c:pt idx="2169">
                  <c:v>43945</c:v>
                </c:pt>
                <c:pt idx="2170">
                  <c:v>43948</c:v>
                </c:pt>
                <c:pt idx="2171">
                  <c:v>43949</c:v>
                </c:pt>
                <c:pt idx="2172">
                  <c:v>43950</c:v>
                </c:pt>
                <c:pt idx="2173">
                  <c:v>43951</c:v>
                </c:pt>
                <c:pt idx="2174">
                  <c:v>43952</c:v>
                </c:pt>
                <c:pt idx="2175">
                  <c:v>43955</c:v>
                </c:pt>
                <c:pt idx="2176">
                  <c:v>43956</c:v>
                </c:pt>
                <c:pt idx="2177">
                  <c:v>43957</c:v>
                </c:pt>
                <c:pt idx="2178">
                  <c:v>43958</c:v>
                </c:pt>
                <c:pt idx="2179">
                  <c:v>43959</c:v>
                </c:pt>
                <c:pt idx="2180">
                  <c:v>43962</c:v>
                </c:pt>
                <c:pt idx="2181">
                  <c:v>43963</c:v>
                </c:pt>
                <c:pt idx="2182">
                  <c:v>43964</c:v>
                </c:pt>
                <c:pt idx="2183">
                  <c:v>43965</c:v>
                </c:pt>
                <c:pt idx="2184">
                  <c:v>43966</c:v>
                </c:pt>
                <c:pt idx="2185">
                  <c:v>43969</c:v>
                </c:pt>
                <c:pt idx="2186">
                  <c:v>43970</c:v>
                </c:pt>
                <c:pt idx="2187">
                  <c:v>43971</c:v>
                </c:pt>
                <c:pt idx="2188">
                  <c:v>43972</c:v>
                </c:pt>
                <c:pt idx="2189">
                  <c:v>43973</c:v>
                </c:pt>
                <c:pt idx="2190">
                  <c:v>43976</c:v>
                </c:pt>
                <c:pt idx="2191">
                  <c:v>43977</c:v>
                </c:pt>
                <c:pt idx="2192">
                  <c:v>43978</c:v>
                </c:pt>
                <c:pt idx="2193">
                  <c:v>43979</c:v>
                </c:pt>
                <c:pt idx="2194">
                  <c:v>43980</c:v>
                </c:pt>
                <c:pt idx="2195">
                  <c:v>43983</c:v>
                </c:pt>
                <c:pt idx="2196">
                  <c:v>43984</c:v>
                </c:pt>
                <c:pt idx="2197">
                  <c:v>43985</c:v>
                </c:pt>
                <c:pt idx="2198">
                  <c:v>43986</c:v>
                </c:pt>
                <c:pt idx="2199">
                  <c:v>43987</c:v>
                </c:pt>
                <c:pt idx="2200">
                  <c:v>43990</c:v>
                </c:pt>
                <c:pt idx="2201">
                  <c:v>43991</c:v>
                </c:pt>
                <c:pt idx="2202">
                  <c:v>43992</c:v>
                </c:pt>
                <c:pt idx="2203">
                  <c:v>43993</c:v>
                </c:pt>
                <c:pt idx="2204">
                  <c:v>43994</c:v>
                </c:pt>
                <c:pt idx="2205">
                  <c:v>43997</c:v>
                </c:pt>
                <c:pt idx="2206">
                  <c:v>43998</c:v>
                </c:pt>
                <c:pt idx="2207">
                  <c:v>43999</c:v>
                </c:pt>
                <c:pt idx="2208">
                  <c:v>44000</c:v>
                </c:pt>
                <c:pt idx="2209">
                  <c:v>44001</c:v>
                </c:pt>
                <c:pt idx="2210">
                  <c:v>44004</c:v>
                </c:pt>
                <c:pt idx="2211">
                  <c:v>44005</c:v>
                </c:pt>
                <c:pt idx="2212">
                  <c:v>44006</c:v>
                </c:pt>
                <c:pt idx="2213">
                  <c:v>44007</c:v>
                </c:pt>
                <c:pt idx="2214">
                  <c:v>44008</c:v>
                </c:pt>
                <c:pt idx="2215">
                  <c:v>44011</c:v>
                </c:pt>
                <c:pt idx="2216">
                  <c:v>44012</c:v>
                </c:pt>
                <c:pt idx="2217">
                  <c:v>44013</c:v>
                </c:pt>
                <c:pt idx="2218">
                  <c:v>44014</c:v>
                </c:pt>
                <c:pt idx="2219">
                  <c:v>44015</c:v>
                </c:pt>
                <c:pt idx="2220">
                  <c:v>44018</c:v>
                </c:pt>
                <c:pt idx="2221">
                  <c:v>44019</c:v>
                </c:pt>
                <c:pt idx="2222">
                  <c:v>44020</c:v>
                </c:pt>
                <c:pt idx="2223">
                  <c:v>44021</c:v>
                </c:pt>
                <c:pt idx="2224">
                  <c:v>44022</c:v>
                </c:pt>
                <c:pt idx="2225">
                  <c:v>44025</c:v>
                </c:pt>
                <c:pt idx="2226">
                  <c:v>44026</c:v>
                </c:pt>
                <c:pt idx="2227">
                  <c:v>44027</c:v>
                </c:pt>
                <c:pt idx="2228">
                  <c:v>44028</c:v>
                </c:pt>
                <c:pt idx="2229">
                  <c:v>44029</c:v>
                </c:pt>
                <c:pt idx="2230">
                  <c:v>44032</c:v>
                </c:pt>
                <c:pt idx="2231">
                  <c:v>44033</c:v>
                </c:pt>
                <c:pt idx="2232">
                  <c:v>44034</c:v>
                </c:pt>
                <c:pt idx="2233">
                  <c:v>44035</c:v>
                </c:pt>
                <c:pt idx="2234">
                  <c:v>44036</c:v>
                </c:pt>
                <c:pt idx="2235">
                  <c:v>44039</c:v>
                </c:pt>
                <c:pt idx="2236">
                  <c:v>44040</c:v>
                </c:pt>
                <c:pt idx="2237">
                  <c:v>44041</c:v>
                </c:pt>
                <c:pt idx="2238">
                  <c:v>44042</c:v>
                </c:pt>
                <c:pt idx="2239">
                  <c:v>44043</c:v>
                </c:pt>
                <c:pt idx="2240">
                  <c:v>44046</c:v>
                </c:pt>
                <c:pt idx="2241">
                  <c:v>44047</c:v>
                </c:pt>
                <c:pt idx="2242">
                  <c:v>44048</c:v>
                </c:pt>
                <c:pt idx="2243">
                  <c:v>44049</c:v>
                </c:pt>
                <c:pt idx="2244">
                  <c:v>44050</c:v>
                </c:pt>
                <c:pt idx="2245">
                  <c:v>44053</c:v>
                </c:pt>
                <c:pt idx="2246">
                  <c:v>44054</c:v>
                </c:pt>
                <c:pt idx="2247">
                  <c:v>44055</c:v>
                </c:pt>
                <c:pt idx="2248">
                  <c:v>44056</c:v>
                </c:pt>
                <c:pt idx="2249">
                  <c:v>44057</c:v>
                </c:pt>
                <c:pt idx="2250">
                  <c:v>44060</c:v>
                </c:pt>
                <c:pt idx="2251">
                  <c:v>44061</c:v>
                </c:pt>
                <c:pt idx="2252">
                  <c:v>44062</c:v>
                </c:pt>
                <c:pt idx="2253">
                  <c:v>44063</c:v>
                </c:pt>
                <c:pt idx="2254">
                  <c:v>44064</c:v>
                </c:pt>
                <c:pt idx="2255">
                  <c:v>44067</c:v>
                </c:pt>
                <c:pt idx="2256">
                  <c:v>44068</c:v>
                </c:pt>
                <c:pt idx="2257">
                  <c:v>44069</c:v>
                </c:pt>
                <c:pt idx="2258">
                  <c:v>44070</c:v>
                </c:pt>
                <c:pt idx="2259">
                  <c:v>44071</c:v>
                </c:pt>
                <c:pt idx="2260">
                  <c:v>44074</c:v>
                </c:pt>
                <c:pt idx="2261">
                  <c:v>44075</c:v>
                </c:pt>
                <c:pt idx="2262">
                  <c:v>44076</c:v>
                </c:pt>
                <c:pt idx="2263">
                  <c:v>44077</c:v>
                </c:pt>
                <c:pt idx="2264">
                  <c:v>44078</c:v>
                </c:pt>
                <c:pt idx="2265">
                  <c:v>44081</c:v>
                </c:pt>
                <c:pt idx="2266">
                  <c:v>44082</c:v>
                </c:pt>
                <c:pt idx="2267">
                  <c:v>44083</c:v>
                </c:pt>
                <c:pt idx="2268">
                  <c:v>44084</c:v>
                </c:pt>
                <c:pt idx="2269">
                  <c:v>44085</c:v>
                </c:pt>
                <c:pt idx="2270">
                  <c:v>44088</c:v>
                </c:pt>
                <c:pt idx="2271">
                  <c:v>44089</c:v>
                </c:pt>
                <c:pt idx="2272">
                  <c:v>44090</c:v>
                </c:pt>
                <c:pt idx="2273">
                  <c:v>44091</c:v>
                </c:pt>
                <c:pt idx="2274">
                  <c:v>44092</c:v>
                </c:pt>
                <c:pt idx="2275">
                  <c:v>44095</c:v>
                </c:pt>
                <c:pt idx="2276">
                  <c:v>44096</c:v>
                </c:pt>
                <c:pt idx="2277">
                  <c:v>44097</c:v>
                </c:pt>
                <c:pt idx="2278">
                  <c:v>44098</c:v>
                </c:pt>
                <c:pt idx="2279">
                  <c:v>44099</c:v>
                </c:pt>
                <c:pt idx="2280">
                  <c:v>44102</c:v>
                </c:pt>
                <c:pt idx="2281">
                  <c:v>44103</c:v>
                </c:pt>
                <c:pt idx="2282">
                  <c:v>44104</c:v>
                </c:pt>
                <c:pt idx="2283">
                  <c:v>44105</c:v>
                </c:pt>
                <c:pt idx="2284">
                  <c:v>44106</c:v>
                </c:pt>
                <c:pt idx="2285">
                  <c:v>44109</c:v>
                </c:pt>
                <c:pt idx="2286">
                  <c:v>44110</c:v>
                </c:pt>
                <c:pt idx="2287">
                  <c:v>44111</c:v>
                </c:pt>
                <c:pt idx="2288">
                  <c:v>44112</c:v>
                </c:pt>
                <c:pt idx="2289">
                  <c:v>44113</c:v>
                </c:pt>
                <c:pt idx="2290">
                  <c:v>44116</c:v>
                </c:pt>
                <c:pt idx="2291">
                  <c:v>44117</c:v>
                </c:pt>
                <c:pt idx="2292">
                  <c:v>44118</c:v>
                </c:pt>
                <c:pt idx="2293">
                  <c:v>44119</c:v>
                </c:pt>
                <c:pt idx="2294">
                  <c:v>44120</c:v>
                </c:pt>
                <c:pt idx="2295">
                  <c:v>44123</c:v>
                </c:pt>
                <c:pt idx="2296">
                  <c:v>44124</c:v>
                </c:pt>
                <c:pt idx="2297">
                  <c:v>44125</c:v>
                </c:pt>
                <c:pt idx="2298">
                  <c:v>44126</c:v>
                </c:pt>
                <c:pt idx="2299">
                  <c:v>44127</c:v>
                </c:pt>
                <c:pt idx="2300">
                  <c:v>44130</c:v>
                </c:pt>
                <c:pt idx="2301">
                  <c:v>44131</c:v>
                </c:pt>
                <c:pt idx="2302">
                  <c:v>44132</c:v>
                </c:pt>
                <c:pt idx="2303">
                  <c:v>44133</c:v>
                </c:pt>
                <c:pt idx="2304">
                  <c:v>44134</c:v>
                </c:pt>
                <c:pt idx="2305">
                  <c:v>44137</c:v>
                </c:pt>
                <c:pt idx="2306">
                  <c:v>44138</c:v>
                </c:pt>
                <c:pt idx="2307">
                  <c:v>44139</c:v>
                </c:pt>
                <c:pt idx="2308">
                  <c:v>44140</c:v>
                </c:pt>
                <c:pt idx="2309">
                  <c:v>44141</c:v>
                </c:pt>
                <c:pt idx="2310">
                  <c:v>44144</c:v>
                </c:pt>
                <c:pt idx="2311">
                  <c:v>44145</c:v>
                </c:pt>
                <c:pt idx="2312">
                  <c:v>44146</c:v>
                </c:pt>
                <c:pt idx="2313">
                  <c:v>44147</c:v>
                </c:pt>
                <c:pt idx="2314">
                  <c:v>44148</c:v>
                </c:pt>
                <c:pt idx="2315">
                  <c:v>44151</c:v>
                </c:pt>
                <c:pt idx="2316">
                  <c:v>44152</c:v>
                </c:pt>
                <c:pt idx="2317">
                  <c:v>44153</c:v>
                </c:pt>
                <c:pt idx="2318">
                  <c:v>44154</c:v>
                </c:pt>
                <c:pt idx="2319">
                  <c:v>44155</c:v>
                </c:pt>
                <c:pt idx="2320">
                  <c:v>44158</c:v>
                </c:pt>
                <c:pt idx="2321">
                  <c:v>44159</c:v>
                </c:pt>
                <c:pt idx="2322">
                  <c:v>44160</c:v>
                </c:pt>
                <c:pt idx="2323">
                  <c:v>44161</c:v>
                </c:pt>
                <c:pt idx="2324">
                  <c:v>44162</c:v>
                </c:pt>
                <c:pt idx="2325">
                  <c:v>44165</c:v>
                </c:pt>
                <c:pt idx="2326">
                  <c:v>44166</c:v>
                </c:pt>
                <c:pt idx="2327">
                  <c:v>44167</c:v>
                </c:pt>
                <c:pt idx="2328">
                  <c:v>44168</c:v>
                </c:pt>
                <c:pt idx="2329">
                  <c:v>44169</c:v>
                </c:pt>
                <c:pt idx="2330">
                  <c:v>44172</c:v>
                </c:pt>
                <c:pt idx="2331">
                  <c:v>44173</c:v>
                </c:pt>
                <c:pt idx="2332">
                  <c:v>44174</c:v>
                </c:pt>
                <c:pt idx="2333">
                  <c:v>44175</c:v>
                </c:pt>
                <c:pt idx="2334">
                  <c:v>44176</c:v>
                </c:pt>
                <c:pt idx="2335">
                  <c:v>44179</c:v>
                </c:pt>
                <c:pt idx="2336">
                  <c:v>44180</c:v>
                </c:pt>
                <c:pt idx="2337">
                  <c:v>44181</c:v>
                </c:pt>
                <c:pt idx="2338">
                  <c:v>44182</c:v>
                </c:pt>
                <c:pt idx="2339">
                  <c:v>44183</c:v>
                </c:pt>
                <c:pt idx="2340">
                  <c:v>44186</c:v>
                </c:pt>
                <c:pt idx="2341">
                  <c:v>44187</c:v>
                </c:pt>
                <c:pt idx="2342">
                  <c:v>44188</c:v>
                </c:pt>
                <c:pt idx="2343">
                  <c:v>44189</c:v>
                </c:pt>
                <c:pt idx="2344">
                  <c:v>44190</c:v>
                </c:pt>
                <c:pt idx="2345">
                  <c:v>44193</c:v>
                </c:pt>
                <c:pt idx="2346">
                  <c:v>44194</c:v>
                </c:pt>
                <c:pt idx="2347">
                  <c:v>44195</c:v>
                </c:pt>
                <c:pt idx="2348">
                  <c:v>44196</c:v>
                </c:pt>
                <c:pt idx="2349">
                  <c:v>44197</c:v>
                </c:pt>
                <c:pt idx="2350">
                  <c:v>44200</c:v>
                </c:pt>
                <c:pt idx="2351">
                  <c:v>44201</c:v>
                </c:pt>
                <c:pt idx="2352">
                  <c:v>44202</c:v>
                </c:pt>
                <c:pt idx="2353">
                  <c:v>44203</c:v>
                </c:pt>
                <c:pt idx="2354">
                  <c:v>44204</c:v>
                </c:pt>
                <c:pt idx="2355">
                  <c:v>44207</c:v>
                </c:pt>
                <c:pt idx="2356">
                  <c:v>44208</c:v>
                </c:pt>
                <c:pt idx="2357">
                  <c:v>44209</c:v>
                </c:pt>
                <c:pt idx="2358">
                  <c:v>44210</c:v>
                </c:pt>
                <c:pt idx="2359">
                  <c:v>44211</c:v>
                </c:pt>
                <c:pt idx="2360">
                  <c:v>44214</c:v>
                </c:pt>
                <c:pt idx="2361">
                  <c:v>44215</c:v>
                </c:pt>
                <c:pt idx="2362">
                  <c:v>44216</c:v>
                </c:pt>
                <c:pt idx="2363">
                  <c:v>44217</c:v>
                </c:pt>
                <c:pt idx="2364">
                  <c:v>44218</c:v>
                </c:pt>
                <c:pt idx="2365">
                  <c:v>44221</c:v>
                </c:pt>
                <c:pt idx="2366">
                  <c:v>44222</c:v>
                </c:pt>
                <c:pt idx="2367">
                  <c:v>44223</c:v>
                </c:pt>
                <c:pt idx="2368">
                  <c:v>44224</c:v>
                </c:pt>
                <c:pt idx="2369">
                  <c:v>44225</c:v>
                </c:pt>
                <c:pt idx="2370">
                  <c:v>44228</c:v>
                </c:pt>
                <c:pt idx="2371">
                  <c:v>44229</c:v>
                </c:pt>
                <c:pt idx="2372">
                  <c:v>44230</c:v>
                </c:pt>
                <c:pt idx="2373">
                  <c:v>44231</c:v>
                </c:pt>
                <c:pt idx="2374">
                  <c:v>44232</c:v>
                </c:pt>
                <c:pt idx="2375">
                  <c:v>44235</c:v>
                </c:pt>
                <c:pt idx="2376">
                  <c:v>44236</c:v>
                </c:pt>
                <c:pt idx="2377">
                  <c:v>44237</c:v>
                </c:pt>
                <c:pt idx="2378">
                  <c:v>44238</c:v>
                </c:pt>
                <c:pt idx="2379">
                  <c:v>44239</c:v>
                </c:pt>
                <c:pt idx="2380">
                  <c:v>44242</c:v>
                </c:pt>
                <c:pt idx="2381">
                  <c:v>44243</c:v>
                </c:pt>
                <c:pt idx="2382">
                  <c:v>44244</c:v>
                </c:pt>
                <c:pt idx="2383">
                  <c:v>44245</c:v>
                </c:pt>
                <c:pt idx="2384">
                  <c:v>44246</c:v>
                </c:pt>
                <c:pt idx="2385">
                  <c:v>44249</c:v>
                </c:pt>
                <c:pt idx="2386">
                  <c:v>44250</c:v>
                </c:pt>
                <c:pt idx="2387">
                  <c:v>44251</c:v>
                </c:pt>
                <c:pt idx="2388">
                  <c:v>44252</c:v>
                </c:pt>
                <c:pt idx="2389">
                  <c:v>44253</c:v>
                </c:pt>
                <c:pt idx="2390">
                  <c:v>44256</c:v>
                </c:pt>
                <c:pt idx="2391">
                  <c:v>44257</c:v>
                </c:pt>
                <c:pt idx="2392">
                  <c:v>44258</c:v>
                </c:pt>
                <c:pt idx="2393">
                  <c:v>44259</c:v>
                </c:pt>
                <c:pt idx="2394">
                  <c:v>44260</c:v>
                </c:pt>
                <c:pt idx="2395">
                  <c:v>44263</c:v>
                </c:pt>
                <c:pt idx="2396">
                  <c:v>44264</c:v>
                </c:pt>
                <c:pt idx="2397">
                  <c:v>44265</c:v>
                </c:pt>
                <c:pt idx="2398">
                  <c:v>44266</c:v>
                </c:pt>
                <c:pt idx="2399">
                  <c:v>44267</c:v>
                </c:pt>
                <c:pt idx="2400">
                  <c:v>44270</c:v>
                </c:pt>
                <c:pt idx="2401">
                  <c:v>44271</c:v>
                </c:pt>
                <c:pt idx="2402">
                  <c:v>44272</c:v>
                </c:pt>
                <c:pt idx="2403">
                  <c:v>44273</c:v>
                </c:pt>
                <c:pt idx="2404">
                  <c:v>44274</c:v>
                </c:pt>
                <c:pt idx="2405">
                  <c:v>44277</c:v>
                </c:pt>
                <c:pt idx="2406">
                  <c:v>44278</c:v>
                </c:pt>
                <c:pt idx="2407">
                  <c:v>44279</c:v>
                </c:pt>
                <c:pt idx="2408">
                  <c:v>44280</c:v>
                </c:pt>
                <c:pt idx="2409">
                  <c:v>44281</c:v>
                </c:pt>
                <c:pt idx="2410">
                  <c:v>44284</c:v>
                </c:pt>
                <c:pt idx="2411">
                  <c:v>44285</c:v>
                </c:pt>
                <c:pt idx="2412">
                  <c:v>44286</c:v>
                </c:pt>
                <c:pt idx="2413">
                  <c:v>44287</c:v>
                </c:pt>
                <c:pt idx="2414">
                  <c:v>44288</c:v>
                </c:pt>
                <c:pt idx="2415">
                  <c:v>44291</c:v>
                </c:pt>
                <c:pt idx="2416">
                  <c:v>44292</c:v>
                </c:pt>
                <c:pt idx="2417">
                  <c:v>44293</c:v>
                </c:pt>
                <c:pt idx="2418">
                  <c:v>44294</c:v>
                </c:pt>
                <c:pt idx="2419">
                  <c:v>44295</c:v>
                </c:pt>
                <c:pt idx="2420">
                  <c:v>44298</c:v>
                </c:pt>
                <c:pt idx="2421">
                  <c:v>44299</c:v>
                </c:pt>
                <c:pt idx="2422">
                  <c:v>44300</c:v>
                </c:pt>
                <c:pt idx="2423">
                  <c:v>44301</c:v>
                </c:pt>
                <c:pt idx="2424">
                  <c:v>44302</c:v>
                </c:pt>
                <c:pt idx="2425">
                  <c:v>44305</c:v>
                </c:pt>
                <c:pt idx="2426">
                  <c:v>44306</c:v>
                </c:pt>
                <c:pt idx="2427">
                  <c:v>44307</c:v>
                </c:pt>
                <c:pt idx="2428">
                  <c:v>44308</c:v>
                </c:pt>
                <c:pt idx="2429">
                  <c:v>44309</c:v>
                </c:pt>
                <c:pt idx="2430">
                  <c:v>44312</c:v>
                </c:pt>
                <c:pt idx="2431">
                  <c:v>44313</c:v>
                </c:pt>
                <c:pt idx="2432">
                  <c:v>44314</c:v>
                </c:pt>
                <c:pt idx="2433">
                  <c:v>44315</c:v>
                </c:pt>
                <c:pt idx="2434">
                  <c:v>44316</c:v>
                </c:pt>
                <c:pt idx="2435">
                  <c:v>44319</c:v>
                </c:pt>
                <c:pt idx="2436">
                  <c:v>44320</c:v>
                </c:pt>
                <c:pt idx="2437">
                  <c:v>44321</c:v>
                </c:pt>
                <c:pt idx="2438">
                  <c:v>44322</c:v>
                </c:pt>
                <c:pt idx="2439">
                  <c:v>44323</c:v>
                </c:pt>
                <c:pt idx="2440">
                  <c:v>44326</c:v>
                </c:pt>
                <c:pt idx="2441">
                  <c:v>44327</c:v>
                </c:pt>
                <c:pt idx="2442">
                  <c:v>44328</c:v>
                </c:pt>
                <c:pt idx="2443">
                  <c:v>44329</c:v>
                </c:pt>
                <c:pt idx="2444">
                  <c:v>44330</c:v>
                </c:pt>
                <c:pt idx="2445">
                  <c:v>44333</c:v>
                </c:pt>
                <c:pt idx="2446">
                  <c:v>44334</c:v>
                </c:pt>
                <c:pt idx="2447">
                  <c:v>44335</c:v>
                </c:pt>
                <c:pt idx="2448">
                  <c:v>44336</c:v>
                </c:pt>
                <c:pt idx="2449">
                  <c:v>44337</c:v>
                </c:pt>
                <c:pt idx="2450">
                  <c:v>44340</c:v>
                </c:pt>
                <c:pt idx="2451">
                  <c:v>44341</c:v>
                </c:pt>
                <c:pt idx="2452">
                  <c:v>44342</c:v>
                </c:pt>
                <c:pt idx="2453">
                  <c:v>44343</c:v>
                </c:pt>
                <c:pt idx="2454">
                  <c:v>44344</c:v>
                </c:pt>
                <c:pt idx="2455">
                  <c:v>44347</c:v>
                </c:pt>
                <c:pt idx="2456">
                  <c:v>44348</c:v>
                </c:pt>
                <c:pt idx="2457">
                  <c:v>44349</c:v>
                </c:pt>
                <c:pt idx="2458">
                  <c:v>44350</c:v>
                </c:pt>
                <c:pt idx="2459">
                  <c:v>44351</c:v>
                </c:pt>
                <c:pt idx="2460">
                  <c:v>44354</c:v>
                </c:pt>
                <c:pt idx="2461">
                  <c:v>44355</c:v>
                </c:pt>
                <c:pt idx="2462">
                  <c:v>44356</c:v>
                </c:pt>
                <c:pt idx="2463">
                  <c:v>44357</c:v>
                </c:pt>
                <c:pt idx="2464">
                  <c:v>44358</c:v>
                </c:pt>
                <c:pt idx="2465">
                  <c:v>44361</c:v>
                </c:pt>
                <c:pt idx="2466">
                  <c:v>44362</c:v>
                </c:pt>
                <c:pt idx="2467">
                  <c:v>44363</c:v>
                </c:pt>
                <c:pt idx="2468">
                  <c:v>44364</c:v>
                </c:pt>
                <c:pt idx="2469">
                  <c:v>44365</c:v>
                </c:pt>
                <c:pt idx="2470">
                  <c:v>44368</c:v>
                </c:pt>
                <c:pt idx="2471">
                  <c:v>44369</c:v>
                </c:pt>
                <c:pt idx="2472">
                  <c:v>44370</c:v>
                </c:pt>
                <c:pt idx="2473">
                  <c:v>44371</c:v>
                </c:pt>
                <c:pt idx="2474">
                  <c:v>44372</c:v>
                </c:pt>
                <c:pt idx="2475">
                  <c:v>44375</c:v>
                </c:pt>
                <c:pt idx="2476">
                  <c:v>44376</c:v>
                </c:pt>
                <c:pt idx="2477">
                  <c:v>44377</c:v>
                </c:pt>
                <c:pt idx="2478">
                  <c:v>44378</c:v>
                </c:pt>
                <c:pt idx="2479">
                  <c:v>44379</c:v>
                </c:pt>
                <c:pt idx="2480">
                  <c:v>44382</c:v>
                </c:pt>
                <c:pt idx="2481">
                  <c:v>44383</c:v>
                </c:pt>
                <c:pt idx="2482">
                  <c:v>44384</c:v>
                </c:pt>
                <c:pt idx="2483">
                  <c:v>44385</c:v>
                </c:pt>
                <c:pt idx="2484">
                  <c:v>44386</c:v>
                </c:pt>
                <c:pt idx="2485">
                  <c:v>44389</c:v>
                </c:pt>
                <c:pt idx="2486">
                  <c:v>44390</c:v>
                </c:pt>
                <c:pt idx="2487">
                  <c:v>44391</c:v>
                </c:pt>
                <c:pt idx="2488">
                  <c:v>44392</c:v>
                </c:pt>
                <c:pt idx="2489">
                  <c:v>44393</c:v>
                </c:pt>
                <c:pt idx="2490">
                  <c:v>44396</c:v>
                </c:pt>
                <c:pt idx="2491">
                  <c:v>44397</c:v>
                </c:pt>
                <c:pt idx="2492">
                  <c:v>44398</c:v>
                </c:pt>
                <c:pt idx="2493">
                  <c:v>44399</c:v>
                </c:pt>
                <c:pt idx="2494">
                  <c:v>44400</c:v>
                </c:pt>
                <c:pt idx="2495">
                  <c:v>44403</c:v>
                </c:pt>
                <c:pt idx="2496">
                  <c:v>44404</c:v>
                </c:pt>
                <c:pt idx="2497">
                  <c:v>44405</c:v>
                </c:pt>
                <c:pt idx="2498">
                  <c:v>44406</c:v>
                </c:pt>
                <c:pt idx="2499">
                  <c:v>44407</c:v>
                </c:pt>
                <c:pt idx="2500">
                  <c:v>44410</c:v>
                </c:pt>
                <c:pt idx="2501">
                  <c:v>44411</c:v>
                </c:pt>
                <c:pt idx="2502">
                  <c:v>44412</c:v>
                </c:pt>
                <c:pt idx="2503">
                  <c:v>44413</c:v>
                </c:pt>
                <c:pt idx="2504">
                  <c:v>44414</c:v>
                </c:pt>
                <c:pt idx="2505">
                  <c:v>44417</c:v>
                </c:pt>
                <c:pt idx="2506">
                  <c:v>44418</c:v>
                </c:pt>
                <c:pt idx="2507">
                  <c:v>44419</c:v>
                </c:pt>
                <c:pt idx="2508">
                  <c:v>44420</c:v>
                </c:pt>
                <c:pt idx="2509">
                  <c:v>44421</c:v>
                </c:pt>
                <c:pt idx="2510">
                  <c:v>44424</c:v>
                </c:pt>
                <c:pt idx="2511">
                  <c:v>44425</c:v>
                </c:pt>
                <c:pt idx="2512">
                  <c:v>44426</c:v>
                </c:pt>
                <c:pt idx="2513">
                  <c:v>44427</c:v>
                </c:pt>
                <c:pt idx="2514">
                  <c:v>44428</c:v>
                </c:pt>
                <c:pt idx="2515">
                  <c:v>44431</c:v>
                </c:pt>
                <c:pt idx="2516">
                  <c:v>44432</c:v>
                </c:pt>
                <c:pt idx="2517">
                  <c:v>44433</c:v>
                </c:pt>
                <c:pt idx="2518">
                  <c:v>44434</c:v>
                </c:pt>
                <c:pt idx="2519">
                  <c:v>44435</c:v>
                </c:pt>
                <c:pt idx="2520">
                  <c:v>44438</c:v>
                </c:pt>
                <c:pt idx="2521">
                  <c:v>44439</c:v>
                </c:pt>
                <c:pt idx="2522">
                  <c:v>44440</c:v>
                </c:pt>
                <c:pt idx="2523">
                  <c:v>44441</c:v>
                </c:pt>
                <c:pt idx="2524">
                  <c:v>44442</c:v>
                </c:pt>
                <c:pt idx="2525">
                  <c:v>44445</c:v>
                </c:pt>
                <c:pt idx="2526">
                  <c:v>44446</c:v>
                </c:pt>
                <c:pt idx="2527">
                  <c:v>44447</c:v>
                </c:pt>
                <c:pt idx="2528">
                  <c:v>44448</c:v>
                </c:pt>
                <c:pt idx="2529">
                  <c:v>44449</c:v>
                </c:pt>
                <c:pt idx="2530">
                  <c:v>44452</c:v>
                </c:pt>
                <c:pt idx="2531">
                  <c:v>44453</c:v>
                </c:pt>
                <c:pt idx="2532">
                  <c:v>44454</c:v>
                </c:pt>
                <c:pt idx="2533">
                  <c:v>44455</c:v>
                </c:pt>
                <c:pt idx="2534">
                  <c:v>44456</c:v>
                </c:pt>
                <c:pt idx="2535">
                  <c:v>44459</c:v>
                </c:pt>
                <c:pt idx="2536">
                  <c:v>44460</c:v>
                </c:pt>
                <c:pt idx="2537">
                  <c:v>44461</c:v>
                </c:pt>
                <c:pt idx="2538">
                  <c:v>44462</c:v>
                </c:pt>
                <c:pt idx="2539">
                  <c:v>44463</c:v>
                </c:pt>
                <c:pt idx="2540">
                  <c:v>44466</c:v>
                </c:pt>
                <c:pt idx="2541">
                  <c:v>44467</c:v>
                </c:pt>
                <c:pt idx="2542">
                  <c:v>44468</c:v>
                </c:pt>
                <c:pt idx="2543">
                  <c:v>44469</c:v>
                </c:pt>
                <c:pt idx="2544">
                  <c:v>44470</c:v>
                </c:pt>
                <c:pt idx="2545">
                  <c:v>44473</c:v>
                </c:pt>
                <c:pt idx="2546">
                  <c:v>44474</c:v>
                </c:pt>
                <c:pt idx="2547">
                  <c:v>44475</c:v>
                </c:pt>
                <c:pt idx="2548">
                  <c:v>44476</c:v>
                </c:pt>
                <c:pt idx="2549">
                  <c:v>44477</c:v>
                </c:pt>
                <c:pt idx="2550">
                  <c:v>44480</c:v>
                </c:pt>
                <c:pt idx="2551">
                  <c:v>44481</c:v>
                </c:pt>
                <c:pt idx="2552">
                  <c:v>44482</c:v>
                </c:pt>
                <c:pt idx="2553">
                  <c:v>44483</c:v>
                </c:pt>
                <c:pt idx="2554">
                  <c:v>44484</c:v>
                </c:pt>
                <c:pt idx="2555">
                  <c:v>44487</c:v>
                </c:pt>
                <c:pt idx="2556">
                  <c:v>44488</c:v>
                </c:pt>
                <c:pt idx="2557">
                  <c:v>44489</c:v>
                </c:pt>
                <c:pt idx="2558">
                  <c:v>44490</c:v>
                </c:pt>
                <c:pt idx="2559">
                  <c:v>44491</c:v>
                </c:pt>
                <c:pt idx="2560">
                  <c:v>44494</c:v>
                </c:pt>
                <c:pt idx="2561">
                  <c:v>44495</c:v>
                </c:pt>
                <c:pt idx="2562">
                  <c:v>44496</c:v>
                </c:pt>
                <c:pt idx="2563">
                  <c:v>44497</c:v>
                </c:pt>
                <c:pt idx="2564">
                  <c:v>44498</c:v>
                </c:pt>
                <c:pt idx="2565">
                  <c:v>44501</c:v>
                </c:pt>
                <c:pt idx="2566">
                  <c:v>44502</c:v>
                </c:pt>
                <c:pt idx="2567">
                  <c:v>44503</c:v>
                </c:pt>
                <c:pt idx="2568">
                  <c:v>44504</c:v>
                </c:pt>
                <c:pt idx="2569">
                  <c:v>44505</c:v>
                </c:pt>
                <c:pt idx="2570">
                  <c:v>44508</c:v>
                </c:pt>
                <c:pt idx="2571">
                  <c:v>44509</c:v>
                </c:pt>
                <c:pt idx="2572">
                  <c:v>44510</c:v>
                </c:pt>
                <c:pt idx="2573">
                  <c:v>44511</c:v>
                </c:pt>
                <c:pt idx="2574">
                  <c:v>44512</c:v>
                </c:pt>
                <c:pt idx="2575">
                  <c:v>44515</c:v>
                </c:pt>
                <c:pt idx="2576">
                  <c:v>44516</c:v>
                </c:pt>
                <c:pt idx="2577">
                  <c:v>44517</c:v>
                </c:pt>
                <c:pt idx="2578">
                  <c:v>44518</c:v>
                </c:pt>
                <c:pt idx="2579">
                  <c:v>44519</c:v>
                </c:pt>
                <c:pt idx="2580">
                  <c:v>44522</c:v>
                </c:pt>
                <c:pt idx="2581">
                  <c:v>44523</c:v>
                </c:pt>
                <c:pt idx="2582">
                  <c:v>44524</c:v>
                </c:pt>
                <c:pt idx="2583">
                  <c:v>44525</c:v>
                </c:pt>
                <c:pt idx="2584">
                  <c:v>44526</c:v>
                </c:pt>
                <c:pt idx="2585">
                  <c:v>44529</c:v>
                </c:pt>
                <c:pt idx="2586">
                  <c:v>44530</c:v>
                </c:pt>
                <c:pt idx="2587">
                  <c:v>44531</c:v>
                </c:pt>
                <c:pt idx="2588">
                  <c:v>44532</c:v>
                </c:pt>
                <c:pt idx="2589">
                  <c:v>44533</c:v>
                </c:pt>
                <c:pt idx="2590">
                  <c:v>44536</c:v>
                </c:pt>
                <c:pt idx="2591">
                  <c:v>44537</c:v>
                </c:pt>
                <c:pt idx="2592">
                  <c:v>44538</c:v>
                </c:pt>
                <c:pt idx="2593">
                  <c:v>44539</c:v>
                </c:pt>
                <c:pt idx="2594">
                  <c:v>44540</c:v>
                </c:pt>
                <c:pt idx="2595">
                  <c:v>44543</c:v>
                </c:pt>
                <c:pt idx="2596">
                  <c:v>44544</c:v>
                </c:pt>
                <c:pt idx="2597">
                  <c:v>44545</c:v>
                </c:pt>
                <c:pt idx="2598">
                  <c:v>44546</c:v>
                </c:pt>
                <c:pt idx="2599">
                  <c:v>44547</c:v>
                </c:pt>
                <c:pt idx="2600">
                  <c:v>44550</c:v>
                </c:pt>
                <c:pt idx="2601">
                  <c:v>44551</c:v>
                </c:pt>
                <c:pt idx="2602">
                  <c:v>44552</c:v>
                </c:pt>
                <c:pt idx="2603">
                  <c:v>44553</c:v>
                </c:pt>
                <c:pt idx="2604">
                  <c:v>44554</c:v>
                </c:pt>
                <c:pt idx="2605">
                  <c:v>44557</c:v>
                </c:pt>
                <c:pt idx="2606">
                  <c:v>44558</c:v>
                </c:pt>
                <c:pt idx="2607">
                  <c:v>44559</c:v>
                </c:pt>
                <c:pt idx="2608">
                  <c:v>44560</c:v>
                </c:pt>
                <c:pt idx="2609">
                  <c:v>44561</c:v>
                </c:pt>
                <c:pt idx="2610">
                  <c:v>44564</c:v>
                </c:pt>
                <c:pt idx="2611">
                  <c:v>44565</c:v>
                </c:pt>
                <c:pt idx="2612">
                  <c:v>44566</c:v>
                </c:pt>
                <c:pt idx="2613">
                  <c:v>44567</c:v>
                </c:pt>
                <c:pt idx="2614">
                  <c:v>44568</c:v>
                </c:pt>
                <c:pt idx="2615">
                  <c:v>44571</c:v>
                </c:pt>
                <c:pt idx="2616">
                  <c:v>44572</c:v>
                </c:pt>
                <c:pt idx="2617">
                  <c:v>44573</c:v>
                </c:pt>
                <c:pt idx="2618">
                  <c:v>44574</c:v>
                </c:pt>
                <c:pt idx="2619">
                  <c:v>44575</c:v>
                </c:pt>
                <c:pt idx="2620">
                  <c:v>44578</c:v>
                </c:pt>
                <c:pt idx="2621">
                  <c:v>44579</c:v>
                </c:pt>
                <c:pt idx="2622">
                  <c:v>44580</c:v>
                </c:pt>
                <c:pt idx="2623">
                  <c:v>44581</c:v>
                </c:pt>
                <c:pt idx="2624">
                  <c:v>44582</c:v>
                </c:pt>
                <c:pt idx="2625">
                  <c:v>44585</c:v>
                </c:pt>
                <c:pt idx="2626">
                  <c:v>44586</c:v>
                </c:pt>
                <c:pt idx="2627">
                  <c:v>44587</c:v>
                </c:pt>
                <c:pt idx="2628">
                  <c:v>44588</c:v>
                </c:pt>
                <c:pt idx="2629">
                  <c:v>44589</c:v>
                </c:pt>
                <c:pt idx="2630">
                  <c:v>44592</c:v>
                </c:pt>
                <c:pt idx="2631">
                  <c:v>44593</c:v>
                </c:pt>
                <c:pt idx="2632">
                  <c:v>44594</c:v>
                </c:pt>
                <c:pt idx="2633">
                  <c:v>44595</c:v>
                </c:pt>
                <c:pt idx="2634">
                  <c:v>44596</c:v>
                </c:pt>
                <c:pt idx="2635">
                  <c:v>44599</c:v>
                </c:pt>
                <c:pt idx="2636">
                  <c:v>44600</c:v>
                </c:pt>
                <c:pt idx="2637">
                  <c:v>44601</c:v>
                </c:pt>
                <c:pt idx="2638">
                  <c:v>44602</c:v>
                </c:pt>
                <c:pt idx="2639">
                  <c:v>44603</c:v>
                </c:pt>
                <c:pt idx="2640">
                  <c:v>44606</c:v>
                </c:pt>
                <c:pt idx="2641">
                  <c:v>44607</c:v>
                </c:pt>
                <c:pt idx="2642">
                  <c:v>44608</c:v>
                </c:pt>
                <c:pt idx="2643">
                  <c:v>44609</c:v>
                </c:pt>
                <c:pt idx="2644">
                  <c:v>44610</c:v>
                </c:pt>
                <c:pt idx="2645">
                  <c:v>44613</c:v>
                </c:pt>
                <c:pt idx="2646">
                  <c:v>44614</c:v>
                </c:pt>
                <c:pt idx="2647">
                  <c:v>44615</c:v>
                </c:pt>
                <c:pt idx="2648">
                  <c:v>44616</c:v>
                </c:pt>
                <c:pt idx="2649">
                  <c:v>44617</c:v>
                </c:pt>
                <c:pt idx="2650">
                  <c:v>44620</c:v>
                </c:pt>
                <c:pt idx="2651">
                  <c:v>44621</c:v>
                </c:pt>
                <c:pt idx="2652">
                  <c:v>44622</c:v>
                </c:pt>
                <c:pt idx="2653">
                  <c:v>44623</c:v>
                </c:pt>
                <c:pt idx="2654">
                  <c:v>44624</c:v>
                </c:pt>
                <c:pt idx="2655">
                  <c:v>44627</c:v>
                </c:pt>
                <c:pt idx="2656">
                  <c:v>44628</c:v>
                </c:pt>
                <c:pt idx="2657">
                  <c:v>44629</c:v>
                </c:pt>
                <c:pt idx="2658">
                  <c:v>44630</c:v>
                </c:pt>
                <c:pt idx="2659">
                  <c:v>44631</c:v>
                </c:pt>
                <c:pt idx="2660">
                  <c:v>44634</c:v>
                </c:pt>
                <c:pt idx="2661">
                  <c:v>44635</c:v>
                </c:pt>
                <c:pt idx="2662">
                  <c:v>44636</c:v>
                </c:pt>
                <c:pt idx="2663">
                  <c:v>44637</c:v>
                </c:pt>
                <c:pt idx="2664">
                  <c:v>44638</c:v>
                </c:pt>
                <c:pt idx="2665">
                  <c:v>44641</c:v>
                </c:pt>
                <c:pt idx="2666">
                  <c:v>44642</c:v>
                </c:pt>
                <c:pt idx="2667">
                  <c:v>44643</c:v>
                </c:pt>
                <c:pt idx="2668">
                  <c:v>44644</c:v>
                </c:pt>
                <c:pt idx="2669">
                  <c:v>44645</c:v>
                </c:pt>
                <c:pt idx="2670">
                  <c:v>44648</c:v>
                </c:pt>
                <c:pt idx="2671">
                  <c:v>44649</c:v>
                </c:pt>
                <c:pt idx="2672">
                  <c:v>44650</c:v>
                </c:pt>
                <c:pt idx="2673">
                  <c:v>44651</c:v>
                </c:pt>
                <c:pt idx="2674">
                  <c:v>44652</c:v>
                </c:pt>
                <c:pt idx="2675">
                  <c:v>44655</c:v>
                </c:pt>
                <c:pt idx="2676">
                  <c:v>44656</c:v>
                </c:pt>
                <c:pt idx="2677">
                  <c:v>44657</c:v>
                </c:pt>
                <c:pt idx="2678">
                  <c:v>44658</c:v>
                </c:pt>
                <c:pt idx="2679">
                  <c:v>44659</c:v>
                </c:pt>
                <c:pt idx="2680">
                  <c:v>44662</c:v>
                </c:pt>
                <c:pt idx="2681">
                  <c:v>44663</c:v>
                </c:pt>
                <c:pt idx="2682">
                  <c:v>44664</c:v>
                </c:pt>
                <c:pt idx="2683">
                  <c:v>44665</c:v>
                </c:pt>
                <c:pt idx="2684">
                  <c:v>44666</c:v>
                </c:pt>
                <c:pt idx="2685">
                  <c:v>44669</c:v>
                </c:pt>
                <c:pt idx="2686">
                  <c:v>44670</c:v>
                </c:pt>
                <c:pt idx="2687">
                  <c:v>44671</c:v>
                </c:pt>
                <c:pt idx="2688">
                  <c:v>44672</c:v>
                </c:pt>
                <c:pt idx="2689">
                  <c:v>44673</c:v>
                </c:pt>
                <c:pt idx="2690">
                  <c:v>44676</c:v>
                </c:pt>
                <c:pt idx="2691">
                  <c:v>44677</c:v>
                </c:pt>
                <c:pt idx="2692">
                  <c:v>44678</c:v>
                </c:pt>
                <c:pt idx="2693">
                  <c:v>44679</c:v>
                </c:pt>
                <c:pt idx="2694">
                  <c:v>44680</c:v>
                </c:pt>
                <c:pt idx="2695">
                  <c:v>44683</c:v>
                </c:pt>
                <c:pt idx="2696">
                  <c:v>44684</c:v>
                </c:pt>
                <c:pt idx="2697">
                  <c:v>44685</c:v>
                </c:pt>
                <c:pt idx="2698">
                  <c:v>44686</c:v>
                </c:pt>
                <c:pt idx="2699">
                  <c:v>44687</c:v>
                </c:pt>
                <c:pt idx="2700">
                  <c:v>44690</c:v>
                </c:pt>
                <c:pt idx="2701">
                  <c:v>44691</c:v>
                </c:pt>
                <c:pt idx="2702">
                  <c:v>44692</c:v>
                </c:pt>
                <c:pt idx="2703">
                  <c:v>44693</c:v>
                </c:pt>
                <c:pt idx="2704">
                  <c:v>44694</c:v>
                </c:pt>
                <c:pt idx="2705">
                  <c:v>44697</c:v>
                </c:pt>
                <c:pt idx="2706">
                  <c:v>44698</c:v>
                </c:pt>
                <c:pt idx="2707">
                  <c:v>44699</c:v>
                </c:pt>
                <c:pt idx="2708">
                  <c:v>44700</c:v>
                </c:pt>
                <c:pt idx="2709">
                  <c:v>44701</c:v>
                </c:pt>
                <c:pt idx="2710">
                  <c:v>44704</c:v>
                </c:pt>
                <c:pt idx="2711">
                  <c:v>44705</c:v>
                </c:pt>
                <c:pt idx="2712">
                  <c:v>44706</c:v>
                </c:pt>
                <c:pt idx="2713">
                  <c:v>44707</c:v>
                </c:pt>
                <c:pt idx="2714">
                  <c:v>44708</c:v>
                </c:pt>
                <c:pt idx="2715">
                  <c:v>44711</c:v>
                </c:pt>
                <c:pt idx="2716">
                  <c:v>44712</c:v>
                </c:pt>
                <c:pt idx="2717">
                  <c:v>44713</c:v>
                </c:pt>
                <c:pt idx="2718">
                  <c:v>44714</c:v>
                </c:pt>
                <c:pt idx="2719">
                  <c:v>44715</c:v>
                </c:pt>
                <c:pt idx="2720">
                  <c:v>44718</c:v>
                </c:pt>
                <c:pt idx="2721">
                  <c:v>44719</c:v>
                </c:pt>
                <c:pt idx="2722">
                  <c:v>44720</c:v>
                </c:pt>
                <c:pt idx="2723">
                  <c:v>44721</c:v>
                </c:pt>
                <c:pt idx="2724">
                  <c:v>44722</c:v>
                </c:pt>
                <c:pt idx="2725">
                  <c:v>44725</c:v>
                </c:pt>
                <c:pt idx="2726">
                  <c:v>44726</c:v>
                </c:pt>
                <c:pt idx="2727">
                  <c:v>44727</c:v>
                </c:pt>
                <c:pt idx="2728">
                  <c:v>44728</c:v>
                </c:pt>
                <c:pt idx="2729">
                  <c:v>44729</c:v>
                </c:pt>
                <c:pt idx="2730">
                  <c:v>44732</c:v>
                </c:pt>
                <c:pt idx="2731">
                  <c:v>44733</c:v>
                </c:pt>
                <c:pt idx="2732">
                  <c:v>44734</c:v>
                </c:pt>
                <c:pt idx="2733">
                  <c:v>44735</c:v>
                </c:pt>
                <c:pt idx="2734">
                  <c:v>44736</c:v>
                </c:pt>
                <c:pt idx="2735">
                  <c:v>44739</c:v>
                </c:pt>
                <c:pt idx="2736">
                  <c:v>44740</c:v>
                </c:pt>
                <c:pt idx="2737">
                  <c:v>44741</c:v>
                </c:pt>
                <c:pt idx="2738">
                  <c:v>44742</c:v>
                </c:pt>
                <c:pt idx="2739">
                  <c:v>44743</c:v>
                </c:pt>
                <c:pt idx="2740">
                  <c:v>44746</c:v>
                </c:pt>
                <c:pt idx="2741">
                  <c:v>44747</c:v>
                </c:pt>
                <c:pt idx="2742">
                  <c:v>44748</c:v>
                </c:pt>
                <c:pt idx="2743">
                  <c:v>44749</c:v>
                </c:pt>
                <c:pt idx="2744">
                  <c:v>44750</c:v>
                </c:pt>
                <c:pt idx="2745">
                  <c:v>44753</c:v>
                </c:pt>
                <c:pt idx="2746">
                  <c:v>44754</c:v>
                </c:pt>
                <c:pt idx="2747">
                  <c:v>44755</c:v>
                </c:pt>
                <c:pt idx="2748">
                  <c:v>44756</c:v>
                </c:pt>
                <c:pt idx="2749">
                  <c:v>44757</c:v>
                </c:pt>
                <c:pt idx="2750">
                  <c:v>44760</c:v>
                </c:pt>
                <c:pt idx="2751">
                  <c:v>44761</c:v>
                </c:pt>
                <c:pt idx="2752">
                  <c:v>44762</c:v>
                </c:pt>
                <c:pt idx="2753">
                  <c:v>44763</c:v>
                </c:pt>
                <c:pt idx="2754">
                  <c:v>44764</c:v>
                </c:pt>
                <c:pt idx="2755">
                  <c:v>44767</c:v>
                </c:pt>
                <c:pt idx="2756">
                  <c:v>44768</c:v>
                </c:pt>
                <c:pt idx="2757">
                  <c:v>44769</c:v>
                </c:pt>
                <c:pt idx="2758">
                  <c:v>44770</c:v>
                </c:pt>
                <c:pt idx="2759">
                  <c:v>44771</c:v>
                </c:pt>
                <c:pt idx="2760">
                  <c:v>44774</c:v>
                </c:pt>
                <c:pt idx="2761">
                  <c:v>44775</c:v>
                </c:pt>
                <c:pt idx="2762">
                  <c:v>44776</c:v>
                </c:pt>
                <c:pt idx="2763">
                  <c:v>44777</c:v>
                </c:pt>
                <c:pt idx="2764">
                  <c:v>44778</c:v>
                </c:pt>
                <c:pt idx="2765">
                  <c:v>44781</c:v>
                </c:pt>
                <c:pt idx="2766">
                  <c:v>44782</c:v>
                </c:pt>
                <c:pt idx="2767">
                  <c:v>44783</c:v>
                </c:pt>
                <c:pt idx="2768">
                  <c:v>44784</c:v>
                </c:pt>
                <c:pt idx="2769">
                  <c:v>44785</c:v>
                </c:pt>
                <c:pt idx="2770">
                  <c:v>44788</c:v>
                </c:pt>
                <c:pt idx="2771">
                  <c:v>44789</c:v>
                </c:pt>
                <c:pt idx="2772">
                  <c:v>44790</c:v>
                </c:pt>
                <c:pt idx="2773">
                  <c:v>44791</c:v>
                </c:pt>
                <c:pt idx="2774">
                  <c:v>44792</c:v>
                </c:pt>
                <c:pt idx="2775">
                  <c:v>44795</c:v>
                </c:pt>
                <c:pt idx="2776">
                  <c:v>44796</c:v>
                </c:pt>
                <c:pt idx="2777">
                  <c:v>44797</c:v>
                </c:pt>
                <c:pt idx="2778">
                  <c:v>44798</c:v>
                </c:pt>
                <c:pt idx="2779">
                  <c:v>44799</c:v>
                </c:pt>
                <c:pt idx="2780">
                  <c:v>44802</c:v>
                </c:pt>
                <c:pt idx="2781">
                  <c:v>44803</c:v>
                </c:pt>
                <c:pt idx="2782">
                  <c:v>44804</c:v>
                </c:pt>
                <c:pt idx="2783">
                  <c:v>44805</c:v>
                </c:pt>
                <c:pt idx="2784">
                  <c:v>44806</c:v>
                </c:pt>
                <c:pt idx="2785">
                  <c:v>44809</c:v>
                </c:pt>
                <c:pt idx="2786">
                  <c:v>44810</c:v>
                </c:pt>
                <c:pt idx="2787">
                  <c:v>44811</c:v>
                </c:pt>
                <c:pt idx="2788">
                  <c:v>44812</c:v>
                </c:pt>
                <c:pt idx="2789">
                  <c:v>44813</c:v>
                </c:pt>
                <c:pt idx="2790">
                  <c:v>44816</c:v>
                </c:pt>
                <c:pt idx="2791">
                  <c:v>44817</c:v>
                </c:pt>
                <c:pt idx="2792">
                  <c:v>44818</c:v>
                </c:pt>
                <c:pt idx="2793">
                  <c:v>44819</c:v>
                </c:pt>
                <c:pt idx="2794">
                  <c:v>44820</c:v>
                </c:pt>
                <c:pt idx="2795">
                  <c:v>44823</c:v>
                </c:pt>
                <c:pt idx="2796">
                  <c:v>44824</c:v>
                </c:pt>
                <c:pt idx="2797">
                  <c:v>44825</c:v>
                </c:pt>
                <c:pt idx="2798">
                  <c:v>44826</c:v>
                </c:pt>
                <c:pt idx="2799">
                  <c:v>44827</c:v>
                </c:pt>
                <c:pt idx="2800">
                  <c:v>44830</c:v>
                </c:pt>
                <c:pt idx="2801">
                  <c:v>44831</c:v>
                </c:pt>
                <c:pt idx="2802">
                  <c:v>44832</c:v>
                </c:pt>
                <c:pt idx="2803">
                  <c:v>44833</c:v>
                </c:pt>
                <c:pt idx="2804">
                  <c:v>44834</c:v>
                </c:pt>
                <c:pt idx="2805">
                  <c:v>44837</c:v>
                </c:pt>
                <c:pt idx="2806">
                  <c:v>44838</c:v>
                </c:pt>
                <c:pt idx="2807">
                  <c:v>44839</c:v>
                </c:pt>
                <c:pt idx="2808">
                  <c:v>44840</c:v>
                </c:pt>
                <c:pt idx="2809">
                  <c:v>44841</c:v>
                </c:pt>
                <c:pt idx="2810">
                  <c:v>44844</c:v>
                </c:pt>
                <c:pt idx="2811">
                  <c:v>44845</c:v>
                </c:pt>
                <c:pt idx="2812">
                  <c:v>44846</c:v>
                </c:pt>
                <c:pt idx="2813">
                  <c:v>44847</c:v>
                </c:pt>
                <c:pt idx="2814">
                  <c:v>44848</c:v>
                </c:pt>
                <c:pt idx="2815">
                  <c:v>44851</c:v>
                </c:pt>
                <c:pt idx="2816">
                  <c:v>44852</c:v>
                </c:pt>
                <c:pt idx="2817">
                  <c:v>44853</c:v>
                </c:pt>
                <c:pt idx="2818">
                  <c:v>44854</c:v>
                </c:pt>
                <c:pt idx="2819">
                  <c:v>44855</c:v>
                </c:pt>
                <c:pt idx="2820">
                  <c:v>44858</c:v>
                </c:pt>
                <c:pt idx="2821">
                  <c:v>44859</c:v>
                </c:pt>
                <c:pt idx="2822">
                  <c:v>44860</c:v>
                </c:pt>
                <c:pt idx="2823">
                  <c:v>44861</c:v>
                </c:pt>
                <c:pt idx="2824">
                  <c:v>44862</c:v>
                </c:pt>
                <c:pt idx="2825">
                  <c:v>44865</c:v>
                </c:pt>
                <c:pt idx="2826">
                  <c:v>44866</c:v>
                </c:pt>
                <c:pt idx="2827">
                  <c:v>44867</c:v>
                </c:pt>
                <c:pt idx="2828">
                  <c:v>44868</c:v>
                </c:pt>
                <c:pt idx="2829">
                  <c:v>44869</c:v>
                </c:pt>
                <c:pt idx="2830">
                  <c:v>44872</c:v>
                </c:pt>
                <c:pt idx="2831">
                  <c:v>44873</c:v>
                </c:pt>
                <c:pt idx="2832">
                  <c:v>44874</c:v>
                </c:pt>
                <c:pt idx="2833">
                  <c:v>44875</c:v>
                </c:pt>
                <c:pt idx="2834">
                  <c:v>44876</c:v>
                </c:pt>
                <c:pt idx="2835">
                  <c:v>44879</c:v>
                </c:pt>
                <c:pt idx="2836">
                  <c:v>44880</c:v>
                </c:pt>
                <c:pt idx="2837">
                  <c:v>44881</c:v>
                </c:pt>
                <c:pt idx="2838">
                  <c:v>44882</c:v>
                </c:pt>
                <c:pt idx="2839">
                  <c:v>44883</c:v>
                </c:pt>
                <c:pt idx="2840">
                  <c:v>44886</c:v>
                </c:pt>
                <c:pt idx="2841">
                  <c:v>44887</c:v>
                </c:pt>
                <c:pt idx="2842">
                  <c:v>44888</c:v>
                </c:pt>
                <c:pt idx="2843">
                  <c:v>44889</c:v>
                </c:pt>
                <c:pt idx="2844">
                  <c:v>44890</c:v>
                </c:pt>
                <c:pt idx="2845">
                  <c:v>44893</c:v>
                </c:pt>
                <c:pt idx="2846">
                  <c:v>44894</c:v>
                </c:pt>
                <c:pt idx="2847">
                  <c:v>44895</c:v>
                </c:pt>
                <c:pt idx="2848">
                  <c:v>44896</c:v>
                </c:pt>
                <c:pt idx="2849">
                  <c:v>44897</c:v>
                </c:pt>
                <c:pt idx="2850">
                  <c:v>44900</c:v>
                </c:pt>
                <c:pt idx="2851">
                  <c:v>44901</c:v>
                </c:pt>
                <c:pt idx="2852">
                  <c:v>44902</c:v>
                </c:pt>
                <c:pt idx="2853">
                  <c:v>44903</c:v>
                </c:pt>
                <c:pt idx="2854">
                  <c:v>44904</c:v>
                </c:pt>
                <c:pt idx="2855">
                  <c:v>44907</c:v>
                </c:pt>
                <c:pt idx="2856">
                  <c:v>44908</c:v>
                </c:pt>
                <c:pt idx="2857">
                  <c:v>44909</c:v>
                </c:pt>
                <c:pt idx="2858">
                  <c:v>44910</c:v>
                </c:pt>
                <c:pt idx="2859">
                  <c:v>44911</c:v>
                </c:pt>
                <c:pt idx="2860">
                  <c:v>44914</c:v>
                </c:pt>
                <c:pt idx="2861">
                  <c:v>44915</c:v>
                </c:pt>
                <c:pt idx="2862">
                  <c:v>44916</c:v>
                </c:pt>
                <c:pt idx="2863">
                  <c:v>44917</c:v>
                </c:pt>
                <c:pt idx="2864">
                  <c:v>44918</c:v>
                </c:pt>
                <c:pt idx="2865">
                  <c:v>44921</c:v>
                </c:pt>
                <c:pt idx="2866">
                  <c:v>44922</c:v>
                </c:pt>
                <c:pt idx="2867">
                  <c:v>44923</c:v>
                </c:pt>
                <c:pt idx="2868">
                  <c:v>44924</c:v>
                </c:pt>
                <c:pt idx="2869">
                  <c:v>44925</c:v>
                </c:pt>
                <c:pt idx="2870">
                  <c:v>44928</c:v>
                </c:pt>
                <c:pt idx="2871">
                  <c:v>44929</c:v>
                </c:pt>
                <c:pt idx="2872">
                  <c:v>44930</c:v>
                </c:pt>
                <c:pt idx="2873">
                  <c:v>44931</c:v>
                </c:pt>
                <c:pt idx="2874">
                  <c:v>44932</c:v>
                </c:pt>
                <c:pt idx="2875">
                  <c:v>44935</c:v>
                </c:pt>
                <c:pt idx="2876">
                  <c:v>44936</c:v>
                </c:pt>
                <c:pt idx="2877">
                  <c:v>44937</c:v>
                </c:pt>
                <c:pt idx="2878">
                  <c:v>44938</c:v>
                </c:pt>
                <c:pt idx="2879">
                  <c:v>44939</c:v>
                </c:pt>
                <c:pt idx="2880">
                  <c:v>44942</c:v>
                </c:pt>
                <c:pt idx="2881">
                  <c:v>44943</c:v>
                </c:pt>
                <c:pt idx="2882">
                  <c:v>44944</c:v>
                </c:pt>
                <c:pt idx="2883">
                  <c:v>44945</c:v>
                </c:pt>
                <c:pt idx="2884">
                  <c:v>44946</c:v>
                </c:pt>
                <c:pt idx="2885">
                  <c:v>44949</c:v>
                </c:pt>
                <c:pt idx="2886">
                  <c:v>44950</c:v>
                </c:pt>
                <c:pt idx="2887">
                  <c:v>44951</c:v>
                </c:pt>
                <c:pt idx="2888">
                  <c:v>44952</c:v>
                </c:pt>
                <c:pt idx="2889">
                  <c:v>44953</c:v>
                </c:pt>
                <c:pt idx="2890">
                  <c:v>44956</c:v>
                </c:pt>
                <c:pt idx="2891">
                  <c:v>44957</c:v>
                </c:pt>
                <c:pt idx="2892">
                  <c:v>44958</c:v>
                </c:pt>
                <c:pt idx="2893">
                  <c:v>44959</c:v>
                </c:pt>
                <c:pt idx="2894">
                  <c:v>44960</c:v>
                </c:pt>
                <c:pt idx="2895">
                  <c:v>44963</c:v>
                </c:pt>
                <c:pt idx="2896">
                  <c:v>44964</c:v>
                </c:pt>
                <c:pt idx="2897">
                  <c:v>44965</c:v>
                </c:pt>
                <c:pt idx="2898">
                  <c:v>44966</c:v>
                </c:pt>
                <c:pt idx="2899">
                  <c:v>44967</c:v>
                </c:pt>
                <c:pt idx="2900">
                  <c:v>44970</c:v>
                </c:pt>
                <c:pt idx="2901">
                  <c:v>44971</c:v>
                </c:pt>
                <c:pt idx="2902">
                  <c:v>44972</c:v>
                </c:pt>
                <c:pt idx="2903">
                  <c:v>44973</c:v>
                </c:pt>
                <c:pt idx="2904">
                  <c:v>44974</c:v>
                </c:pt>
                <c:pt idx="2905">
                  <c:v>44977</c:v>
                </c:pt>
                <c:pt idx="2906">
                  <c:v>44978</c:v>
                </c:pt>
                <c:pt idx="2907">
                  <c:v>44979</c:v>
                </c:pt>
                <c:pt idx="2908">
                  <c:v>44980</c:v>
                </c:pt>
                <c:pt idx="2909">
                  <c:v>44981</c:v>
                </c:pt>
                <c:pt idx="2910">
                  <c:v>44984</c:v>
                </c:pt>
                <c:pt idx="2911">
                  <c:v>44985</c:v>
                </c:pt>
                <c:pt idx="2912">
                  <c:v>44986</c:v>
                </c:pt>
                <c:pt idx="2913">
                  <c:v>44987</c:v>
                </c:pt>
                <c:pt idx="2914">
                  <c:v>44988</c:v>
                </c:pt>
                <c:pt idx="2915">
                  <c:v>44991</c:v>
                </c:pt>
                <c:pt idx="2916">
                  <c:v>44992</c:v>
                </c:pt>
                <c:pt idx="2917">
                  <c:v>44993</c:v>
                </c:pt>
                <c:pt idx="2918">
                  <c:v>44994</c:v>
                </c:pt>
                <c:pt idx="2919">
                  <c:v>44995</c:v>
                </c:pt>
                <c:pt idx="2920">
                  <c:v>44998</c:v>
                </c:pt>
                <c:pt idx="2921">
                  <c:v>44999</c:v>
                </c:pt>
                <c:pt idx="2922">
                  <c:v>45000</c:v>
                </c:pt>
                <c:pt idx="2923">
                  <c:v>45001</c:v>
                </c:pt>
                <c:pt idx="2924">
                  <c:v>45002</c:v>
                </c:pt>
                <c:pt idx="2925">
                  <c:v>45005</c:v>
                </c:pt>
                <c:pt idx="2926">
                  <c:v>45006</c:v>
                </c:pt>
                <c:pt idx="2927">
                  <c:v>45007</c:v>
                </c:pt>
                <c:pt idx="2928">
                  <c:v>45008</c:v>
                </c:pt>
                <c:pt idx="2929">
                  <c:v>45009</c:v>
                </c:pt>
                <c:pt idx="2930">
                  <c:v>45012</c:v>
                </c:pt>
                <c:pt idx="2931">
                  <c:v>45013</c:v>
                </c:pt>
                <c:pt idx="2932">
                  <c:v>45014</c:v>
                </c:pt>
                <c:pt idx="2933">
                  <c:v>45015</c:v>
                </c:pt>
                <c:pt idx="2934">
                  <c:v>45016</c:v>
                </c:pt>
                <c:pt idx="2935">
                  <c:v>45019</c:v>
                </c:pt>
                <c:pt idx="2936">
                  <c:v>45020</c:v>
                </c:pt>
                <c:pt idx="2937">
                  <c:v>45021</c:v>
                </c:pt>
                <c:pt idx="2938">
                  <c:v>45022</c:v>
                </c:pt>
                <c:pt idx="2939">
                  <c:v>45023</c:v>
                </c:pt>
                <c:pt idx="2940">
                  <c:v>45026</c:v>
                </c:pt>
                <c:pt idx="2941">
                  <c:v>45027</c:v>
                </c:pt>
                <c:pt idx="2942">
                  <c:v>45028</c:v>
                </c:pt>
                <c:pt idx="2943">
                  <c:v>45029</c:v>
                </c:pt>
                <c:pt idx="2944">
                  <c:v>45030</c:v>
                </c:pt>
                <c:pt idx="2945">
                  <c:v>45033</c:v>
                </c:pt>
                <c:pt idx="2946">
                  <c:v>45034</c:v>
                </c:pt>
                <c:pt idx="2947">
                  <c:v>45035</c:v>
                </c:pt>
                <c:pt idx="2948">
                  <c:v>45036</c:v>
                </c:pt>
                <c:pt idx="2949">
                  <c:v>45037</c:v>
                </c:pt>
                <c:pt idx="2950">
                  <c:v>45040</c:v>
                </c:pt>
                <c:pt idx="2951">
                  <c:v>45041</c:v>
                </c:pt>
                <c:pt idx="2952">
                  <c:v>45042</c:v>
                </c:pt>
                <c:pt idx="2953">
                  <c:v>45043</c:v>
                </c:pt>
                <c:pt idx="2954">
                  <c:v>45044</c:v>
                </c:pt>
                <c:pt idx="2955">
                  <c:v>45047</c:v>
                </c:pt>
                <c:pt idx="2956">
                  <c:v>45048</c:v>
                </c:pt>
                <c:pt idx="2957">
                  <c:v>45049</c:v>
                </c:pt>
                <c:pt idx="2958">
                  <c:v>45050</c:v>
                </c:pt>
                <c:pt idx="2959">
                  <c:v>45051</c:v>
                </c:pt>
                <c:pt idx="2960">
                  <c:v>45054</c:v>
                </c:pt>
                <c:pt idx="2961">
                  <c:v>45055</c:v>
                </c:pt>
                <c:pt idx="2962">
                  <c:v>45056</c:v>
                </c:pt>
                <c:pt idx="2963">
                  <c:v>45057</c:v>
                </c:pt>
                <c:pt idx="2964">
                  <c:v>45058</c:v>
                </c:pt>
                <c:pt idx="2965">
                  <c:v>45061</c:v>
                </c:pt>
                <c:pt idx="2966">
                  <c:v>45062</c:v>
                </c:pt>
                <c:pt idx="2967">
                  <c:v>45063</c:v>
                </c:pt>
                <c:pt idx="2968">
                  <c:v>45064</c:v>
                </c:pt>
                <c:pt idx="2969">
                  <c:v>45065</c:v>
                </c:pt>
                <c:pt idx="2970">
                  <c:v>45068</c:v>
                </c:pt>
                <c:pt idx="2971">
                  <c:v>45069</c:v>
                </c:pt>
                <c:pt idx="2972">
                  <c:v>45070</c:v>
                </c:pt>
                <c:pt idx="2973">
                  <c:v>45071</c:v>
                </c:pt>
                <c:pt idx="2974">
                  <c:v>45072</c:v>
                </c:pt>
                <c:pt idx="2975">
                  <c:v>45075</c:v>
                </c:pt>
                <c:pt idx="2976">
                  <c:v>45076</c:v>
                </c:pt>
                <c:pt idx="2977">
                  <c:v>45077</c:v>
                </c:pt>
                <c:pt idx="2978">
                  <c:v>45078</c:v>
                </c:pt>
                <c:pt idx="2979">
                  <c:v>45079</c:v>
                </c:pt>
                <c:pt idx="2980">
                  <c:v>45082</c:v>
                </c:pt>
                <c:pt idx="2981">
                  <c:v>45083</c:v>
                </c:pt>
                <c:pt idx="2982">
                  <c:v>45084</c:v>
                </c:pt>
                <c:pt idx="2983">
                  <c:v>45085</c:v>
                </c:pt>
                <c:pt idx="2984">
                  <c:v>45086</c:v>
                </c:pt>
                <c:pt idx="2985">
                  <c:v>45089</c:v>
                </c:pt>
                <c:pt idx="2986">
                  <c:v>45090</c:v>
                </c:pt>
                <c:pt idx="2987">
                  <c:v>45091</c:v>
                </c:pt>
                <c:pt idx="2988">
                  <c:v>45092</c:v>
                </c:pt>
                <c:pt idx="2989">
                  <c:v>45093</c:v>
                </c:pt>
                <c:pt idx="2990">
                  <c:v>45096</c:v>
                </c:pt>
                <c:pt idx="2991">
                  <c:v>45097</c:v>
                </c:pt>
                <c:pt idx="2992">
                  <c:v>45098</c:v>
                </c:pt>
                <c:pt idx="2993">
                  <c:v>45099</c:v>
                </c:pt>
                <c:pt idx="2994">
                  <c:v>45100</c:v>
                </c:pt>
                <c:pt idx="2995">
                  <c:v>45103</c:v>
                </c:pt>
                <c:pt idx="2996">
                  <c:v>45104</c:v>
                </c:pt>
                <c:pt idx="2997">
                  <c:v>45105</c:v>
                </c:pt>
                <c:pt idx="2998">
                  <c:v>45106</c:v>
                </c:pt>
                <c:pt idx="2999">
                  <c:v>45107</c:v>
                </c:pt>
                <c:pt idx="3000">
                  <c:v>45110</c:v>
                </c:pt>
                <c:pt idx="3001">
                  <c:v>45111</c:v>
                </c:pt>
                <c:pt idx="3002">
                  <c:v>45112</c:v>
                </c:pt>
                <c:pt idx="3003">
                  <c:v>45113</c:v>
                </c:pt>
                <c:pt idx="3004">
                  <c:v>45114</c:v>
                </c:pt>
                <c:pt idx="3005">
                  <c:v>45117</c:v>
                </c:pt>
                <c:pt idx="3006">
                  <c:v>45118</c:v>
                </c:pt>
                <c:pt idx="3007">
                  <c:v>45119</c:v>
                </c:pt>
                <c:pt idx="3008">
                  <c:v>45120</c:v>
                </c:pt>
                <c:pt idx="3009">
                  <c:v>45121</c:v>
                </c:pt>
                <c:pt idx="3010">
                  <c:v>45124</c:v>
                </c:pt>
                <c:pt idx="3011">
                  <c:v>45125</c:v>
                </c:pt>
                <c:pt idx="3012">
                  <c:v>45126</c:v>
                </c:pt>
                <c:pt idx="3013">
                  <c:v>45127</c:v>
                </c:pt>
                <c:pt idx="3014">
                  <c:v>45128</c:v>
                </c:pt>
                <c:pt idx="3015">
                  <c:v>45131</c:v>
                </c:pt>
                <c:pt idx="3016">
                  <c:v>45132</c:v>
                </c:pt>
                <c:pt idx="3017">
                  <c:v>45133</c:v>
                </c:pt>
                <c:pt idx="3018">
                  <c:v>45134</c:v>
                </c:pt>
                <c:pt idx="3019">
                  <c:v>45135</c:v>
                </c:pt>
                <c:pt idx="3020">
                  <c:v>45138</c:v>
                </c:pt>
                <c:pt idx="3021">
                  <c:v>45139</c:v>
                </c:pt>
                <c:pt idx="3022">
                  <c:v>45140</c:v>
                </c:pt>
                <c:pt idx="3023">
                  <c:v>45141</c:v>
                </c:pt>
                <c:pt idx="3024">
                  <c:v>45142</c:v>
                </c:pt>
                <c:pt idx="3025">
                  <c:v>45145</c:v>
                </c:pt>
                <c:pt idx="3026">
                  <c:v>45146</c:v>
                </c:pt>
                <c:pt idx="3027">
                  <c:v>45147</c:v>
                </c:pt>
                <c:pt idx="3028">
                  <c:v>45148</c:v>
                </c:pt>
                <c:pt idx="3029">
                  <c:v>45149</c:v>
                </c:pt>
                <c:pt idx="3030">
                  <c:v>45152</c:v>
                </c:pt>
                <c:pt idx="3031">
                  <c:v>45153</c:v>
                </c:pt>
                <c:pt idx="3032">
                  <c:v>45154</c:v>
                </c:pt>
                <c:pt idx="3033">
                  <c:v>45155</c:v>
                </c:pt>
                <c:pt idx="3034">
                  <c:v>45156</c:v>
                </c:pt>
                <c:pt idx="3035">
                  <c:v>45159</c:v>
                </c:pt>
                <c:pt idx="3036">
                  <c:v>45160</c:v>
                </c:pt>
                <c:pt idx="3037">
                  <c:v>45161</c:v>
                </c:pt>
                <c:pt idx="3038">
                  <c:v>45162</c:v>
                </c:pt>
                <c:pt idx="3039">
                  <c:v>45163</c:v>
                </c:pt>
                <c:pt idx="3040">
                  <c:v>45166</c:v>
                </c:pt>
                <c:pt idx="3041">
                  <c:v>45167</c:v>
                </c:pt>
                <c:pt idx="3042">
                  <c:v>45168</c:v>
                </c:pt>
                <c:pt idx="3043">
                  <c:v>45169</c:v>
                </c:pt>
                <c:pt idx="3044">
                  <c:v>45170</c:v>
                </c:pt>
                <c:pt idx="3045">
                  <c:v>45173</c:v>
                </c:pt>
                <c:pt idx="3046">
                  <c:v>45174</c:v>
                </c:pt>
                <c:pt idx="3047">
                  <c:v>45175</c:v>
                </c:pt>
                <c:pt idx="3048">
                  <c:v>45176</c:v>
                </c:pt>
                <c:pt idx="3049">
                  <c:v>45177</c:v>
                </c:pt>
                <c:pt idx="3050">
                  <c:v>45180</c:v>
                </c:pt>
                <c:pt idx="3051">
                  <c:v>45181</c:v>
                </c:pt>
                <c:pt idx="3052">
                  <c:v>45182</c:v>
                </c:pt>
                <c:pt idx="3053">
                  <c:v>45183</c:v>
                </c:pt>
                <c:pt idx="3054">
                  <c:v>45184</c:v>
                </c:pt>
                <c:pt idx="3055">
                  <c:v>45187</c:v>
                </c:pt>
                <c:pt idx="3056">
                  <c:v>45188</c:v>
                </c:pt>
                <c:pt idx="3057">
                  <c:v>45189</c:v>
                </c:pt>
                <c:pt idx="3058">
                  <c:v>45190</c:v>
                </c:pt>
                <c:pt idx="3059">
                  <c:v>45191</c:v>
                </c:pt>
                <c:pt idx="3060">
                  <c:v>45194</c:v>
                </c:pt>
                <c:pt idx="3061">
                  <c:v>45195</c:v>
                </c:pt>
                <c:pt idx="3062">
                  <c:v>45196</c:v>
                </c:pt>
                <c:pt idx="3063">
                  <c:v>45197</c:v>
                </c:pt>
                <c:pt idx="3064">
                  <c:v>45198</c:v>
                </c:pt>
                <c:pt idx="3065">
                  <c:v>45201</c:v>
                </c:pt>
                <c:pt idx="3066">
                  <c:v>45202</c:v>
                </c:pt>
                <c:pt idx="3067">
                  <c:v>45203</c:v>
                </c:pt>
                <c:pt idx="3068">
                  <c:v>45204</c:v>
                </c:pt>
                <c:pt idx="3069">
                  <c:v>45205</c:v>
                </c:pt>
                <c:pt idx="3070">
                  <c:v>45208</c:v>
                </c:pt>
                <c:pt idx="3071">
                  <c:v>45209</c:v>
                </c:pt>
                <c:pt idx="3072">
                  <c:v>45210</c:v>
                </c:pt>
                <c:pt idx="3073">
                  <c:v>45211</c:v>
                </c:pt>
                <c:pt idx="3074">
                  <c:v>45212</c:v>
                </c:pt>
                <c:pt idx="3075">
                  <c:v>45215</c:v>
                </c:pt>
                <c:pt idx="3076">
                  <c:v>45216</c:v>
                </c:pt>
                <c:pt idx="3077">
                  <c:v>45217</c:v>
                </c:pt>
                <c:pt idx="3078">
                  <c:v>45218</c:v>
                </c:pt>
                <c:pt idx="3079">
                  <c:v>45219</c:v>
                </c:pt>
                <c:pt idx="3080">
                  <c:v>45222</c:v>
                </c:pt>
                <c:pt idx="3081">
                  <c:v>45223</c:v>
                </c:pt>
                <c:pt idx="3082">
                  <c:v>45224</c:v>
                </c:pt>
                <c:pt idx="3083">
                  <c:v>45225</c:v>
                </c:pt>
                <c:pt idx="3084">
                  <c:v>45226</c:v>
                </c:pt>
                <c:pt idx="3085">
                  <c:v>45229</c:v>
                </c:pt>
                <c:pt idx="3086">
                  <c:v>45230</c:v>
                </c:pt>
                <c:pt idx="3087">
                  <c:v>45231</c:v>
                </c:pt>
                <c:pt idx="3088">
                  <c:v>45232</c:v>
                </c:pt>
                <c:pt idx="3089">
                  <c:v>45233</c:v>
                </c:pt>
                <c:pt idx="3090">
                  <c:v>45236</c:v>
                </c:pt>
                <c:pt idx="3091">
                  <c:v>45237</c:v>
                </c:pt>
                <c:pt idx="3092">
                  <c:v>45238</c:v>
                </c:pt>
                <c:pt idx="3093">
                  <c:v>45239</c:v>
                </c:pt>
                <c:pt idx="3094">
                  <c:v>45240</c:v>
                </c:pt>
                <c:pt idx="3095">
                  <c:v>45243</c:v>
                </c:pt>
                <c:pt idx="3096">
                  <c:v>45244</c:v>
                </c:pt>
                <c:pt idx="3097">
                  <c:v>45245</c:v>
                </c:pt>
                <c:pt idx="3098">
                  <c:v>45246</c:v>
                </c:pt>
                <c:pt idx="3099">
                  <c:v>45247</c:v>
                </c:pt>
                <c:pt idx="3100">
                  <c:v>45250</c:v>
                </c:pt>
                <c:pt idx="3101">
                  <c:v>45251</c:v>
                </c:pt>
                <c:pt idx="3102">
                  <c:v>45252</c:v>
                </c:pt>
                <c:pt idx="3103">
                  <c:v>45253</c:v>
                </c:pt>
                <c:pt idx="3104">
                  <c:v>45254</c:v>
                </c:pt>
                <c:pt idx="3105">
                  <c:v>45257</c:v>
                </c:pt>
                <c:pt idx="3106">
                  <c:v>45258</c:v>
                </c:pt>
                <c:pt idx="3107">
                  <c:v>45259</c:v>
                </c:pt>
                <c:pt idx="3108">
                  <c:v>45260</c:v>
                </c:pt>
                <c:pt idx="3109">
                  <c:v>45261</c:v>
                </c:pt>
                <c:pt idx="3110">
                  <c:v>45264</c:v>
                </c:pt>
                <c:pt idx="3111">
                  <c:v>45265</c:v>
                </c:pt>
                <c:pt idx="3112">
                  <c:v>45266</c:v>
                </c:pt>
                <c:pt idx="3113">
                  <c:v>45267</c:v>
                </c:pt>
                <c:pt idx="3114">
                  <c:v>45268</c:v>
                </c:pt>
                <c:pt idx="3115">
                  <c:v>45271</c:v>
                </c:pt>
                <c:pt idx="3116">
                  <c:v>45272</c:v>
                </c:pt>
                <c:pt idx="3117">
                  <c:v>45273</c:v>
                </c:pt>
                <c:pt idx="3118">
                  <c:v>45274</c:v>
                </c:pt>
                <c:pt idx="3119">
                  <c:v>45275</c:v>
                </c:pt>
                <c:pt idx="3120">
                  <c:v>45278</c:v>
                </c:pt>
                <c:pt idx="3121">
                  <c:v>45279</c:v>
                </c:pt>
                <c:pt idx="3122">
                  <c:v>45280</c:v>
                </c:pt>
                <c:pt idx="3123">
                  <c:v>45281</c:v>
                </c:pt>
                <c:pt idx="3124">
                  <c:v>45282</c:v>
                </c:pt>
                <c:pt idx="3125">
                  <c:v>45285</c:v>
                </c:pt>
                <c:pt idx="3126">
                  <c:v>45286</c:v>
                </c:pt>
                <c:pt idx="3127">
                  <c:v>45287</c:v>
                </c:pt>
                <c:pt idx="3128">
                  <c:v>45288</c:v>
                </c:pt>
                <c:pt idx="3129">
                  <c:v>45289</c:v>
                </c:pt>
                <c:pt idx="3130">
                  <c:v>45292</c:v>
                </c:pt>
                <c:pt idx="3131">
                  <c:v>45293</c:v>
                </c:pt>
                <c:pt idx="3132">
                  <c:v>45294</c:v>
                </c:pt>
                <c:pt idx="3133">
                  <c:v>45295</c:v>
                </c:pt>
                <c:pt idx="3134">
                  <c:v>45296</c:v>
                </c:pt>
                <c:pt idx="3135">
                  <c:v>45299</c:v>
                </c:pt>
                <c:pt idx="3136">
                  <c:v>45300</c:v>
                </c:pt>
                <c:pt idx="3137">
                  <c:v>45301</c:v>
                </c:pt>
                <c:pt idx="3138">
                  <c:v>45302</c:v>
                </c:pt>
                <c:pt idx="3139">
                  <c:v>45303</c:v>
                </c:pt>
                <c:pt idx="3140">
                  <c:v>45306</c:v>
                </c:pt>
                <c:pt idx="3141">
                  <c:v>45307</c:v>
                </c:pt>
                <c:pt idx="3142">
                  <c:v>45308</c:v>
                </c:pt>
                <c:pt idx="3143">
                  <c:v>45309</c:v>
                </c:pt>
                <c:pt idx="3144">
                  <c:v>45310</c:v>
                </c:pt>
                <c:pt idx="3145">
                  <c:v>45313</c:v>
                </c:pt>
                <c:pt idx="3146">
                  <c:v>45314</c:v>
                </c:pt>
                <c:pt idx="3147">
                  <c:v>45315</c:v>
                </c:pt>
                <c:pt idx="3148">
                  <c:v>45316</c:v>
                </c:pt>
                <c:pt idx="3149">
                  <c:v>45317</c:v>
                </c:pt>
                <c:pt idx="3150">
                  <c:v>45320</c:v>
                </c:pt>
                <c:pt idx="3151">
                  <c:v>45321</c:v>
                </c:pt>
                <c:pt idx="3152">
                  <c:v>45322</c:v>
                </c:pt>
                <c:pt idx="3153">
                  <c:v>45323</c:v>
                </c:pt>
                <c:pt idx="3154">
                  <c:v>45324</c:v>
                </c:pt>
                <c:pt idx="3155">
                  <c:v>45327</c:v>
                </c:pt>
                <c:pt idx="3156">
                  <c:v>45328</c:v>
                </c:pt>
                <c:pt idx="3157">
                  <c:v>45329</c:v>
                </c:pt>
                <c:pt idx="3158">
                  <c:v>45330</c:v>
                </c:pt>
                <c:pt idx="3159">
                  <c:v>45331</c:v>
                </c:pt>
                <c:pt idx="3160">
                  <c:v>45334</c:v>
                </c:pt>
                <c:pt idx="3161">
                  <c:v>45335</c:v>
                </c:pt>
                <c:pt idx="3162">
                  <c:v>45336</c:v>
                </c:pt>
                <c:pt idx="3163">
                  <c:v>45337</c:v>
                </c:pt>
                <c:pt idx="3164">
                  <c:v>45338</c:v>
                </c:pt>
                <c:pt idx="3165">
                  <c:v>45341</c:v>
                </c:pt>
                <c:pt idx="3166">
                  <c:v>45342</c:v>
                </c:pt>
                <c:pt idx="3167">
                  <c:v>45343</c:v>
                </c:pt>
                <c:pt idx="3168">
                  <c:v>45344</c:v>
                </c:pt>
                <c:pt idx="3169">
                  <c:v>45345</c:v>
                </c:pt>
                <c:pt idx="3170">
                  <c:v>45348</c:v>
                </c:pt>
                <c:pt idx="3171">
                  <c:v>45349</c:v>
                </c:pt>
                <c:pt idx="3172">
                  <c:v>45350</c:v>
                </c:pt>
                <c:pt idx="3173">
                  <c:v>45351</c:v>
                </c:pt>
                <c:pt idx="3174">
                  <c:v>45352</c:v>
                </c:pt>
                <c:pt idx="3175">
                  <c:v>45355</c:v>
                </c:pt>
                <c:pt idx="3176">
                  <c:v>45356</c:v>
                </c:pt>
                <c:pt idx="3177">
                  <c:v>45357</c:v>
                </c:pt>
                <c:pt idx="3178">
                  <c:v>45358</c:v>
                </c:pt>
                <c:pt idx="3179">
                  <c:v>45359</c:v>
                </c:pt>
                <c:pt idx="3180">
                  <c:v>45362</c:v>
                </c:pt>
                <c:pt idx="3181">
                  <c:v>45363</c:v>
                </c:pt>
                <c:pt idx="3182">
                  <c:v>45364</c:v>
                </c:pt>
                <c:pt idx="3183">
                  <c:v>45365</c:v>
                </c:pt>
                <c:pt idx="3184">
                  <c:v>45366</c:v>
                </c:pt>
                <c:pt idx="3185">
                  <c:v>45369</c:v>
                </c:pt>
                <c:pt idx="3186">
                  <c:v>45370</c:v>
                </c:pt>
                <c:pt idx="3187">
                  <c:v>45371</c:v>
                </c:pt>
                <c:pt idx="3188">
                  <c:v>45372</c:v>
                </c:pt>
                <c:pt idx="3189">
                  <c:v>45373</c:v>
                </c:pt>
                <c:pt idx="3190">
                  <c:v>45376</c:v>
                </c:pt>
                <c:pt idx="3191">
                  <c:v>45377</c:v>
                </c:pt>
                <c:pt idx="3192">
                  <c:v>45378</c:v>
                </c:pt>
                <c:pt idx="3193">
                  <c:v>45379</c:v>
                </c:pt>
                <c:pt idx="3194">
                  <c:v>45380</c:v>
                </c:pt>
                <c:pt idx="3195">
                  <c:v>45383</c:v>
                </c:pt>
                <c:pt idx="3196">
                  <c:v>45384</c:v>
                </c:pt>
                <c:pt idx="3197">
                  <c:v>45385</c:v>
                </c:pt>
                <c:pt idx="3198">
                  <c:v>45386</c:v>
                </c:pt>
                <c:pt idx="3199">
                  <c:v>45387</c:v>
                </c:pt>
                <c:pt idx="3200">
                  <c:v>45390</c:v>
                </c:pt>
                <c:pt idx="3201">
                  <c:v>45391</c:v>
                </c:pt>
                <c:pt idx="3202">
                  <c:v>45392</c:v>
                </c:pt>
                <c:pt idx="3203">
                  <c:v>45393</c:v>
                </c:pt>
                <c:pt idx="3204">
                  <c:v>45394</c:v>
                </c:pt>
                <c:pt idx="3205">
                  <c:v>45397</c:v>
                </c:pt>
                <c:pt idx="3206">
                  <c:v>45398</c:v>
                </c:pt>
                <c:pt idx="3207">
                  <c:v>45399</c:v>
                </c:pt>
                <c:pt idx="3208">
                  <c:v>45400</c:v>
                </c:pt>
                <c:pt idx="3209">
                  <c:v>45401</c:v>
                </c:pt>
                <c:pt idx="3210">
                  <c:v>45404</c:v>
                </c:pt>
                <c:pt idx="3211">
                  <c:v>45405</c:v>
                </c:pt>
                <c:pt idx="3212">
                  <c:v>45406</c:v>
                </c:pt>
                <c:pt idx="3213">
                  <c:v>45407</c:v>
                </c:pt>
                <c:pt idx="3214">
                  <c:v>45408</c:v>
                </c:pt>
                <c:pt idx="3215">
                  <c:v>45411</c:v>
                </c:pt>
                <c:pt idx="3216">
                  <c:v>45412</c:v>
                </c:pt>
                <c:pt idx="3217">
                  <c:v>45413</c:v>
                </c:pt>
                <c:pt idx="3218">
                  <c:v>45414</c:v>
                </c:pt>
                <c:pt idx="3219">
                  <c:v>45415</c:v>
                </c:pt>
                <c:pt idx="3220">
                  <c:v>45418</c:v>
                </c:pt>
                <c:pt idx="3221">
                  <c:v>45419</c:v>
                </c:pt>
                <c:pt idx="3222">
                  <c:v>45420</c:v>
                </c:pt>
                <c:pt idx="3223">
                  <c:v>45421</c:v>
                </c:pt>
                <c:pt idx="3224">
                  <c:v>45422</c:v>
                </c:pt>
                <c:pt idx="3225">
                  <c:v>45425</c:v>
                </c:pt>
                <c:pt idx="3226">
                  <c:v>45426</c:v>
                </c:pt>
                <c:pt idx="3227">
                  <c:v>45427</c:v>
                </c:pt>
                <c:pt idx="3228">
                  <c:v>45428</c:v>
                </c:pt>
                <c:pt idx="3229">
                  <c:v>45429</c:v>
                </c:pt>
                <c:pt idx="3230">
                  <c:v>45432</c:v>
                </c:pt>
                <c:pt idx="3231">
                  <c:v>45433</c:v>
                </c:pt>
                <c:pt idx="3232">
                  <c:v>45434</c:v>
                </c:pt>
                <c:pt idx="3233">
                  <c:v>45435</c:v>
                </c:pt>
                <c:pt idx="3234">
                  <c:v>45436</c:v>
                </c:pt>
                <c:pt idx="3235">
                  <c:v>45439</c:v>
                </c:pt>
                <c:pt idx="3236">
                  <c:v>45440</c:v>
                </c:pt>
                <c:pt idx="3237">
                  <c:v>45441</c:v>
                </c:pt>
                <c:pt idx="3238">
                  <c:v>45442</c:v>
                </c:pt>
                <c:pt idx="3239">
                  <c:v>45443</c:v>
                </c:pt>
                <c:pt idx="3240">
                  <c:v>45446</c:v>
                </c:pt>
                <c:pt idx="3241">
                  <c:v>45447</c:v>
                </c:pt>
                <c:pt idx="3242">
                  <c:v>45448</c:v>
                </c:pt>
                <c:pt idx="3243">
                  <c:v>45449</c:v>
                </c:pt>
                <c:pt idx="3244">
                  <c:v>45450</c:v>
                </c:pt>
                <c:pt idx="3245">
                  <c:v>45453</c:v>
                </c:pt>
                <c:pt idx="3246">
                  <c:v>45454</c:v>
                </c:pt>
                <c:pt idx="3247">
                  <c:v>45455</c:v>
                </c:pt>
                <c:pt idx="3248">
                  <c:v>45456</c:v>
                </c:pt>
                <c:pt idx="3249">
                  <c:v>45457</c:v>
                </c:pt>
                <c:pt idx="3250">
                  <c:v>45460</c:v>
                </c:pt>
                <c:pt idx="3251">
                  <c:v>45461</c:v>
                </c:pt>
                <c:pt idx="3252">
                  <c:v>45462</c:v>
                </c:pt>
                <c:pt idx="3253">
                  <c:v>45463</c:v>
                </c:pt>
                <c:pt idx="3254">
                  <c:v>45464</c:v>
                </c:pt>
                <c:pt idx="3255">
                  <c:v>45467</c:v>
                </c:pt>
                <c:pt idx="3256">
                  <c:v>45468</c:v>
                </c:pt>
                <c:pt idx="3257">
                  <c:v>45469</c:v>
                </c:pt>
                <c:pt idx="3258">
                  <c:v>45470</c:v>
                </c:pt>
                <c:pt idx="3259">
                  <c:v>45471</c:v>
                </c:pt>
                <c:pt idx="3260">
                  <c:v>45474</c:v>
                </c:pt>
                <c:pt idx="3261">
                  <c:v>45475</c:v>
                </c:pt>
                <c:pt idx="3262">
                  <c:v>45476</c:v>
                </c:pt>
                <c:pt idx="3263">
                  <c:v>45477</c:v>
                </c:pt>
                <c:pt idx="3264">
                  <c:v>45478</c:v>
                </c:pt>
                <c:pt idx="3265">
                  <c:v>45481</c:v>
                </c:pt>
                <c:pt idx="3266">
                  <c:v>45482</c:v>
                </c:pt>
                <c:pt idx="3267">
                  <c:v>45483</c:v>
                </c:pt>
                <c:pt idx="3268">
                  <c:v>45484</c:v>
                </c:pt>
                <c:pt idx="3269">
                  <c:v>45485</c:v>
                </c:pt>
                <c:pt idx="3270">
                  <c:v>45488</c:v>
                </c:pt>
                <c:pt idx="3271">
                  <c:v>45489</c:v>
                </c:pt>
                <c:pt idx="3272">
                  <c:v>45490</c:v>
                </c:pt>
                <c:pt idx="3273">
                  <c:v>45491</c:v>
                </c:pt>
                <c:pt idx="3274">
                  <c:v>45492</c:v>
                </c:pt>
                <c:pt idx="3275">
                  <c:v>45495</c:v>
                </c:pt>
                <c:pt idx="3276">
                  <c:v>45496</c:v>
                </c:pt>
                <c:pt idx="3277">
                  <c:v>45497</c:v>
                </c:pt>
                <c:pt idx="3278">
                  <c:v>45498</c:v>
                </c:pt>
                <c:pt idx="3279">
                  <c:v>45499</c:v>
                </c:pt>
                <c:pt idx="3280">
                  <c:v>45502</c:v>
                </c:pt>
                <c:pt idx="3281">
                  <c:v>45503</c:v>
                </c:pt>
                <c:pt idx="3282">
                  <c:v>45504</c:v>
                </c:pt>
                <c:pt idx="3283">
                  <c:v>45505</c:v>
                </c:pt>
                <c:pt idx="3284">
                  <c:v>45506</c:v>
                </c:pt>
                <c:pt idx="3285">
                  <c:v>45509</c:v>
                </c:pt>
                <c:pt idx="3286">
                  <c:v>45510</c:v>
                </c:pt>
                <c:pt idx="3287">
                  <c:v>45511</c:v>
                </c:pt>
                <c:pt idx="3288">
                  <c:v>45512</c:v>
                </c:pt>
                <c:pt idx="3289">
                  <c:v>45513</c:v>
                </c:pt>
                <c:pt idx="3290">
                  <c:v>45516</c:v>
                </c:pt>
                <c:pt idx="3291">
                  <c:v>45517</c:v>
                </c:pt>
                <c:pt idx="3292">
                  <c:v>45518</c:v>
                </c:pt>
                <c:pt idx="3293">
                  <c:v>45519</c:v>
                </c:pt>
                <c:pt idx="3294">
                  <c:v>45520</c:v>
                </c:pt>
                <c:pt idx="3295">
                  <c:v>45523</c:v>
                </c:pt>
                <c:pt idx="3296">
                  <c:v>45524</c:v>
                </c:pt>
                <c:pt idx="3297">
                  <c:v>45525</c:v>
                </c:pt>
                <c:pt idx="3298">
                  <c:v>45526</c:v>
                </c:pt>
                <c:pt idx="3299">
                  <c:v>45527</c:v>
                </c:pt>
                <c:pt idx="3300">
                  <c:v>45530</c:v>
                </c:pt>
                <c:pt idx="3301">
                  <c:v>45531</c:v>
                </c:pt>
                <c:pt idx="3302">
                  <c:v>45532</c:v>
                </c:pt>
                <c:pt idx="3303">
                  <c:v>45533</c:v>
                </c:pt>
                <c:pt idx="3304">
                  <c:v>45534</c:v>
                </c:pt>
                <c:pt idx="3305">
                  <c:v>45537</c:v>
                </c:pt>
                <c:pt idx="3306">
                  <c:v>45538</c:v>
                </c:pt>
                <c:pt idx="3307">
                  <c:v>45539</c:v>
                </c:pt>
                <c:pt idx="3308">
                  <c:v>45540</c:v>
                </c:pt>
                <c:pt idx="3309">
                  <c:v>45541</c:v>
                </c:pt>
                <c:pt idx="3310">
                  <c:v>45544</c:v>
                </c:pt>
                <c:pt idx="3311">
                  <c:v>45545</c:v>
                </c:pt>
                <c:pt idx="3312">
                  <c:v>45546</c:v>
                </c:pt>
                <c:pt idx="3313">
                  <c:v>45547</c:v>
                </c:pt>
                <c:pt idx="3314">
                  <c:v>45548</c:v>
                </c:pt>
                <c:pt idx="3315">
                  <c:v>45551</c:v>
                </c:pt>
                <c:pt idx="3316">
                  <c:v>45552</c:v>
                </c:pt>
                <c:pt idx="3317">
                  <c:v>45553</c:v>
                </c:pt>
                <c:pt idx="3318">
                  <c:v>45554</c:v>
                </c:pt>
                <c:pt idx="3319">
                  <c:v>45555</c:v>
                </c:pt>
                <c:pt idx="3320">
                  <c:v>45558</c:v>
                </c:pt>
                <c:pt idx="3321">
                  <c:v>45559</c:v>
                </c:pt>
                <c:pt idx="3322">
                  <c:v>45560</c:v>
                </c:pt>
                <c:pt idx="3323">
                  <c:v>45561</c:v>
                </c:pt>
                <c:pt idx="3324">
                  <c:v>45562</c:v>
                </c:pt>
                <c:pt idx="3325">
                  <c:v>45565</c:v>
                </c:pt>
                <c:pt idx="3326">
                  <c:v>45566</c:v>
                </c:pt>
                <c:pt idx="3327">
                  <c:v>45567</c:v>
                </c:pt>
                <c:pt idx="3328">
                  <c:v>45568</c:v>
                </c:pt>
                <c:pt idx="3329">
                  <c:v>45569</c:v>
                </c:pt>
                <c:pt idx="3330">
                  <c:v>45572</c:v>
                </c:pt>
                <c:pt idx="3331">
                  <c:v>45573</c:v>
                </c:pt>
                <c:pt idx="3332">
                  <c:v>45574</c:v>
                </c:pt>
                <c:pt idx="3333">
                  <c:v>45575</c:v>
                </c:pt>
                <c:pt idx="3334">
                  <c:v>45576</c:v>
                </c:pt>
                <c:pt idx="3335">
                  <c:v>45579</c:v>
                </c:pt>
                <c:pt idx="3336">
                  <c:v>45580</c:v>
                </c:pt>
                <c:pt idx="3337">
                  <c:v>45581</c:v>
                </c:pt>
                <c:pt idx="3338">
                  <c:v>45582</c:v>
                </c:pt>
                <c:pt idx="3339">
                  <c:v>45583</c:v>
                </c:pt>
                <c:pt idx="3340">
                  <c:v>45586</c:v>
                </c:pt>
                <c:pt idx="3341">
                  <c:v>45587</c:v>
                </c:pt>
                <c:pt idx="3342">
                  <c:v>45588</c:v>
                </c:pt>
                <c:pt idx="3343">
                  <c:v>45589</c:v>
                </c:pt>
                <c:pt idx="3344">
                  <c:v>45590</c:v>
                </c:pt>
                <c:pt idx="3345">
                  <c:v>45593</c:v>
                </c:pt>
                <c:pt idx="3346">
                  <c:v>45594</c:v>
                </c:pt>
                <c:pt idx="3347">
                  <c:v>45595</c:v>
                </c:pt>
                <c:pt idx="3348">
                  <c:v>45596</c:v>
                </c:pt>
                <c:pt idx="3349">
                  <c:v>45597</c:v>
                </c:pt>
                <c:pt idx="3350">
                  <c:v>45600</c:v>
                </c:pt>
                <c:pt idx="3351">
                  <c:v>45601</c:v>
                </c:pt>
                <c:pt idx="3352">
                  <c:v>45602</c:v>
                </c:pt>
                <c:pt idx="3353">
                  <c:v>45603</c:v>
                </c:pt>
                <c:pt idx="3354">
                  <c:v>45604</c:v>
                </c:pt>
                <c:pt idx="3355">
                  <c:v>45607</c:v>
                </c:pt>
                <c:pt idx="3356">
                  <c:v>45608</c:v>
                </c:pt>
                <c:pt idx="3357">
                  <c:v>45609</c:v>
                </c:pt>
                <c:pt idx="3358">
                  <c:v>45610</c:v>
                </c:pt>
                <c:pt idx="3359">
                  <c:v>45611</c:v>
                </c:pt>
                <c:pt idx="3360">
                  <c:v>45614</c:v>
                </c:pt>
                <c:pt idx="3361">
                  <c:v>45615</c:v>
                </c:pt>
                <c:pt idx="3362">
                  <c:v>45616</c:v>
                </c:pt>
                <c:pt idx="3363">
                  <c:v>45617</c:v>
                </c:pt>
                <c:pt idx="3364">
                  <c:v>45618</c:v>
                </c:pt>
                <c:pt idx="3365">
                  <c:v>45621</c:v>
                </c:pt>
                <c:pt idx="3366">
                  <c:v>45622</c:v>
                </c:pt>
                <c:pt idx="3367">
                  <c:v>45623</c:v>
                </c:pt>
                <c:pt idx="3368">
                  <c:v>45624</c:v>
                </c:pt>
                <c:pt idx="3369">
                  <c:v>45625</c:v>
                </c:pt>
                <c:pt idx="3370">
                  <c:v>45628</c:v>
                </c:pt>
                <c:pt idx="3371">
                  <c:v>45629</c:v>
                </c:pt>
                <c:pt idx="3372">
                  <c:v>45630</c:v>
                </c:pt>
                <c:pt idx="3373">
                  <c:v>45631</c:v>
                </c:pt>
                <c:pt idx="3374">
                  <c:v>45632</c:v>
                </c:pt>
                <c:pt idx="3375">
                  <c:v>45635</c:v>
                </c:pt>
                <c:pt idx="3376">
                  <c:v>45636</c:v>
                </c:pt>
                <c:pt idx="3377">
                  <c:v>45637</c:v>
                </c:pt>
                <c:pt idx="3378">
                  <c:v>45638</c:v>
                </c:pt>
                <c:pt idx="3379">
                  <c:v>45639</c:v>
                </c:pt>
                <c:pt idx="3380">
                  <c:v>45642</c:v>
                </c:pt>
                <c:pt idx="3381">
                  <c:v>45643</c:v>
                </c:pt>
                <c:pt idx="3382">
                  <c:v>45644</c:v>
                </c:pt>
                <c:pt idx="3383">
                  <c:v>45645</c:v>
                </c:pt>
                <c:pt idx="3384">
                  <c:v>45646</c:v>
                </c:pt>
                <c:pt idx="3385">
                  <c:v>45649</c:v>
                </c:pt>
                <c:pt idx="3386">
                  <c:v>45650</c:v>
                </c:pt>
                <c:pt idx="3387">
                  <c:v>45651</c:v>
                </c:pt>
                <c:pt idx="3388">
                  <c:v>45652</c:v>
                </c:pt>
                <c:pt idx="3389">
                  <c:v>45653</c:v>
                </c:pt>
                <c:pt idx="3390">
                  <c:v>45656</c:v>
                </c:pt>
                <c:pt idx="3391">
                  <c:v>45657</c:v>
                </c:pt>
                <c:pt idx="3392">
                  <c:v>45658</c:v>
                </c:pt>
                <c:pt idx="3393">
                  <c:v>45659</c:v>
                </c:pt>
                <c:pt idx="3394">
                  <c:v>45660</c:v>
                </c:pt>
                <c:pt idx="3395">
                  <c:v>45663</c:v>
                </c:pt>
                <c:pt idx="3396">
                  <c:v>45664</c:v>
                </c:pt>
                <c:pt idx="3397">
                  <c:v>45665</c:v>
                </c:pt>
                <c:pt idx="3398">
                  <c:v>45666</c:v>
                </c:pt>
                <c:pt idx="3399">
                  <c:v>45667</c:v>
                </c:pt>
                <c:pt idx="3400">
                  <c:v>45670</c:v>
                </c:pt>
                <c:pt idx="3401">
                  <c:v>45671</c:v>
                </c:pt>
                <c:pt idx="3402">
                  <c:v>45672</c:v>
                </c:pt>
                <c:pt idx="3403">
                  <c:v>45673</c:v>
                </c:pt>
                <c:pt idx="3404">
                  <c:v>45674</c:v>
                </c:pt>
                <c:pt idx="3405">
                  <c:v>45677</c:v>
                </c:pt>
                <c:pt idx="3406">
                  <c:v>45678</c:v>
                </c:pt>
                <c:pt idx="3407">
                  <c:v>45679</c:v>
                </c:pt>
                <c:pt idx="3408">
                  <c:v>45680</c:v>
                </c:pt>
                <c:pt idx="3409">
                  <c:v>45681</c:v>
                </c:pt>
                <c:pt idx="3410">
                  <c:v>45684</c:v>
                </c:pt>
                <c:pt idx="3411">
                  <c:v>45685</c:v>
                </c:pt>
                <c:pt idx="3412">
                  <c:v>45686</c:v>
                </c:pt>
                <c:pt idx="3413">
                  <c:v>45687</c:v>
                </c:pt>
                <c:pt idx="3414">
                  <c:v>45688</c:v>
                </c:pt>
                <c:pt idx="3415">
                  <c:v>45691</c:v>
                </c:pt>
                <c:pt idx="3416">
                  <c:v>45692</c:v>
                </c:pt>
                <c:pt idx="3417">
                  <c:v>45693</c:v>
                </c:pt>
                <c:pt idx="3418">
                  <c:v>45694</c:v>
                </c:pt>
                <c:pt idx="3419">
                  <c:v>45695</c:v>
                </c:pt>
                <c:pt idx="3420">
                  <c:v>45698</c:v>
                </c:pt>
                <c:pt idx="3421">
                  <c:v>45699</c:v>
                </c:pt>
                <c:pt idx="3422">
                  <c:v>45700</c:v>
                </c:pt>
                <c:pt idx="3423">
                  <c:v>45701</c:v>
                </c:pt>
                <c:pt idx="3424">
                  <c:v>45702</c:v>
                </c:pt>
                <c:pt idx="3425">
                  <c:v>45705</c:v>
                </c:pt>
                <c:pt idx="3426">
                  <c:v>45706</c:v>
                </c:pt>
                <c:pt idx="3427">
                  <c:v>45707</c:v>
                </c:pt>
                <c:pt idx="3428">
                  <c:v>45708</c:v>
                </c:pt>
                <c:pt idx="3429">
                  <c:v>45709</c:v>
                </c:pt>
                <c:pt idx="3430">
                  <c:v>45712</c:v>
                </c:pt>
                <c:pt idx="3431">
                  <c:v>45713</c:v>
                </c:pt>
                <c:pt idx="3432">
                  <c:v>45714</c:v>
                </c:pt>
                <c:pt idx="3433">
                  <c:v>45715</c:v>
                </c:pt>
                <c:pt idx="3434">
                  <c:v>45716</c:v>
                </c:pt>
                <c:pt idx="3435">
                  <c:v>45719</c:v>
                </c:pt>
                <c:pt idx="3436">
                  <c:v>45720</c:v>
                </c:pt>
                <c:pt idx="3437">
                  <c:v>45721</c:v>
                </c:pt>
                <c:pt idx="3438">
                  <c:v>45722</c:v>
                </c:pt>
                <c:pt idx="3439">
                  <c:v>45723</c:v>
                </c:pt>
                <c:pt idx="3440">
                  <c:v>45726</c:v>
                </c:pt>
                <c:pt idx="3441">
                  <c:v>45727</c:v>
                </c:pt>
                <c:pt idx="3442">
                  <c:v>45728</c:v>
                </c:pt>
                <c:pt idx="3443">
                  <c:v>45729</c:v>
                </c:pt>
                <c:pt idx="3444">
                  <c:v>45730</c:v>
                </c:pt>
                <c:pt idx="3445">
                  <c:v>45733</c:v>
                </c:pt>
                <c:pt idx="3446">
                  <c:v>45734</c:v>
                </c:pt>
                <c:pt idx="3447">
                  <c:v>45735</c:v>
                </c:pt>
                <c:pt idx="3448">
                  <c:v>45736</c:v>
                </c:pt>
                <c:pt idx="3449">
                  <c:v>45737</c:v>
                </c:pt>
                <c:pt idx="3450">
                  <c:v>45740</c:v>
                </c:pt>
                <c:pt idx="3451">
                  <c:v>45741</c:v>
                </c:pt>
                <c:pt idx="3452">
                  <c:v>45742</c:v>
                </c:pt>
                <c:pt idx="3453">
                  <c:v>45743</c:v>
                </c:pt>
                <c:pt idx="3454">
                  <c:v>45744</c:v>
                </c:pt>
                <c:pt idx="3455">
                  <c:v>45747</c:v>
                </c:pt>
                <c:pt idx="3456">
                  <c:v>45748</c:v>
                </c:pt>
                <c:pt idx="3457">
                  <c:v>45749</c:v>
                </c:pt>
                <c:pt idx="3458">
                  <c:v>45750</c:v>
                </c:pt>
                <c:pt idx="3459">
                  <c:v>45751</c:v>
                </c:pt>
                <c:pt idx="3460">
                  <c:v>45754</c:v>
                </c:pt>
                <c:pt idx="3461">
                  <c:v>45755</c:v>
                </c:pt>
                <c:pt idx="3462">
                  <c:v>45756</c:v>
                </c:pt>
                <c:pt idx="3463">
                  <c:v>45757</c:v>
                </c:pt>
                <c:pt idx="3464">
                  <c:v>45758</c:v>
                </c:pt>
                <c:pt idx="3465">
                  <c:v>45761</c:v>
                </c:pt>
                <c:pt idx="3466">
                  <c:v>45762</c:v>
                </c:pt>
                <c:pt idx="3467">
                  <c:v>45763</c:v>
                </c:pt>
                <c:pt idx="3468">
                  <c:v>45764</c:v>
                </c:pt>
                <c:pt idx="3469">
                  <c:v>45765</c:v>
                </c:pt>
                <c:pt idx="3470">
                  <c:v>45768</c:v>
                </c:pt>
                <c:pt idx="3471">
                  <c:v>45769</c:v>
                </c:pt>
                <c:pt idx="3472">
                  <c:v>45770</c:v>
                </c:pt>
                <c:pt idx="3473">
                  <c:v>45771</c:v>
                </c:pt>
                <c:pt idx="3474">
                  <c:v>45772</c:v>
                </c:pt>
                <c:pt idx="3475">
                  <c:v>45775</c:v>
                </c:pt>
                <c:pt idx="3476">
                  <c:v>45776</c:v>
                </c:pt>
                <c:pt idx="3477">
                  <c:v>45777</c:v>
                </c:pt>
                <c:pt idx="3478">
                  <c:v>45778</c:v>
                </c:pt>
                <c:pt idx="3479">
                  <c:v>45779</c:v>
                </c:pt>
                <c:pt idx="3480">
                  <c:v>45782</c:v>
                </c:pt>
                <c:pt idx="3481">
                  <c:v>45783</c:v>
                </c:pt>
                <c:pt idx="3482">
                  <c:v>45784</c:v>
                </c:pt>
                <c:pt idx="3483">
                  <c:v>45785</c:v>
                </c:pt>
                <c:pt idx="3484">
                  <c:v>45786</c:v>
                </c:pt>
                <c:pt idx="3485">
                  <c:v>45789</c:v>
                </c:pt>
                <c:pt idx="3486">
                  <c:v>45790</c:v>
                </c:pt>
                <c:pt idx="3487">
                  <c:v>45791</c:v>
                </c:pt>
                <c:pt idx="3488">
                  <c:v>45792</c:v>
                </c:pt>
                <c:pt idx="3489">
                  <c:v>45793</c:v>
                </c:pt>
                <c:pt idx="3490">
                  <c:v>45796</c:v>
                </c:pt>
                <c:pt idx="3491">
                  <c:v>45797</c:v>
                </c:pt>
                <c:pt idx="3492">
                  <c:v>45798</c:v>
                </c:pt>
                <c:pt idx="3493">
                  <c:v>45799</c:v>
                </c:pt>
                <c:pt idx="3494">
                  <c:v>45800</c:v>
                </c:pt>
                <c:pt idx="3495">
                  <c:v>45803</c:v>
                </c:pt>
                <c:pt idx="3496">
                  <c:v>45804</c:v>
                </c:pt>
                <c:pt idx="3497">
                  <c:v>45805</c:v>
                </c:pt>
                <c:pt idx="3498">
                  <c:v>45806</c:v>
                </c:pt>
                <c:pt idx="3499">
                  <c:v>45807</c:v>
                </c:pt>
                <c:pt idx="3500">
                  <c:v>45810</c:v>
                </c:pt>
                <c:pt idx="3501">
                  <c:v>45811</c:v>
                </c:pt>
                <c:pt idx="3502">
                  <c:v>45812</c:v>
                </c:pt>
                <c:pt idx="3503">
                  <c:v>45813</c:v>
                </c:pt>
                <c:pt idx="3504">
                  <c:v>45814</c:v>
                </c:pt>
                <c:pt idx="3505">
                  <c:v>45817</c:v>
                </c:pt>
                <c:pt idx="3506">
                  <c:v>45818</c:v>
                </c:pt>
                <c:pt idx="3507">
                  <c:v>45819</c:v>
                </c:pt>
                <c:pt idx="3508">
                  <c:v>45820</c:v>
                </c:pt>
                <c:pt idx="3509">
                  <c:v>45821</c:v>
                </c:pt>
                <c:pt idx="3510">
                  <c:v>45824</c:v>
                </c:pt>
                <c:pt idx="3511">
                  <c:v>45825</c:v>
                </c:pt>
                <c:pt idx="3512">
                  <c:v>45826</c:v>
                </c:pt>
                <c:pt idx="3513">
                  <c:v>45827</c:v>
                </c:pt>
                <c:pt idx="3514">
                  <c:v>45828</c:v>
                </c:pt>
                <c:pt idx="3515">
                  <c:v>45831</c:v>
                </c:pt>
                <c:pt idx="3516">
                  <c:v>45832</c:v>
                </c:pt>
                <c:pt idx="3517">
                  <c:v>45833</c:v>
                </c:pt>
                <c:pt idx="3518">
                  <c:v>45834</c:v>
                </c:pt>
                <c:pt idx="3519">
                  <c:v>45835</c:v>
                </c:pt>
                <c:pt idx="3520">
                  <c:v>45838</c:v>
                </c:pt>
                <c:pt idx="3521">
                  <c:v>45839</c:v>
                </c:pt>
                <c:pt idx="3522">
                  <c:v>45840</c:v>
                </c:pt>
                <c:pt idx="3523">
                  <c:v>45841</c:v>
                </c:pt>
                <c:pt idx="3524">
                  <c:v>45842</c:v>
                </c:pt>
                <c:pt idx="3525">
                  <c:v>45845</c:v>
                </c:pt>
                <c:pt idx="3526">
                  <c:v>45846</c:v>
                </c:pt>
                <c:pt idx="3527">
                  <c:v>45847</c:v>
                </c:pt>
                <c:pt idx="3528">
                  <c:v>45848</c:v>
                </c:pt>
                <c:pt idx="3529">
                  <c:v>45849</c:v>
                </c:pt>
                <c:pt idx="3530">
                  <c:v>45852</c:v>
                </c:pt>
                <c:pt idx="3531">
                  <c:v>45853</c:v>
                </c:pt>
                <c:pt idx="3532">
                  <c:v>45854</c:v>
                </c:pt>
                <c:pt idx="3533">
                  <c:v>45855</c:v>
                </c:pt>
                <c:pt idx="3534">
                  <c:v>45856</c:v>
                </c:pt>
                <c:pt idx="3535">
                  <c:v>45859</c:v>
                </c:pt>
                <c:pt idx="3536">
                  <c:v>45860</c:v>
                </c:pt>
                <c:pt idx="3537">
                  <c:v>45861</c:v>
                </c:pt>
                <c:pt idx="3538">
                  <c:v>45862</c:v>
                </c:pt>
                <c:pt idx="3539">
                  <c:v>45863</c:v>
                </c:pt>
                <c:pt idx="3540">
                  <c:v>45866</c:v>
                </c:pt>
                <c:pt idx="3541">
                  <c:v>45867</c:v>
                </c:pt>
                <c:pt idx="3542">
                  <c:v>45868</c:v>
                </c:pt>
                <c:pt idx="3543">
                  <c:v>45869</c:v>
                </c:pt>
                <c:pt idx="3544">
                  <c:v>45870</c:v>
                </c:pt>
                <c:pt idx="3545">
                  <c:v>45873</c:v>
                </c:pt>
                <c:pt idx="3546">
                  <c:v>45874</c:v>
                </c:pt>
                <c:pt idx="3547">
                  <c:v>45875</c:v>
                </c:pt>
                <c:pt idx="3548">
                  <c:v>45876</c:v>
                </c:pt>
                <c:pt idx="3549">
                  <c:v>45877</c:v>
                </c:pt>
                <c:pt idx="3550">
                  <c:v>45880</c:v>
                </c:pt>
                <c:pt idx="3551">
                  <c:v>45881</c:v>
                </c:pt>
                <c:pt idx="3552">
                  <c:v>45882</c:v>
                </c:pt>
                <c:pt idx="3553">
                  <c:v>45883</c:v>
                </c:pt>
                <c:pt idx="3554">
                  <c:v>45884</c:v>
                </c:pt>
                <c:pt idx="3555">
                  <c:v>45887</c:v>
                </c:pt>
                <c:pt idx="3556">
                  <c:v>45888</c:v>
                </c:pt>
                <c:pt idx="3557">
                  <c:v>45889</c:v>
                </c:pt>
                <c:pt idx="3558">
                  <c:v>45890</c:v>
                </c:pt>
                <c:pt idx="3559">
                  <c:v>45891</c:v>
                </c:pt>
                <c:pt idx="3560">
                  <c:v>45894</c:v>
                </c:pt>
                <c:pt idx="3561">
                  <c:v>45895</c:v>
                </c:pt>
                <c:pt idx="3562">
                  <c:v>45896</c:v>
                </c:pt>
                <c:pt idx="3563">
                  <c:v>45897</c:v>
                </c:pt>
                <c:pt idx="3564">
                  <c:v>45898</c:v>
                </c:pt>
                <c:pt idx="3565">
                  <c:v>45901</c:v>
                </c:pt>
                <c:pt idx="3566">
                  <c:v>45902</c:v>
                </c:pt>
                <c:pt idx="3567">
                  <c:v>45903</c:v>
                </c:pt>
                <c:pt idx="3568">
                  <c:v>45904</c:v>
                </c:pt>
                <c:pt idx="3569">
                  <c:v>45905</c:v>
                </c:pt>
                <c:pt idx="3570">
                  <c:v>45908</c:v>
                </c:pt>
                <c:pt idx="3571">
                  <c:v>45909</c:v>
                </c:pt>
                <c:pt idx="3572">
                  <c:v>45910</c:v>
                </c:pt>
                <c:pt idx="3573">
                  <c:v>45911</c:v>
                </c:pt>
                <c:pt idx="3574">
                  <c:v>45912</c:v>
                </c:pt>
                <c:pt idx="3575">
                  <c:v>45915</c:v>
                </c:pt>
                <c:pt idx="3576">
                  <c:v>45916</c:v>
                </c:pt>
                <c:pt idx="3577">
                  <c:v>45917</c:v>
                </c:pt>
                <c:pt idx="3578">
                  <c:v>45918</c:v>
                </c:pt>
                <c:pt idx="3579">
                  <c:v>45919</c:v>
                </c:pt>
                <c:pt idx="3580">
                  <c:v>45922</c:v>
                </c:pt>
                <c:pt idx="3581">
                  <c:v>45923</c:v>
                </c:pt>
                <c:pt idx="3582">
                  <c:v>45924</c:v>
                </c:pt>
                <c:pt idx="3583">
                  <c:v>45925</c:v>
                </c:pt>
                <c:pt idx="3584">
                  <c:v>45926</c:v>
                </c:pt>
                <c:pt idx="3585">
                  <c:v>45929</c:v>
                </c:pt>
                <c:pt idx="3586">
                  <c:v>45930</c:v>
                </c:pt>
                <c:pt idx="3587">
                  <c:v>45931</c:v>
                </c:pt>
                <c:pt idx="3588">
                  <c:v>45932</c:v>
                </c:pt>
                <c:pt idx="3589">
                  <c:v>45933</c:v>
                </c:pt>
                <c:pt idx="3590">
                  <c:v>45936</c:v>
                </c:pt>
                <c:pt idx="3591">
                  <c:v>45937</c:v>
                </c:pt>
                <c:pt idx="3592">
                  <c:v>45938</c:v>
                </c:pt>
                <c:pt idx="3593">
                  <c:v>45939</c:v>
                </c:pt>
                <c:pt idx="3594">
                  <c:v>45940</c:v>
                </c:pt>
                <c:pt idx="3595">
                  <c:v>45943</c:v>
                </c:pt>
                <c:pt idx="3596">
                  <c:v>45944</c:v>
                </c:pt>
                <c:pt idx="3597">
                  <c:v>45945</c:v>
                </c:pt>
                <c:pt idx="3598">
                  <c:v>45946</c:v>
                </c:pt>
                <c:pt idx="3599">
                  <c:v>45947</c:v>
                </c:pt>
                <c:pt idx="3600">
                  <c:v>45950</c:v>
                </c:pt>
                <c:pt idx="3601">
                  <c:v>45951</c:v>
                </c:pt>
                <c:pt idx="3602">
                  <c:v>45952</c:v>
                </c:pt>
                <c:pt idx="3603">
                  <c:v>45953</c:v>
                </c:pt>
                <c:pt idx="3604">
                  <c:v>45954</c:v>
                </c:pt>
                <c:pt idx="3605">
                  <c:v>45957</c:v>
                </c:pt>
                <c:pt idx="3606">
                  <c:v>45958</c:v>
                </c:pt>
                <c:pt idx="3607">
                  <c:v>45959</c:v>
                </c:pt>
                <c:pt idx="3608">
                  <c:v>45960</c:v>
                </c:pt>
                <c:pt idx="3609">
                  <c:v>45961</c:v>
                </c:pt>
                <c:pt idx="3610">
                  <c:v>45964</c:v>
                </c:pt>
                <c:pt idx="3611">
                  <c:v>45965</c:v>
                </c:pt>
                <c:pt idx="3612">
                  <c:v>45966</c:v>
                </c:pt>
                <c:pt idx="3613">
                  <c:v>45967</c:v>
                </c:pt>
                <c:pt idx="3614">
                  <c:v>45968</c:v>
                </c:pt>
                <c:pt idx="3615">
                  <c:v>45971</c:v>
                </c:pt>
                <c:pt idx="3616">
                  <c:v>45972</c:v>
                </c:pt>
                <c:pt idx="3617">
                  <c:v>45973</c:v>
                </c:pt>
                <c:pt idx="3618">
                  <c:v>45974</c:v>
                </c:pt>
                <c:pt idx="3619">
                  <c:v>45975</c:v>
                </c:pt>
                <c:pt idx="3620">
                  <c:v>45978</c:v>
                </c:pt>
                <c:pt idx="3621">
                  <c:v>45979</c:v>
                </c:pt>
                <c:pt idx="3622">
                  <c:v>45980</c:v>
                </c:pt>
                <c:pt idx="3623">
                  <c:v>45981</c:v>
                </c:pt>
                <c:pt idx="3624">
                  <c:v>45982</c:v>
                </c:pt>
                <c:pt idx="3625">
                  <c:v>45985</c:v>
                </c:pt>
                <c:pt idx="3626">
                  <c:v>45986</c:v>
                </c:pt>
                <c:pt idx="3627">
                  <c:v>45987</c:v>
                </c:pt>
                <c:pt idx="3628">
                  <c:v>45988</c:v>
                </c:pt>
                <c:pt idx="3629">
                  <c:v>45989</c:v>
                </c:pt>
                <c:pt idx="3630">
                  <c:v>45992</c:v>
                </c:pt>
                <c:pt idx="3631">
                  <c:v>45993</c:v>
                </c:pt>
                <c:pt idx="3632">
                  <c:v>45994</c:v>
                </c:pt>
                <c:pt idx="3633">
                  <c:v>45995</c:v>
                </c:pt>
                <c:pt idx="3634">
                  <c:v>45996</c:v>
                </c:pt>
                <c:pt idx="3635">
                  <c:v>45999</c:v>
                </c:pt>
                <c:pt idx="3636">
                  <c:v>46000</c:v>
                </c:pt>
                <c:pt idx="3637">
                  <c:v>46001</c:v>
                </c:pt>
                <c:pt idx="3638">
                  <c:v>46002</c:v>
                </c:pt>
                <c:pt idx="3639">
                  <c:v>46003</c:v>
                </c:pt>
                <c:pt idx="3640">
                  <c:v>46006</c:v>
                </c:pt>
                <c:pt idx="3641">
                  <c:v>46007</c:v>
                </c:pt>
                <c:pt idx="3642">
                  <c:v>46008</c:v>
                </c:pt>
                <c:pt idx="3643">
                  <c:v>46009</c:v>
                </c:pt>
                <c:pt idx="3644">
                  <c:v>46010</c:v>
                </c:pt>
                <c:pt idx="3645">
                  <c:v>46013</c:v>
                </c:pt>
                <c:pt idx="3646">
                  <c:v>46014</c:v>
                </c:pt>
                <c:pt idx="3647">
                  <c:v>46015</c:v>
                </c:pt>
                <c:pt idx="3648">
                  <c:v>46016</c:v>
                </c:pt>
                <c:pt idx="3649">
                  <c:v>46017</c:v>
                </c:pt>
                <c:pt idx="3650">
                  <c:v>46020</c:v>
                </c:pt>
                <c:pt idx="3651">
                  <c:v>46021</c:v>
                </c:pt>
                <c:pt idx="3652">
                  <c:v>46022</c:v>
                </c:pt>
                <c:pt idx="3653">
                  <c:v>46023</c:v>
                </c:pt>
                <c:pt idx="3654">
                  <c:v>46024</c:v>
                </c:pt>
                <c:pt idx="3655">
                  <c:v>46027</c:v>
                </c:pt>
                <c:pt idx="3656">
                  <c:v>46028</c:v>
                </c:pt>
                <c:pt idx="3657">
                  <c:v>46029</c:v>
                </c:pt>
                <c:pt idx="3658">
                  <c:v>46030</c:v>
                </c:pt>
                <c:pt idx="3659">
                  <c:v>46031</c:v>
                </c:pt>
                <c:pt idx="3660">
                  <c:v>46034</c:v>
                </c:pt>
                <c:pt idx="3661">
                  <c:v>46035</c:v>
                </c:pt>
                <c:pt idx="3662">
                  <c:v>46036</c:v>
                </c:pt>
                <c:pt idx="3663">
                  <c:v>46037</c:v>
                </c:pt>
                <c:pt idx="3664">
                  <c:v>46038</c:v>
                </c:pt>
                <c:pt idx="3665">
                  <c:v>46041</c:v>
                </c:pt>
                <c:pt idx="3666">
                  <c:v>46042</c:v>
                </c:pt>
                <c:pt idx="3667">
                  <c:v>46043</c:v>
                </c:pt>
                <c:pt idx="3668">
                  <c:v>46044</c:v>
                </c:pt>
                <c:pt idx="3669">
                  <c:v>46045</c:v>
                </c:pt>
                <c:pt idx="3670">
                  <c:v>46048</c:v>
                </c:pt>
                <c:pt idx="3671">
                  <c:v>46049</c:v>
                </c:pt>
                <c:pt idx="3672">
                  <c:v>46050</c:v>
                </c:pt>
                <c:pt idx="3673">
                  <c:v>46051</c:v>
                </c:pt>
                <c:pt idx="3674">
                  <c:v>46052</c:v>
                </c:pt>
                <c:pt idx="3675">
                  <c:v>46055</c:v>
                </c:pt>
                <c:pt idx="3676">
                  <c:v>46056</c:v>
                </c:pt>
                <c:pt idx="3677">
                  <c:v>46057</c:v>
                </c:pt>
                <c:pt idx="3678">
                  <c:v>46058</c:v>
                </c:pt>
                <c:pt idx="3679">
                  <c:v>46059</c:v>
                </c:pt>
                <c:pt idx="3680">
                  <c:v>46062</c:v>
                </c:pt>
                <c:pt idx="3681">
                  <c:v>46063</c:v>
                </c:pt>
                <c:pt idx="3682">
                  <c:v>46064</c:v>
                </c:pt>
                <c:pt idx="3683">
                  <c:v>46065</c:v>
                </c:pt>
                <c:pt idx="3684">
                  <c:v>46066</c:v>
                </c:pt>
                <c:pt idx="3685">
                  <c:v>46069</c:v>
                </c:pt>
                <c:pt idx="3686">
                  <c:v>46070</c:v>
                </c:pt>
                <c:pt idx="3687">
                  <c:v>46071</c:v>
                </c:pt>
                <c:pt idx="3688">
                  <c:v>46072</c:v>
                </c:pt>
                <c:pt idx="3689">
                  <c:v>46073</c:v>
                </c:pt>
                <c:pt idx="3690">
                  <c:v>46076</c:v>
                </c:pt>
                <c:pt idx="3691">
                  <c:v>46077</c:v>
                </c:pt>
                <c:pt idx="3692">
                  <c:v>46078</c:v>
                </c:pt>
                <c:pt idx="3693">
                  <c:v>46079</c:v>
                </c:pt>
                <c:pt idx="3694">
                  <c:v>46080</c:v>
                </c:pt>
                <c:pt idx="3695">
                  <c:v>46083</c:v>
                </c:pt>
                <c:pt idx="3696">
                  <c:v>46084</c:v>
                </c:pt>
                <c:pt idx="3697">
                  <c:v>46085</c:v>
                </c:pt>
                <c:pt idx="3698">
                  <c:v>46086</c:v>
                </c:pt>
                <c:pt idx="3699">
                  <c:v>46087</c:v>
                </c:pt>
                <c:pt idx="3700">
                  <c:v>46090</c:v>
                </c:pt>
                <c:pt idx="3701">
                  <c:v>46091</c:v>
                </c:pt>
                <c:pt idx="3702">
                  <c:v>46092</c:v>
                </c:pt>
                <c:pt idx="3703">
                  <c:v>46093</c:v>
                </c:pt>
                <c:pt idx="3704">
                  <c:v>46094</c:v>
                </c:pt>
                <c:pt idx="3705">
                  <c:v>46097</c:v>
                </c:pt>
                <c:pt idx="3706">
                  <c:v>46098</c:v>
                </c:pt>
                <c:pt idx="3707">
                  <c:v>46099</c:v>
                </c:pt>
                <c:pt idx="3708">
                  <c:v>46100</c:v>
                </c:pt>
                <c:pt idx="3709">
                  <c:v>46101</c:v>
                </c:pt>
                <c:pt idx="3710">
                  <c:v>46104</c:v>
                </c:pt>
                <c:pt idx="3711">
                  <c:v>46105</c:v>
                </c:pt>
                <c:pt idx="3712">
                  <c:v>46106</c:v>
                </c:pt>
                <c:pt idx="3713">
                  <c:v>46107</c:v>
                </c:pt>
                <c:pt idx="3714">
                  <c:v>46108</c:v>
                </c:pt>
                <c:pt idx="3715">
                  <c:v>46111</c:v>
                </c:pt>
                <c:pt idx="3716">
                  <c:v>46112</c:v>
                </c:pt>
                <c:pt idx="3717">
                  <c:v>46113</c:v>
                </c:pt>
                <c:pt idx="3718">
                  <c:v>46114</c:v>
                </c:pt>
                <c:pt idx="3719">
                  <c:v>46115</c:v>
                </c:pt>
                <c:pt idx="3720">
                  <c:v>46118</c:v>
                </c:pt>
                <c:pt idx="3721">
                  <c:v>46119</c:v>
                </c:pt>
                <c:pt idx="3722">
                  <c:v>46120</c:v>
                </c:pt>
                <c:pt idx="3723">
                  <c:v>46121</c:v>
                </c:pt>
                <c:pt idx="3724">
                  <c:v>46122</c:v>
                </c:pt>
                <c:pt idx="3725">
                  <c:v>46125</c:v>
                </c:pt>
                <c:pt idx="3726">
                  <c:v>46126</c:v>
                </c:pt>
                <c:pt idx="3727">
                  <c:v>46127</c:v>
                </c:pt>
                <c:pt idx="3728">
                  <c:v>46128</c:v>
                </c:pt>
                <c:pt idx="3729">
                  <c:v>46129</c:v>
                </c:pt>
                <c:pt idx="3730">
                  <c:v>46132</c:v>
                </c:pt>
                <c:pt idx="3731">
                  <c:v>46133</c:v>
                </c:pt>
                <c:pt idx="3732">
                  <c:v>46134</c:v>
                </c:pt>
                <c:pt idx="3733">
                  <c:v>46135</c:v>
                </c:pt>
                <c:pt idx="3734">
                  <c:v>46136</c:v>
                </c:pt>
                <c:pt idx="3735">
                  <c:v>46139</c:v>
                </c:pt>
                <c:pt idx="3736">
                  <c:v>46140</c:v>
                </c:pt>
                <c:pt idx="3737">
                  <c:v>46141</c:v>
                </c:pt>
                <c:pt idx="3738">
                  <c:v>46142</c:v>
                </c:pt>
                <c:pt idx="3739">
                  <c:v>46143</c:v>
                </c:pt>
                <c:pt idx="3740">
                  <c:v>46146</c:v>
                </c:pt>
                <c:pt idx="3741">
                  <c:v>46147</c:v>
                </c:pt>
                <c:pt idx="3742">
                  <c:v>46148</c:v>
                </c:pt>
                <c:pt idx="3743">
                  <c:v>46149</c:v>
                </c:pt>
                <c:pt idx="3744">
                  <c:v>46150</c:v>
                </c:pt>
                <c:pt idx="3745">
                  <c:v>46153</c:v>
                </c:pt>
                <c:pt idx="3746">
                  <c:v>46154</c:v>
                </c:pt>
                <c:pt idx="3747">
                  <c:v>46155</c:v>
                </c:pt>
                <c:pt idx="3748">
                  <c:v>46156</c:v>
                </c:pt>
                <c:pt idx="3749">
                  <c:v>46157</c:v>
                </c:pt>
                <c:pt idx="3750">
                  <c:v>46160</c:v>
                </c:pt>
                <c:pt idx="3751">
                  <c:v>46161</c:v>
                </c:pt>
                <c:pt idx="3752">
                  <c:v>46162</c:v>
                </c:pt>
                <c:pt idx="3753">
                  <c:v>46163</c:v>
                </c:pt>
                <c:pt idx="3754">
                  <c:v>46164</c:v>
                </c:pt>
                <c:pt idx="3755">
                  <c:v>46167</c:v>
                </c:pt>
                <c:pt idx="3756">
                  <c:v>46168</c:v>
                </c:pt>
                <c:pt idx="3757">
                  <c:v>46169</c:v>
                </c:pt>
                <c:pt idx="3758">
                  <c:v>46170</c:v>
                </c:pt>
                <c:pt idx="3759">
                  <c:v>46171</c:v>
                </c:pt>
                <c:pt idx="3760">
                  <c:v>46174</c:v>
                </c:pt>
                <c:pt idx="3761">
                  <c:v>46175</c:v>
                </c:pt>
                <c:pt idx="3762">
                  <c:v>46176</c:v>
                </c:pt>
                <c:pt idx="3763">
                  <c:v>46177</c:v>
                </c:pt>
                <c:pt idx="3764">
                  <c:v>46178</c:v>
                </c:pt>
                <c:pt idx="3765">
                  <c:v>46181</c:v>
                </c:pt>
                <c:pt idx="3766">
                  <c:v>46182</c:v>
                </c:pt>
                <c:pt idx="3767">
                  <c:v>46183</c:v>
                </c:pt>
                <c:pt idx="3768">
                  <c:v>46184</c:v>
                </c:pt>
                <c:pt idx="3769">
                  <c:v>46185</c:v>
                </c:pt>
                <c:pt idx="3770">
                  <c:v>46188</c:v>
                </c:pt>
                <c:pt idx="3771">
                  <c:v>46189</c:v>
                </c:pt>
                <c:pt idx="3772">
                  <c:v>46190</c:v>
                </c:pt>
                <c:pt idx="3773">
                  <c:v>46191</c:v>
                </c:pt>
                <c:pt idx="3774">
                  <c:v>46192</c:v>
                </c:pt>
                <c:pt idx="3775">
                  <c:v>46195</c:v>
                </c:pt>
                <c:pt idx="3776">
                  <c:v>46196</c:v>
                </c:pt>
                <c:pt idx="3777">
                  <c:v>46197</c:v>
                </c:pt>
                <c:pt idx="3778">
                  <c:v>46198</c:v>
                </c:pt>
                <c:pt idx="3779">
                  <c:v>46199</c:v>
                </c:pt>
                <c:pt idx="3780">
                  <c:v>46202</c:v>
                </c:pt>
                <c:pt idx="3781">
                  <c:v>46203</c:v>
                </c:pt>
                <c:pt idx="3782">
                  <c:v>46204</c:v>
                </c:pt>
                <c:pt idx="3783">
                  <c:v>46205</c:v>
                </c:pt>
                <c:pt idx="3784">
                  <c:v>46206</c:v>
                </c:pt>
                <c:pt idx="3785">
                  <c:v>46209</c:v>
                </c:pt>
                <c:pt idx="3786">
                  <c:v>46210</c:v>
                </c:pt>
                <c:pt idx="3787">
                  <c:v>46211</c:v>
                </c:pt>
                <c:pt idx="3788">
                  <c:v>46212</c:v>
                </c:pt>
                <c:pt idx="3789">
                  <c:v>46213</c:v>
                </c:pt>
                <c:pt idx="3790">
                  <c:v>46216</c:v>
                </c:pt>
                <c:pt idx="3791">
                  <c:v>46217</c:v>
                </c:pt>
                <c:pt idx="3792">
                  <c:v>46218</c:v>
                </c:pt>
                <c:pt idx="3793">
                  <c:v>46219</c:v>
                </c:pt>
                <c:pt idx="3794">
                  <c:v>46220</c:v>
                </c:pt>
                <c:pt idx="3795">
                  <c:v>46223</c:v>
                </c:pt>
                <c:pt idx="3796">
                  <c:v>46224</c:v>
                </c:pt>
                <c:pt idx="3797">
                  <c:v>46225</c:v>
                </c:pt>
                <c:pt idx="3798">
                  <c:v>46226</c:v>
                </c:pt>
                <c:pt idx="3799">
                  <c:v>46227</c:v>
                </c:pt>
                <c:pt idx="3800">
                  <c:v>46230</c:v>
                </c:pt>
                <c:pt idx="3801">
                  <c:v>46231</c:v>
                </c:pt>
                <c:pt idx="3802">
                  <c:v>46232</c:v>
                </c:pt>
                <c:pt idx="3803">
                  <c:v>46233</c:v>
                </c:pt>
                <c:pt idx="3804">
                  <c:v>46234</c:v>
                </c:pt>
                <c:pt idx="3805">
                  <c:v>46237</c:v>
                </c:pt>
                <c:pt idx="3806">
                  <c:v>46238</c:v>
                </c:pt>
                <c:pt idx="3807">
                  <c:v>46239</c:v>
                </c:pt>
                <c:pt idx="3808">
                  <c:v>46240</c:v>
                </c:pt>
                <c:pt idx="3809">
                  <c:v>46241</c:v>
                </c:pt>
                <c:pt idx="3810">
                  <c:v>46244</c:v>
                </c:pt>
                <c:pt idx="3811">
                  <c:v>46245</c:v>
                </c:pt>
                <c:pt idx="3812">
                  <c:v>46246</c:v>
                </c:pt>
                <c:pt idx="3813">
                  <c:v>46247</c:v>
                </c:pt>
                <c:pt idx="3814">
                  <c:v>46248</c:v>
                </c:pt>
                <c:pt idx="3815">
                  <c:v>46251</c:v>
                </c:pt>
                <c:pt idx="3816">
                  <c:v>46252</c:v>
                </c:pt>
                <c:pt idx="3817">
                  <c:v>46253</c:v>
                </c:pt>
                <c:pt idx="3818">
                  <c:v>46254</c:v>
                </c:pt>
                <c:pt idx="3819">
                  <c:v>46255</c:v>
                </c:pt>
                <c:pt idx="3820">
                  <c:v>46258</c:v>
                </c:pt>
                <c:pt idx="3821">
                  <c:v>46259</c:v>
                </c:pt>
                <c:pt idx="3822">
                  <c:v>46260</c:v>
                </c:pt>
                <c:pt idx="3823">
                  <c:v>46261</c:v>
                </c:pt>
                <c:pt idx="3824">
                  <c:v>46262</c:v>
                </c:pt>
                <c:pt idx="3825">
                  <c:v>46265</c:v>
                </c:pt>
                <c:pt idx="3826">
                  <c:v>46266</c:v>
                </c:pt>
                <c:pt idx="3827">
                  <c:v>46267</c:v>
                </c:pt>
                <c:pt idx="3828">
                  <c:v>46268</c:v>
                </c:pt>
                <c:pt idx="3829">
                  <c:v>46269</c:v>
                </c:pt>
                <c:pt idx="3830">
                  <c:v>46272</c:v>
                </c:pt>
                <c:pt idx="3831">
                  <c:v>46273</c:v>
                </c:pt>
                <c:pt idx="3832">
                  <c:v>46274</c:v>
                </c:pt>
              </c:numCache>
            </c:numRef>
          </c:cat>
          <c:val>
            <c:numRef>
              <c:f>Sheet1!$B$2:$B$4355</c:f>
              <c:numCache>
                <c:formatCode>0.00%</c:formatCode>
                <c:ptCount val="4354"/>
                <c:pt idx="0">
                  <c:v>3.5499999999999997E-2</c:v>
                </c:pt>
                <c:pt idx="1">
                  <c:v>3.56E-2</c:v>
                </c:pt>
                <c:pt idx="2">
                  <c:v>3.56E-2</c:v>
                </c:pt>
                <c:pt idx="3">
                  <c:v>3.56E-2</c:v>
                </c:pt>
                <c:pt idx="4">
                  <c:v>3.56E-2</c:v>
                </c:pt>
                <c:pt idx="5">
                  <c:v>3.56E-2</c:v>
                </c:pt>
                <c:pt idx="6">
                  <c:v>3.56E-2</c:v>
                </c:pt>
                <c:pt idx="7">
                  <c:v>3.56E-2</c:v>
                </c:pt>
                <c:pt idx="8">
                  <c:v>3.56E-2</c:v>
                </c:pt>
                <c:pt idx="9">
                  <c:v>3.56E-2</c:v>
                </c:pt>
                <c:pt idx="10">
                  <c:v>3.56E-2</c:v>
                </c:pt>
                <c:pt idx="11">
                  <c:v>3.56E-2</c:v>
                </c:pt>
                <c:pt idx="12">
                  <c:v>3.5499999999999997E-2</c:v>
                </c:pt>
                <c:pt idx="13">
                  <c:v>3.5400000000000001E-2</c:v>
                </c:pt>
                <c:pt idx="14">
                  <c:v>3.5400000000000001E-2</c:v>
                </c:pt>
                <c:pt idx="15">
                  <c:v>3.5400000000000001E-2</c:v>
                </c:pt>
                <c:pt idx="16">
                  <c:v>3.5400000000000001E-2</c:v>
                </c:pt>
                <c:pt idx="17">
                  <c:v>3.5400000000000001E-2</c:v>
                </c:pt>
                <c:pt idx="18">
                  <c:v>3.5400000000000001E-2</c:v>
                </c:pt>
                <c:pt idx="19">
                  <c:v>3.5400000000000001E-2</c:v>
                </c:pt>
                <c:pt idx="20">
                  <c:v>3.5400000000000001E-2</c:v>
                </c:pt>
                <c:pt idx="21">
                  <c:v>3.5400000000000001E-2</c:v>
                </c:pt>
                <c:pt idx="22">
                  <c:v>3.5400000000000001E-2</c:v>
                </c:pt>
                <c:pt idx="23">
                  <c:v>3.5400000000000001E-2</c:v>
                </c:pt>
                <c:pt idx="24">
                  <c:v>3.5299999999999998E-2</c:v>
                </c:pt>
                <c:pt idx="25">
                  <c:v>3.5299999999999998E-2</c:v>
                </c:pt>
                <c:pt idx="26">
                  <c:v>3.5299999999999998E-2</c:v>
                </c:pt>
                <c:pt idx="27">
                  <c:v>3.5299999999999998E-2</c:v>
                </c:pt>
                <c:pt idx="28">
                  <c:v>3.5200000000000002E-2</c:v>
                </c:pt>
                <c:pt idx="29">
                  <c:v>3.5200000000000002E-2</c:v>
                </c:pt>
                <c:pt idx="30">
                  <c:v>3.5200000000000002E-2</c:v>
                </c:pt>
                <c:pt idx="31">
                  <c:v>3.5200000000000002E-2</c:v>
                </c:pt>
                <c:pt idx="32">
                  <c:v>3.5200000000000002E-2</c:v>
                </c:pt>
                <c:pt idx="33">
                  <c:v>3.5200000000000002E-2</c:v>
                </c:pt>
                <c:pt idx="34">
                  <c:v>3.5200000000000002E-2</c:v>
                </c:pt>
                <c:pt idx="35">
                  <c:v>3.5200000000000002E-2</c:v>
                </c:pt>
                <c:pt idx="36">
                  <c:v>3.5200000000000002E-2</c:v>
                </c:pt>
                <c:pt idx="37">
                  <c:v>3.5200000000000002E-2</c:v>
                </c:pt>
                <c:pt idx="38">
                  <c:v>3.5200000000000002E-2</c:v>
                </c:pt>
                <c:pt idx="39">
                  <c:v>3.5200000000000002E-2</c:v>
                </c:pt>
                <c:pt idx="40">
                  <c:v>3.5200000000000002E-2</c:v>
                </c:pt>
                <c:pt idx="41">
                  <c:v>3.5299999999999998E-2</c:v>
                </c:pt>
                <c:pt idx="42">
                  <c:v>3.5400000000000001E-2</c:v>
                </c:pt>
                <c:pt idx="43">
                  <c:v>3.5400000000000001E-2</c:v>
                </c:pt>
                <c:pt idx="44">
                  <c:v>3.5400000000000001E-2</c:v>
                </c:pt>
                <c:pt idx="45">
                  <c:v>3.5400000000000001E-2</c:v>
                </c:pt>
                <c:pt idx="46">
                  <c:v>3.5299999999999998E-2</c:v>
                </c:pt>
                <c:pt idx="47">
                  <c:v>3.5400000000000001E-2</c:v>
                </c:pt>
                <c:pt idx="48">
                  <c:v>3.5400000000000001E-2</c:v>
                </c:pt>
                <c:pt idx="49">
                  <c:v>3.5400000000000001E-2</c:v>
                </c:pt>
                <c:pt idx="50">
                  <c:v>3.5400000000000001E-2</c:v>
                </c:pt>
                <c:pt idx="51">
                  <c:v>3.5400000000000001E-2</c:v>
                </c:pt>
                <c:pt idx="52">
                  <c:v>3.5400000000000001E-2</c:v>
                </c:pt>
                <c:pt idx="53">
                  <c:v>3.5400000000000001E-2</c:v>
                </c:pt>
                <c:pt idx="54">
                  <c:v>3.5400000000000001E-2</c:v>
                </c:pt>
                <c:pt idx="55">
                  <c:v>3.5400000000000001E-2</c:v>
                </c:pt>
                <c:pt idx="56">
                  <c:v>3.5400000000000001E-2</c:v>
                </c:pt>
                <c:pt idx="57">
                  <c:v>3.5400000000000001E-2</c:v>
                </c:pt>
                <c:pt idx="58">
                  <c:v>3.5400000000000001E-2</c:v>
                </c:pt>
                <c:pt idx="59">
                  <c:v>3.5400000000000001E-2</c:v>
                </c:pt>
                <c:pt idx="60">
                  <c:v>3.5499999999999997E-2</c:v>
                </c:pt>
                <c:pt idx="61">
                  <c:v>3.5499999999999997E-2</c:v>
                </c:pt>
                <c:pt idx="62">
                  <c:v>3.5499999999999997E-2</c:v>
                </c:pt>
                <c:pt idx="63">
                  <c:v>3.5499999999999997E-2</c:v>
                </c:pt>
                <c:pt idx="64">
                  <c:v>3.5499999999999997E-2</c:v>
                </c:pt>
                <c:pt idx="65">
                  <c:v>3.5499999999999997E-2</c:v>
                </c:pt>
                <c:pt idx="66">
                  <c:v>3.5499999999999997E-2</c:v>
                </c:pt>
                <c:pt idx="67">
                  <c:v>3.5499999999999997E-2</c:v>
                </c:pt>
                <c:pt idx="68">
                  <c:v>3.5499999999999997E-2</c:v>
                </c:pt>
                <c:pt idx="69">
                  <c:v>3.5499999999999997E-2</c:v>
                </c:pt>
                <c:pt idx="70">
                  <c:v>3.5400000000000001E-2</c:v>
                </c:pt>
                <c:pt idx="71">
                  <c:v>3.5400000000000001E-2</c:v>
                </c:pt>
                <c:pt idx="72">
                  <c:v>3.5400000000000001E-2</c:v>
                </c:pt>
                <c:pt idx="73">
                  <c:v>3.5400000000000001E-2</c:v>
                </c:pt>
                <c:pt idx="74">
                  <c:v>3.5400000000000001E-2</c:v>
                </c:pt>
                <c:pt idx="75">
                  <c:v>3.5400000000000001E-2</c:v>
                </c:pt>
                <c:pt idx="76">
                  <c:v>3.5400000000000001E-2</c:v>
                </c:pt>
                <c:pt idx="77">
                  <c:v>3.5400000000000001E-2</c:v>
                </c:pt>
                <c:pt idx="78">
                  <c:v>3.5400000000000001E-2</c:v>
                </c:pt>
                <c:pt idx="79">
                  <c:v>3.5400000000000001E-2</c:v>
                </c:pt>
                <c:pt idx="80">
                  <c:v>3.5400000000000001E-2</c:v>
                </c:pt>
                <c:pt idx="81">
                  <c:v>3.5400000000000001E-2</c:v>
                </c:pt>
                <c:pt idx="82">
                  <c:v>3.5400000000000001E-2</c:v>
                </c:pt>
                <c:pt idx="83">
                  <c:v>3.5400000000000001E-2</c:v>
                </c:pt>
                <c:pt idx="84">
                  <c:v>3.5400000000000001E-2</c:v>
                </c:pt>
                <c:pt idx="85">
                  <c:v>3.5400000000000001E-2</c:v>
                </c:pt>
                <c:pt idx="86">
                  <c:v>3.5400000000000001E-2</c:v>
                </c:pt>
                <c:pt idx="87">
                  <c:v>3.5400000000000001E-2</c:v>
                </c:pt>
                <c:pt idx="88">
                  <c:v>3.5400000000000001E-2</c:v>
                </c:pt>
                <c:pt idx="89">
                  <c:v>3.5400000000000001E-2</c:v>
                </c:pt>
                <c:pt idx="90">
                  <c:v>3.5400000000000001E-2</c:v>
                </c:pt>
                <c:pt idx="91">
                  <c:v>3.5400000000000001E-2</c:v>
                </c:pt>
                <c:pt idx="92">
                  <c:v>3.5400000000000001E-2</c:v>
                </c:pt>
                <c:pt idx="93">
                  <c:v>3.5400000000000001E-2</c:v>
                </c:pt>
                <c:pt idx="94">
                  <c:v>3.5400000000000001E-2</c:v>
                </c:pt>
                <c:pt idx="95">
                  <c:v>3.5400000000000001E-2</c:v>
                </c:pt>
                <c:pt idx="96">
                  <c:v>3.5400000000000001E-2</c:v>
                </c:pt>
                <c:pt idx="97">
                  <c:v>3.5400000000000001E-2</c:v>
                </c:pt>
                <c:pt idx="98">
                  <c:v>3.5400000000000001E-2</c:v>
                </c:pt>
                <c:pt idx="99">
                  <c:v>3.5400000000000001E-2</c:v>
                </c:pt>
                <c:pt idx="100">
                  <c:v>3.5400000000000001E-2</c:v>
                </c:pt>
                <c:pt idx="101">
                  <c:v>3.5400000000000001E-2</c:v>
                </c:pt>
                <c:pt idx="102">
                  <c:v>3.5400000000000001E-2</c:v>
                </c:pt>
                <c:pt idx="103">
                  <c:v>3.5400000000000001E-2</c:v>
                </c:pt>
                <c:pt idx="104">
                  <c:v>3.5400000000000001E-2</c:v>
                </c:pt>
                <c:pt idx="105">
                  <c:v>3.5400000000000001E-2</c:v>
                </c:pt>
                <c:pt idx="106">
                  <c:v>3.5400000000000001E-2</c:v>
                </c:pt>
                <c:pt idx="107">
                  <c:v>3.5400000000000001E-2</c:v>
                </c:pt>
                <c:pt idx="108">
                  <c:v>3.5400000000000001E-2</c:v>
                </c:pt>
                <c:pt idx="109">
                  <c:v>3.5400000000000001E-2</c:v>
                </c:pt>
                <c:pt idx="110">
                  <c:v>3.5400000000000001E-2</c:v>
                </c:pt>
                <c:pt idx="111">
                  <c:v>3.5400000000000001E-2</c:v>
                </c:pt>
                <c:pt idx="112">
                  <c:v>3.5400000000000001E-2</c:v>
                </c:pt>
                <c:pt idx="113">
                  <c:v>3.5400000000000001E-2</c:v>
                </c:pt>
                <c:pt idx="114">
                  <c:v>3.5400000000000001E-2</c:v>
                </c:pt>
                <c:pt idx="115">
                  <c:v>3.5400000000000001E-2</c:v>
                </c:pt>
                <c:pt idx="116">
                  <c:v>3.5400000000000001E-2</c:v>
                </c:pt>
                <c:pt idx="117">
                  <c:v>3.5400000000000001E-2</c:v>
                </c:pt>
                <c:pt idx="118">
                  <c:v>3.5400000000000001E-2</c:v>
                </c:pt>
                <c:pt idx="119">
                  <c:v>3.5400000000000001E-2</c:v>
                </c:pt>
                <c:pt idx="120">
                  <c:v>3.5400000000000001E-2</c:v>
                </c:pt>
                <c:pt idx="121">
                  <c:v>3.5400000000000001E-2</c:v>
                </c:pt>
                <c:pt idx="122">
                  <c:v>3.5400000000000001E-2</c:v>
                </c:pt>
                <c:pt idx="123">
                  <c:v>3.5400000000000001E-2</c:v>
                </c:pt>
                <c:pt idx="124">
                  <c:v>3.5400000000000001E-2</c:v>
                </c:pt>
                <c:pt idx="125">
                  <c:v>3.5400000000000001E-2</c:v>
                </c:pt>
                <c:pt idx="126">
                  <c:v>3.5400000000000001E-2</c:v>
                </c:pt>
                <c:pt idx="127">
                  <c:v>3.5400000000000001E-2</c:v>
                </c:pt>
                <c:pt idx="128">
                  <c:v>3.5400000000000001E-2</c:v>
                </c:pt>
                <c:pt idx="129">
                  <c:v>3.5400000000000001E-2</c:v>
                </c:pt>
                <c:pt idx="130">
                  <c:v>3.5400000000000001E-2</c:v>
                </c:pt>
                <c:pt idx="131">
                  <c:v>3.5400000000000001E-2</c:v>
                </c:pt>
                <c:pt idx="132">
                  <c:v>3.5400000000000001E-2</c:v>
                </c:pt>
                <c:pt idx="133">
                  <c:v>3.5400000000000001E-2</c:v>
                </c:pt>
                <c:pt idx="134">
                  <c:v>3.5400000000000001E-2</c:v>
                </c:pt>
                <c:pt idx="135">
                  <c:v>3.5400000000000001E-2</c:v>
                </c:pt>
                <c:pt idx="136">
                  <c:v>3.5400000000000001E-2</c:v>
                </c:pt>
                <c:pt idx="137">
                  <c:v>3.5400000000000001E-2</c:v>
                </c:pt>
                <c:pt idx="138">
                  <c:v>3.27E-2</c:v>
                </c:pt>
                <c:pt idx="139">
                  <c:v>3.2500000000000001E-2</c:v>
                </c:pt>
                <c:pt idx="140">
                  <c:v>3.2500000000000001E-2</c:v>
                </c:pt>
                <c:pt idx="141">
                  <c:v>3.2400000000000005E-2</c:v>
                </c:pt>
                <c:pt idx="142">
                  <c:v>3.2300000000000002E-2</c:v>
                </c:pt>
                <c:pt idx="143">
                  <c:v>3.2199999999999999E-2</c:v>
                </c:pt>
                <c:pt idx="144">
                  <c:v>3.2099999999999997E-2</c:v>
                </c:pt>
                <c:pt idx="145">
                  <c:v>3.2000000000000001E-2</c:v>
                </c:pt>
                <c:pt idx="146">
                  <c:v>3.2000000000000001E-2</c:v>
                </c:pt>
                <c:pt idx="147">
                  <c:v>3.1899999999999998E-2</c:v>
                </c:pt>
                <c:pt idx="148">
                  <c:v>3.1899999999999998E-2</c:v>
                </c:pt>
                <c:pt idx="149">
                  <c:v>3.2000000000000001E-2</c:v>
                </c:pt>
                <c:pt idx="150">
                  <c:v>3.2000000000000001E-2</c:v>
                </c:pt>
                <c:pt idx="151">
                  <c:v>3.2000000000000001E-2</c:v>
                </c:pt>
                <c:pt idx="152">
                  <c:v>3.2000000000000001E-2</c:v>
                </c:pt>
                <c:pt idx="153">
                  <c:v>3.2000000000000001E-2</c:v>
                </c:pt>
                <c:pt idx="154">
                  <c:v>3.2000000000000001E-2</c:v>
                </c:pt>
                <c:pt idx="155">
                  <c:v>3.2000000000000001E-2</c:v>
                </c:pt>
                <c:pt idx="156">
                  <c:v>3.2000000000000001E-2</c:v>
                </c:pt>
                <c:pt idx="157">
                  <c:v>3.2000000000000001E-2</c:v>
                </c:pt>
                <c:pt idx="158">
                  <c:v>3.2000000000000001E-2</c:v>
                </c:pt>
                <c:pt idx="159">
                  <c:v>3.2000000000000001E-2</c:v>
                </c:pt>
                <c:pt idx="160">
                  <c:v>3.2000000000000001E-2</c:v>
                </c:pt>
                <c:pt idx="161">
                  <c:v>3.2000000000000001E-2</c:v>
                </c:pt>
                <c:pt idx="162">
                  <c:v>3.2000000000000001E-2</c:v>
                </c:pt>
                <c:pt idx="163">
                  <c:v>3.2099999999999997E-2</c:v>
                </c:pt>
                <c:pt idx="164">
                  <c:v>3.2099999999999997E-2</c:v>
                </c:pt>
                <c:pt idx="165">
                  <c:v>3.2099999999999997E-2</c:v>
                </c:pt>
                <c:pt idx="166">
                  <c:v>3.2000000000000001E-2</c:v>
                </c:pt>
                <c:pt idx="167">
                  <c:v>3.1899999999999998E-2</c:v>
                </c:pt>
                <c:pt idx="168">
                  <c:v>3.1899999999999998E-2</c:v>
                </c:pt>
                <c:pt idx="169">
                  <c:v>3.1899999999999998E-2</c:v>
                </c:pt>
                <c:pt idx="170">
                  <c:v>3.1899999999999998E-2</c:v>
                </c:pt>
                <c:pt idx="171">
                  <c:v>3.1800000000000002E-2</c:v>
                </c:pt>
                <c:pt idx="172">
                  <c:v>3.1800000000000002E-2</c:v>
                </c:pt>
                <c:pt idx="173">
                  <c:v>3.1699999999999999E-2</c:v>
                </c:pt>
                <c:pt idx="174">
                  <c:v>3.1600000000000003E-2</c:v>
                </c:pt>
                <c:pt idx="175">
                  <c:v>3.1600000000000003E-2</c:v>
                </c:pt>
                <c:pt idx="176">
                  <c:v>3.1600000000000003E-2</c:v>
                </c:pt>
                <c:pt idx="177">
                  <c:v>3.1600000000000003E-2</c:v>
                </c:pt>
                <c:pt idx="178">
                  <c:v>3.1600000000000003E-2</c:v>
                </c:pt>
                <c:pt idx="179">
                  <c:v>3.1600000000000003E-2</c:v>
                </c:pt>
                <c:pt idx="180">
                  <c:v>3.15E-2</c:v>
                </c:pt>
                <c:pt idx="181">
                  <c:v>3.15E-2</c:v>
                </c:pt>
                <c:pt idx="182">
                  <c:v>3.15E-2</c:v>
                </c:pt>
                <c:pt idx="183">
                  <c:v>3.15E-2</c:v>
                </c:pt>
                <c:pt idx="184">
                  <c:v>3.15E-2</c:v>
                </c:pt>
                <c:pt idx="185">
                  <c:v>3.15E-2</c:v>
                </c:pt>
                <c:pt idx="186">
                  <c:v>3.1400000000000004E-2</c:v>
                </c:pt>
                <c:pt idx="187">
                  <c:v>3.1300000000000001E-2</c:v>
                </c:pt>
                <c:pt idx="188">
                  <c:v>3.1200000000000002E-2</c:v>
                </c:pt>
                <c:pt idx="189">
                  <c:v>3.1200000000000002E-2</c:v>
                </c:pt>
                <c:pt idx="190">
                  <c:v>3.1200000000000002E-2</c:v>
                </c:pt>
                <c:pt idx="191">
                  <c:v>3.1099999999999999E-2</c:v>
                </c:pt>
                <c:pt idx="192">
                  <c:v>3.1E-2</c:v>
                </c:pt>
                <c:pt idx="193">
                  <c:v>3.1E-2</c:v>
                </c:pt>
                <c:pt idx="194">
                  <c:v>3.0899999999999997E-2</c:v>
                </c:pt>
                <c:pt idx="195">
                  <c:v>3.0899999999999997E-2</c:v>
                </c:pt>
                <c:pt idx="196">
                  <c:v>3.0899999999999997E-2</c:v>
                </c:pt>
                <c:pt idx="197">
                  <c:v>3.0899999999999997E-2</c:v>
                </c:pt>
                <c:pt idx="198">
                  <c:v>3.0899999999999997E-2</c:v>
                </c:pt>
                <c:pt idx="199">
                  <c:v>3.0899999999999997E-2</c:v>
                </c:pt>
                <c:pt idx="200">
                  <c:v>3.0800000000000001E-2</c:v>
                </c:pt>
                <c:pt idx="201">
                  <c:v>3.0800000000000001E-2</c:v>
                </c:pt>
                <c:pt idx="202">
                  <c:v>3.0800000000000001E-2</c:v>
                </c:pt>
                <c:pt idx="203">
                  <c:v>2.8999999999999998E-2</c:v>
                </c:pt>
                <c:pt idx="204">
                  <c:v>2.87E-2</c:v>
                </c:pt>
                <c:pt idx="205">
                  <c:v>2.87E-2</c:v>
                </c:pt>
                <c:pt idx="206">
                  <c:v>2.87E-2</c:v>
                </c:pt>
                <c:pt idx="207">
                  <c:v>2.87E-2</c:v>
                </c:pt>
                <c:pt idx="208">
                  <c:v>2.87E-2</c:v>
                </c:pt>
                <c:pt idx="209">
                  <c:v>2.87E-2</c:v>
                </c:pt>
                <c:pt idx="210">
                  <c:v>2.87E-2</c:v>
                </c:pt>
                <c:pt idx="211">
                  <c:v>2.86E-2</c:v>
                </c:pt>
                <c:pt idx="212">
                  <c:v>2.86E-2</c:v>
                </c:pt>
                <c:pt idx="213">
                  <c:v>2.8500000000000001E-2</c:v>
                </c:pt>
                <c:pt idx="214">
                  <c:v>2.8500000000000001E-2</c:v>
                </c:pt>
                <c:pt idx="215">
                  <c:v>2.8500000000000001E-2</c:v>
                </c:pt>
                <c:pt idx="216">
                  <c:v>2.8500000000000001E-2</c:v>
                </c:pt>
                <c:pt idx="217">
                  <c:v>2.8500000000000001E-2</c:v>
                </c:pt>
                <c:pt idx="218">
                  <c:v>2.8500000000000001E-2</c:v>
                </c:pt>
                <c:pt idx="219">
                  <c:v>2.8500000000000001E-2</c:v>
                </c:pt>
                <c:pt idx="220">
                  <c:v>2.8500000000000001E-2</c:v>
                </c:pt>
                <c:pt idx="221">
                  <c:v>2.8500000000000001E-2</c:v>
                </c:pt>
                <c:pt idx="222">
                  <c:v>2.8500000000000001E-2</c:v>
                </c:pt>
                <c:pt idx="223">
                  <c:v>2.8500000000000001E-2</c:v>
                </c:pt>
                <c:pt idx="224">
                  <c:v>2.8500000000000001E-2</c:v>
                </c:pt>
                <c:pt idx="225">
                  <c:v>2.8500000000000001E-2</c:v>
                </c:pt>
                <c:pt idx="226">
                  <c:v>2.8500000000000001E-2</c:v>
                </c:pt>
                <c:pt idx="227">
                  <c:v>2.8500000000000001E-2</c:v>
                </c:pt>
                <c:pt idx="228">
                  <c:v>2.8500000000000001E-2</c:v>
                </c:pt>
                <c:pt idx="229">
                  <c:v>2.8500000000000001E-2</c:v>
                </c:pt>
                <c:pt idx="230">
                  <c:v>2.8500000000000001E-2</c:v>
                </c:pt>
                <c:pt idx="231">
                  <c:v>2.8500000000000001E-2</c:v>
                </c:pt>
                <c:pt idx="232">
                  <c:v>2.8500000000000001E-2</c:v>
                </c:pt>
                <c:pt idx="233">
                  <c:v>2.8500000000000001E-2</c:v>
                </c:pt>
                <c:pt idx="234">
                  <c:v>2.8500000000000001E-2</c:v>
                </c:pt>
                <c:pt idx="235">
                  <c:v>2.8500000000000001E-2</c:v>
                </c:pt>
                <c:pt idx="236">
                  <c:v>2.8500000000000001E-2</c:v>
                </c:pt>
                <c:pt idx="237">
                  <c:v>2.8500000000000001E-2</c:v>
                </c:pt>
                <c:pt idx="238">
                  <c:v>2.8500000000000001E-2</c:v>
                </c:pt>
                <c:pt idx="239">
                  <c:v>2.8500000000000001E-2</c:v>
                </c:pt>
                <c:pt idx="240">
                  <c:v>2.8500000000000001E-2</c:v>
                </c:pt>
                <c:pt idx="241">
                  <c:v>2.8500000000000001E-2</c:v>
                </c:pt>
                <c:pt idx="242">
                  <c:v>2.8500000000000001E-2</c:v>
                </c:pt>
                <c:pt idx="243">
                  <c:v>2.8500000000000001E-2</c:v>
                </c:pt>
                <c:pt idx="244">
                  <c:v>2.87E-2</c:v>
                </c:pt>
                <c:pt idx="245">
                  <c:v>2.8799999999999999E-2</c:v>
                </c:pt>
                <c:pt idx="246">
                  <c:v>2.8799999999999999E-2</c:v>
                </c:pt>
                <c:pt idx="247">
                  <c:v>2.8900000000000002E-2</c:v>
                </c:pt>
                <c:pt idx="248">
                  <c:v>2.8900000000000002E-2</c:v>
                </c:pt>
                <c:pt idx="249">
                  <c:v>2.8900000000000002E-2</c:v>
                </c:pt>
                <c:pt idx="250">
                  <c:v>2.8900000000000002E-2</c:v>
                </c:pt>
                <c:pt idx="251">
                  <c:v>2.8900000000000002E-2</c:v>
                </c:pt>
                <c:pt idx="252">
                  <c:v>2.8900000000000002E-2</c:v>
                </c:pt>
                <c:pt idx="253">
                  <c:v>2.8900000000000002E-2</c:v>
                </c:pt>
                <c:pt idx="254">
                  <c:v>2.8900000000000002E-2</c:v>
                </c:pt>
                <c:pt idx="255">
                  <c:v>2.8900000000000002E-2</c:v>
                </c:pt>
                <c:pt idx="256">
                  <c:v>2.8900000000000002E-2</c:v>
                </c:pt>
                <c:pt idx="257">
                  <c:v>2.8900000000000002E-2</c:v>
                </c:pt>
                <c:pt idx="258">
                  <c:v>2.8900000000000002E-2</c:v>
                </c:pt>
                <c:pt idx="259">
                  <c:v>2.8900000000000002E-2</c:v>
                </c:pt>
                <c:pt idx="260">
                  <c:v>2.8900000000000002E-2</c:v>
                </c:pt>
                <c:pt idx="261">
                  <c:v>2.8900000000000002E-2</c:v>
                </c:pt>
                <c:pt idx="262">
                  <c:v>2.8900000000000002E-2</c:v>
                </c:pt>
                <c:pt idx="263">
                  <c:v>2.8799999999999999E-2</c:v>
                </c:pt>
                <c:pt idx="264">
                  <c:v>2.8799999999999999E-2</c:v>
                </c:pt>
                <c:pt idx="265">
                  <c:v>2.87E-2</c:v>
                </c:pt>
                <c:pt idx="266">
                  <c:v>2.87E-2</c:v>
                </c:pt>
                <c:pt idx="267">
                  <c:v>2.87E-2</c:v>
                </c:pt>
                <c:pt idx="268">
                  <c:v>2.87E-2</c:v>
                </c:pt>
                <c:pt idx="269">
                  <c:v>2.8500000000000001E-2</c:v>
                </c:pt>
                <c:pt idx="270">
                  <c:v>2.8500000000000001E-2</c:v>
                </c:pt>
                <c:pt idx="271">
                  <c:v>2.8500000000000001E-2</c:v>
                </c:pt>
                <c:pt idx="272">
                  <c:v>2.8500000000000001E-2</c:v>
                </c:pt>
                <c:pt idx="273">
                  <c:v>2.8500000000000001E-2</c:v>
                </c:pt>
                <c:pt idx="274">
                  <c:v>2.8500000000000001E-2</c:v>
                </c:pt>
                <c:pt idx="275">
                  <c:v>2.8500000000000001E-2</c:v>
                </c:pt>
                <c:pt idx="276">
                  <c:v>2.8500000000000001E-2</c:v>
                </c:pt>
                <c:pt idx="277">
                  <c:v>2.8500000000000001E-2</c:v>
                </c:pt>
                <c:pt idx="278">
                  <c:v>2.8399999999999998E-2</c:v>
                </c:pt>
                <c:pt idx="279">
                  <c:v>2.8399999999999998E-2</c:v>
                </c:pt>
                <c:pt idx="280">
                  <c:v>2.8399999999999998E-2</c:v>
                </c:pt>
                <c:pt idx="281">
                  <c:v>2.8399999999999998E-2</c:v>
                </c:pt>
                <c:pt idx="282">
                  <c:v>2.8399999999999998E-2</c:v>
                </c:pt>
                <c:pt idx="283">
                  <c:v>2.8399999999999998E-2</c:v>
                </c:pt>
                <c:pt idx="284">
                  <c:v>2.8399999999999998E-2</c:v>
                </c:pt>
                <c:pt idx="285">
                  <c:v>2.8399999999999998E-2</c:v>
                </c:pt>
                <c:pt idx="286">
                  <c:v>2.8399999999999998E-2</c:v>
                </c:pt>
                <c:pt idx="287">
                  <c:v>2.8399999999999998E-2</c:v>
                </c:pt>
                <c:pt idx="288">
                  <c:v>2.8399999999999998E-2</c:v>
                </c:pt>
                <c:pt idx="289">
                  <c:v>2.8399999999999998E-2</c:v>
                </c:pt>
                <c:pt idx="290">
                  <c:v>2.8399999999999998E-2</c:v>
                </c:pt>
                <c:pt idx="291">
                  <c:v>2.8399999999999998E-2</c:v>
                </c:pt>
                <c:pt idx="292">
                  <c:v>2.8399999999999998E-2</c:v>
                </c:pt>
                <c:pt idx="293">
                  <c:v>2.8300000000000002E-2</c:v>
                </c:pt>
                <c:pt idx="294">
                  <c:v>2.8300000000000002E-2</c:v>
                </c:pt>
                <c:pt idx="295">
                  <c:v>2.8300000000000002E-2</c:v>
                </c:pt>
                <c:pt idx="296">
                  <c:v>2.8300000000000002E-2</c:v>
                </c:pt>
                <c:pt idx="297">
                  <c:v>2.8300000000000002E-2</c:v>
                </c:pt>
                <c:pt idx="298">
                  <c:v>2.8300000000000002E-2</c:v>
                </c:pt>
                <c:pt idx="299">
                  <c:v>2.8300000000000002E-2</c:v>
                </c:pt>
                <c:pt idx="300">
                  <c:v>2.8300000000000002E-2</c:v>
                </c:pt>
                <c:pt idx="301">
                  <c:v>2.8199999999999999E-2</c:v>
                </c:pt>
                <c:pt idx="302">
                  <c:v>2.8199999999999999E-2</c:v>
                </c:pt>
                <c:pt idx="303">
                  <c:v>2.8199999999999999E-2</c:v>
                </c:pt>
                <c:pt idx="304">
                  <c:v>2.8199999999999999E-2</c:v>
                </c:pt>
                <c:pt idx="305">
                  <c:v>2.8199999999999999E-2</c:v>
                </c:pt>
                <c:pt idx="306">
                  <c:v>2.8199999999999999E-2</c:v>
                </c:pt>
                <c:pt idx="307">
                  <c:v>2.8199999999999999E-2</c:v>
                </c:pt>
                <c:pt idx="308">
                  <c:v>2.8199999999999999E-2</c:v>
                </c:pt>
                <c:pt idx="309">
                  <c:v>2.8199999999999999E-2</c:v>
                </c:pt>
                <c:pt idx="310">
                  <c:v>2.8199999999999999E-2</c:v>
                </c:pt>
                <c:pt idx="311">
                  <c:v>2.81E-2</c:v>
                </c:pt>
                <c:pt idx="312">
                  <c:v>2.81E-2</c:v>
                </c:pt>
                <c:pt idx="313">
                  <c:v>2.81E-2</c:v>
                </c:pt>
                <c:pt idx="314">
                  <c:v>2.81E-2</c:v>
                </c:pt>
                <c:pt idx="315">
                  <c:v>2.81E-2</c:v>
                </c:pt>
                <c:pt idx="316">
                  <c:v>2.81E-2</c:v>
                </c:pt>
                <c:pt idx="317">
                  <c:v>2.81E-2</c:v>
                </c:pt>
                <c:pt idx="318">
                  <c:v>2.81E-2</c:v>
                </c:pt>
                <c:pt idx="319">
                  <c:v>2.81E-2</c:v>
                </c:pt>
                <c:pt idx="320">
                  <c:v>2.81E-2</c:v>
                </c:pt>
                <c:pt idx="321">
                  <c:v>2.81E-2</c:v>
                </c:pt>
                <c:pt idx="322">
                  <c:v>2.81E-2</c:v>
                </c:pt>
                <c:pt idx="323">
                  <c:v>2.81E-2</c:v>
                </c:pt>
                <c:pt idx="324">
                  <c:v>2.81E-2</c:v>
                </c:pt>
                <c:pt idx="325">
                  <c:v>2.81E-2</c:v>
                </c:pt>
                <c:pt idx="326">
                  <c:v>2.81E-2</c:v>
                </c:pt>
                <c:pt idx="327">
                  <c:v>2.7999999999999997E-2</c:v>
                </c:pt>
                <c:pt idx="328">
                  <c:v>2.7999999999999997E-2</c:v>
                </c:pt>
                <c:pt idx="329">
                  <c:v>2.7999999999999997E-2</c:v>
                </c:pt>
                <c:pt idx="330">
                  <c:v>2.7999999999999997E-2</c:v>
                </c:pt>
                <c:pt idx="331">
                  <c:v>2.7999999999999997E-2</c:v>
                </c:pt>
                <c:pt idx="332">
                  <c:v>2.7999999999999997E-2</c:v>
                </c:pt>
                <c:pt idx="333">
                  <c:v>2.7900000000000001E-2</c:v>
                </c:pt>
                <c:pt idx="334">
                  <c:v>2.7900000000000001E-2</c:v>
                </c:pt>
                <c:pt idx="335">
                  <c:v>2.7900000000000001E-2</c:v>
                </c:pt>
                <c:pt idx="336">
                  <c:v>2.7900000000000001E-2</c:v>
                </c:pt>
                <c:pt idx="337">
                  <c:v>2.7900000000000001E-2</c:v>
                </c:pt>
                <c:pt idx="338">
                  <c:v>2.7900000000000001E-2</c:v>
                </c:pt>
                <c:pt idx="339">
                  <c:v>2.7900000000000001E-2</c:v>
                </c:pt>
                <c:pt idx="340">
                  <c:v>2.7900000000000001E-2</c:v>
                </c:pt>
                <c:pt idx="341">
                  <c:v>2.7900000000000001E-2</c:v>
                </c:pt>
                <c:pt idx="342">
                  <c:v>2.7900000000000001E-2</c:v>
                </c:pt>
                <c:pt idx="343">
                  <c:v>2.7799999999999998E-2</c:v>
                </c:pt>
                <c:pt idx="344">
                  <c:v>2.7900000000000001E-2</c:v>
                </c:pt>
                <c:pt idx="345">
                  <c:v>2.7999999999999997E-2</c:v>
                </c:pt>
                <c:pt idx="346">
                  <c:v>2.81E-2</c:v>
                </c:pt>
                <c:pt idx="347">
                  <c:v>2.81E-2</c:v>
                </c:pt>
                <c:pt idx="348">
                  <c:v>2.81E-2</c:v>
                </c:pt>
                <c:pt idx="349">
                  <c:v>2.81E-2</c:v>
                </c:pt>
                <c:pt idx="350">
                  <c:v>2.81E-2</c:v>
                </c:pt>
                <c:pt idx="351">
                  <c:v>2.81E-2</c:v>
                </c:pt>
                <c:pt idx="352">
                  <c:v>2.81E-2</c:v>
                </c:pt>
                <c:pt idx="353">
                  <c:v>2.69E-2</c:v>
                </c:pt>
                <c:pt idx="354">
                  <c:v>2.69E-2</c:v>
                </c:pt>
                <c:pt idx="355">
                  <c:v>2.69E-2</c:v>
                </c:pt>
                <c:pt idx="356">
                  <c:v>2.69E-2</c:v>
                </c:pt>
                <c:pt idx="357">
                  <c:v>2.69E-2</c:v>
                </c:pt>
                <c:pt idx="358">
                  <c:v>2.69E-2</c:v>
                </c:pt>
                <c:pt idx="359">
                  <c:v>2.69E-2</c:v>
                </c:pt>
                <c:pt idx="360">
                  <c:v>2.69E-2</c:v>
                </c:pt>
                <c:pt idx="361">
                  <c:v>2.69E-2</c:v>
                </c:pt>
                <c:pt idx="362">
                  <c:v>2.69E-2</c:v>
                </c:pt>
                <c:pt idx="363">
                  <c:v>2.69E-2</c:v>
                </c:pt>
                <c:pt idx="364">
                  <c:v>2.69E-2</c:v>
                </c:pt>
                <c:pt idx="365">
                  <c:v>2.69E-2</c:v>
                </c:pt>
                <c:pt idx="366">
                  <c:v>2.69E-2</c:v>
                </c:pt>
                <c:pt idx="367">
                  <c:v>2.69E-2</c:v>
                </c:pt>
                <c:pt idx="368">
                  <c:v>2.69E-2</c:v>
                </c:pt>
                <c:pt idx="369">
                  <c:v>2.69E-2</c:v>
                </c:pt>
                <c:pt idx="370">
                  <c:v>2.69E-2</c:v>
                </c:pt>
                <c:pt idx="371">
                  <c:v>2.69E-2</c:v>
                </c:pt>
                <c:pt idx="372">
                  <c:v>2.69E-2</c:v>
                </c:pt>
                <c:pt idx="373">
                  <c:v>2.69E-2</c:v>
                </c:pt>
                <c:pt idx="374">
                  <c:v>2.69E-2</c:v>
                </c:pt>
                <c:pt idx="375">
                  <c:v>2.69E-2</c:v>
                </c:pt>
                <c:pt idx="376">
                  <c:v>2.69E-2</c:v>
                </c:pt>
                <c:pt idx="377">
                  <c:v>2.69E-2</c:v>
                </c:pt>
                <c:pt idx="378">
                  <c:v>2.69E-2</c:v>
                </c:pt>
                <c:pt idx="379">
                  <c:v>2.69E-2</c:v>
                </c:pt>
                <c:pt idx="380">
                  <c:v>2.69E-2</c:v>
                </c:pt>
                <c:pt idx="381">
                  <c:v>2.69E-2</c:v>
                </c:pt>
                <c:pt idx="382">
                  <c:v>2.69E-2</c:v>
                </c:pt>
                <c:pt idx="383">
                  <c:v>2.69E-2</c:v>
                </c:pt>
                <c:pt idx="384">
                  <c:v>2.7000000000000003E-2</c:v>
                </c:pt>
                <c:pt idx="385">
                  <c:v>2.69E-2</c:v>
                </c:pt>
                <c:pt idx="386">
                  <c:v>2.69E-2</c:v>
                </c:pt>
                <c:pt idx="387">
                  <c:v>2.69E-2</c:v>
                </c:pt>
                <c:pt idx="388">
                  <c:v>2.69E-2</c:v>
                </c:pt>
                <c:pt idx="389">
                  <c:v>2.69E-2</c:v>
                </c:pt>
                <c:pt idx="390">
                  <c:v>2.69E-2</c:v>
                </c:pt>
                <c:pt idx="391">
                  <c:v>2.69E-2</c:v>
                </c:pt>
                <c:pt idx="392">
                  <c:v>2.69E-2</c:v>
                </c:pt>
                <c:pt idx="393">
                  <c:v>2.69E-2</c:v>
                </c:pt>
                <c:pt idx="394">
                  <c:v>2.69E-2</c:v>
                </c:pt>
                <c:pt idx="395">
                  <c:v>2.69E-2</c:v>
                </c:pt>
                <c:pt idx="396">
                  <c:v>2.69E-2</c:v>
                </c:pt>
                <c:pt idx="397">
                  <c:v>2.69E-2</c:v>
                </c:pt>
                <c:pt idx="398">
                  <c:v>2.69E-2</c:v>
                </c:pt>
                <c:pt idx="399">
                  <c:v>2.69E-2</c:v>
                </c:pt>
                <c:pt idx="400">
                  <c:v>2.69E-2</c:v>
                </c:pt>
                <c:pt idx="401">
                  <c:v>2.69E-2</c:v>
                </c:pt>
                <c:pt idx="402">
                  <c:v>2.69E-2</c:v>
                </c:pt>
                <c:pt idx="403">
                  <c:v>2.69E-2</c:v>
                </c:pt>
                <c:pt idx="404">
                  <c:v>2.6699999999999998E-2</c:v>
                </c:pt>
                <c:pt idx="405">
                  <c:v>2.6699999999999998E-2</c:v>
                </c:pt>
                <c:pt idx="406">
                  <c:v>2.6699999999999998E-2</c:v>
                </c:pt>
                <c:pt idx="407">
                  <c:v>2.6699999999999998E-2</c:v>
                </c:pt>
                <c:pt idx="408">
                  <c:v>2.6600000000000002E-2</c:v>
                </c:pt>
                <c:pt idx="409">
                  <c:v>2.6699999999999998E-2</c:v>
                </c:pt>
                <c:pt idx="410">
                  <c:v>2.6600000000000002E-2</c:v>
                </c:pt>
                <c:pt idx="411">
                  <c:v>2.6600000000000002E-2</c:v>
                </c:pt>
                <c:pt idx="412">
                  <c:v>2.6600000000000002E-2</c:v>
                </c:pt>
                <c:pt idx="413">
                  <c:v>2.6600000000000002E-2</c:v>
                </c:pt>
                <c:pt idx="414">
                  <c:v>2.6600000000000002E-2</c:v>
                </c:pt>
                <c:pt idx="415">
                  <c:v>2.6600000000000002E-2</c:v>
                </c:pt>
                <c:pt idx="416">
                  <c:v>2.6600000000000002E-2</c:v>
                </c:pt>
                <c:pt idx="417">
                  <c:v>2.6600000000000002E-2</c:v>
                </c:pt>
                <c:pt idx="418">
                  <c:v>2.6600000000000002E-2</c:v>
                </c:pt>
                <c:pt idx="419">
                  <c:v>2.6600000000000002E-2</c:v>
                </c:pt>
                <c:pt idx="420">
                  <c:v>2.6600000000000002E-2</c:v>
                </c:pt>
                <c:pt idx="421">
                  <c:v>2.6600000000000002E-2</c:v>
                </c:pt>
                <c:pt idx="422">
                  <c:v>2.6600000000000002E-2</c:v>
                </c:pt>
                <c:pt idx="423">
                  <c:v>2.6600000000000002E-2</c:v>
                </c:pt>
                <c:pt idx="424">
                  <c:v>2.6600000000000002E-2</c:v>
                </c:pt>
                <c:pt idx="425">
                  <c:v>2.6600000000000002E-2</c:v>
                </c:pt>
                <c:pt idx="426">
                  <c:v>2.6600000000000002E-2</c:v>
                </c:pt>
                <c:pt idx="427">
                  <c:v>2.6600000000000002E-2</c:v>
                </c:pt>
                <c:pt idx="428">
                  <c:v>2.6600000000000002E-2</c:v>
                </c:pt>
                <c:pt idx="429">
                  <c:v>2.6600000000000002E-2</c:v>
                </c:pt>
                <c:pt idx="430">
                  <c:v>2.6600000000000002E-2</c:v>
                </c:pt>
                <c:pt idx="431">
                  <c:v>2.6600000000000002E-2</c:v>
                </c:pt>
                <c:pt idx="432">
                  <c:v>2.6600000000000002E-2</c:v>
                </c:pt>
                <c:pt idx="433">
                  <c:v>2.6600000000000002E-2</c:v>
                </c:pt>
                <c:pt idx="434">
                  <c:v>2.6600000000000002E-2</c:v>
                </c:pt>
                <c:pt idx="435">
                  <c:v>2.6600000000000002E-2</c:v>
                </c:pt>
                <c:pt idx="436">
                  <c:v>2.6600000000000002E-2</c:v>
                </c:pt>
                <c:pt idx="437">
                  <c:v>2.6600000000000002E-2</c:v>
                </c:pt>
                <c:pt idx="438">
                  <c:v>2.6600000000000002E-2</c:v>
                </c:pt>
                <c:pt idx="439">
                  <c:v>2.6600000000000002E-2</c:v>
                </c:pt>
                <c:pt idx="440">
                  <c:v>2.6600000000000002E-2</c:v>
                </c:pt>
                <c:pt idx="441">
                  <c:v>2.6600000000000002E-2</c:v>
                </c:pt>
                <c:pt idx="442">
                  <c:v>2.6600000000000002E-2</c:v>
                </c:pt>
                <c:pt idx="443">
                  <c:v>2.6600000000000002E-2</c:v>
                </c:pt>
                <c:pt idx="444">
                  <c:v>2.6600000000000002E-2</c:v>
                </c:pt>
                <c:pt idx="445">
                  <c:v>2.6600000000000002E-2</c:v>
                </c:pt>
                <c:pt idx="446">
                  <c:v>2.6600000000000002E-2</c:v>
                </c:pt>
                <c:pt idx="447">
                  <c:v>2.6600000000000002E-2</c:v>
                </c:pt>
                <c:pt idx="448">
                  <c:v>2.6600000000000002E-2</c:v>
                </c:pt>
                <c:pt idx="449">
                  <c:v>2.6600000000000002E-2</c:v>
                </c:pt>
                <c:pt idx="450">
                  <c:v>2.6600000000000002E-2</c:v>
                </c:pt>
                <c:pt idx="451">
                  <c:v>2.6600000000000002E-2</c:v>
                </c:pt>
                <c:pt idx="452">
                  <c:v>2.6600000000000002E-2</c:v>
                </c:pt>
                <c:pt idx="453">
                  <c:v>2.6600000000000002E-2</c:v>
                </c:pt>
                <c:pt idx="454">
                  <c:v>2.6600000000000002E-2</c:v>
                </c:pt>
                <c:pt idx="455">
                  <c:v>2.6600000000000002E-2</c:v>
                </c:pt>
                <c:pt idx="456">
                  <c:v>2.6600000000000002E-2</c:v>
                </c:pt>
                <c:pt idx="457">
                  <c:v>2.6600000000000002E-2</c:v>
                </c:pt>
                <c:pt idx="458">
                  <c:v>2.6600000000000002E-2</c:v>
                </c:pt>
                <c:pt idx="459">
                  <c:v>2.6600000000000002E-2</c:v>
                </c:pt>
                <c:pt idx="460">
                  <c:v>2.6600000000000002E-2</c:v>
                </c:pt>
                <c:pt idx="461">
                  <c:v>2.6600000000000002E-2</c:v>
                </c:pt>
                <c:pt idx="462">
                  <c:v>2.6600000000000002E-2</c:v>
                </c:pt>
                <c:pt idx="463">
                  <c:v>2.6600000000000002E-2</c:v>
                </c:pt>
                <c:pt idx="464">
                  <c:v>2.6600000000000002E-2</c:v>
                </c:pt>
                <c:pt idx="465">
                  <c:v>2.6600000000000002E-2</c:v>
                </c:pt>
                <c:pt idx="466">
                  <c:v>2.6600000000000002E-2</c:v>
                </c:pt>
                <c:pt idx="467">
                  <c:v>2.6600000000000002E-2</c:v>
                </c:pt>
                <c:pt idx="468">
                  <c:v>2.6600000000000002E-2</c:v>
                </c:pt>
                <c:pt idx="469">
                  <c:v>2.6600000000000002E-2</c:v>
                </c:pt>
                <c:pt idx="470">
                  <c:v>2.6600000000000002E-2</c:v>
                </c:pt>
                <c:pt idx="471">
                  <c:v>2.6600000000000002E-2</c:v>
                </c:pt>
                <c:pt idx="472">
                  <c:v>2.6600000000000002E-2</c:v>
                </c:pt>
                <c:pt idx="473">
                  <c:v>2.6600000000000002E-2</c:v>
                </c:pt>
                <c:pt idx="474">
                  <c:v>2.6600000000000002E-2</c:v>
                </c:pt>
                <c:pt idx="475">
                  <c:v>2.6600000000000002E-2</c:v>
                </c:pt>
                <c:pt idx="476">
                  <c:v>2.6499999999999999E-2</c:v>
                </c:pt>
                <c:pt idx="477">
                  <c:v>2.6499999999999999E-2</c:v>
                </c:pt>
                <c:pt idx="478">
                  <c:v>2.6499999999999999E-2</c:v>
                </c:pt>
                <c:pt idx="479">
                  <c:v>2.6499999999999999E-2</c:v>
                </c:pt>
                <c:pt idx="480">
                  <c:v>2.6499999999999999E-2</c:v>
                </c:pt>
                <c:pt idx="481">
                  <c:v>2.6499999999999999E-2</c:v>
                </c:pt>
                <c:pt idx="482">
                  <c:v>2.6499999999999999E-2</c:v>
                </c:pt>
                <c:pt idx="483">
                  <c:v>2.6499999999999999E-2</c:v>
                </c:pt>
                <c:pt idx="484">
                  <c:v>2.6499999999999999E-2</c:v>
                </c:pt>
                <c:pt idx="485">
                  <c:v>2.6499999999999999E-2</c:v>
                </c:pt>
                <c:pt idx="486">
                  <c:v>2.6499999999999999E-2</c:v>
                </c:pt>
                <c:pt idx="487">
                  <c:v>2.6499999999999999E-2</c:v>
                </c:pt>
                <c:pt idx="488">
                  <c:v>2.6499999999999999E-2</c:v>
                </c:pt>
                <c:pt idx="489">
                  <c:v>2.6499999999999999E-2</c:v>
                </c:pt>
                <c:pt idx="490">
                  <c:v>2.6499999999999999E-2</c:v>
                </c:pt>
                <c:pt idx="491">
                  <c:v>2.6499999999999999E-2</c:v>
                </c:pt>
                <c:pt idx="492">
                  <c:v>2.6499999999999999E-2</c:v>
                </c:pt>
                <c:pt idx="493">
                  <c:v>2.6499999999999999E-2</c:v>
                </c:pt>
                <c:pt idx="494">
                  <c:v>2.6499999999999999E-2</c:v>
                </c:pt>
                <c:pt idx="495">
                  <c:v>2.6499999999999999E-2</c:v>
                </c:pt>
                <c:pt idx="496">
                  <c:v>2.6499999999999999E-2</c:v>
                </c:pt>
                <c:pt idx="497">
                  <c:v>2.6499999999999999E-2</c:v>
                </c:pt>
                <c:pt idx="498">
                  <c:v>2.6499999999999999E-2</c:v>
                </c:pt>
                <c:pt idx="499">
                  <c:v>2.6499999999999999E-2</c:v>
                </c:pt>
                <c:pt idx="500">
                  <c:v>2.6499999999999999E-2</c:v>
                </c:pt>
                <c:pt idx="501">
                  <c:v>2.6499999999999999E-2</c:v>
                </c:pt>
                <c:pt idx="502">
                  <c:v>2.6499999999999999E-2</c:v>
                </c:pt>
                <c:pt idx="503">
                  <c:v>2.6499999999999999E-2</c:v>
                </c:pt>
                <c:pt idx="504">
                  <c:v>2.6499999999999999E-2</c:v>
                </c:pt>
                <c:pt idx="505">
                  <c:v>2.6499999999999999E-2</c:v>
                </c:pt>
                <c:pt idx="506">
                  <c:v>2.6499999999999999E-2</c:v>
                </c:pt>
                <c:pt idx="507">
                  <c:v>2.6499999999999999E-2</c:v>
                </c:pt>
                <c:pt idx="508">
                  <c:v>2.6499999999999999E-2</c:v>
                </c:pt>
                <c:pt idx="509">
                  <c:v>2.6499999999999999E-2</c:v>
                </c:pt>
                <c:pt idx="510">
                  <c:v>2.6499999999999999E-2</c:v>
                </c:pt>
                <c:pt idx="511">
                  <c:v>2.6499999999999999E-2</c:v>
                </c:pt>
                <c:pt idx="512">
                  <c:v>2.6499999999999999E-2</c:v>
                </c:pt>
                <c:pt idx="513">
                  <c:v>2.6499999999999999E-2</c:v>
                </c:pt>
                <c:pt idx="514">
                  <c:v>2.6499999999999999E-2</c:v>
                </c:pt>
                <c:pt idx="515">
                  <c:v>2.6499999999999999E-2</c:v>
                </c:pt>
                <c:pt idx="516">
                  <c:v>2.6499999999999999E-2</c:v>
                </c:pt>
                <c:pt idx="517">
                  <c:v>2.6499999999999999E-2</c:v>
                </c:pt>
                <c:pt idx="518">
                  <c:v>2.6499999999999999E-2</c:v>
                </c:pt>
                <c:pt idx="519">
                  <c:v>2.6499999999999999E-2</c:v>
                </c:pt>
                <c:pt idx="520">
                  <c:v>2.6600000000000002E-2</c:v>
                </c:pt>
                <c:pt idx="521">
                  <c:v>2.6600000000000002E-2</c:v>
                </c:pt>
                <c:pt idx="522">
                  <c:v>2.6600000000000002E-2</c:v>
                </c:pt>
                <c:pt idx="523">
                  <c:v>2.6600000000000002E-2</c:v>
                </c:pt>
                <c:pt idx="524">
                  <c:v>2.6600000000000002E-2</c:v>
                </c:pt>
                <c:pt idx="525">
                  <c:v>2.6600000000000002E-2</c:v>
                </c:pt>
                <c:pt idx="526">
                  <c:v>2.6600000000000002E-2</c:v>
                </c:pt>
                <c:pt idx="527">
                  <c:v>2.6600000000000002E-2</c:v>
                </c:pt>
                <c:pt idx="528">
                  <c:v>2.6499999999999999E-2</c:v>
                </c:pt>
                <c:pt idx="529">
                  <c:v>2.6499999999999999E-2</c:v>
                </c:pt>
                <c:pt idx="530">
                  <c:v>2.6499999999999999E-2</c:v>
                </c:pt>
                <c:pt idx="531">
                  <c:v>2.6499999999999999E-2</c:v>
                </c:pt>
                <c:pt idx="532">
                  <c:v>2.6499999999999999E-2</c:v>
                </c:pt>
                <c:pt idx="533">
                  <c:v>2.6499999999999999E-2</c:v>
                </c:pt>
                <c:pt idx="534">
                  <c:v>2.6499999999999999E-2</c:v>
                </c:pt>
                <c:pt idx="535">
                  <c:v>2.6499999999999999E-2</c:v>
                </c:pt>
                <c:pt idx="536">
                  <c:v>2.6499999999999999E-2</c:v>
                </c:pt>
                <c:pt idx="537">
                  <c:v>2.6499999999999999E-2</c:v>
                </c:pt>
                <c:pt idx="538">
                  <c:v>2.6499999999999999E-2</c:v>
                </c:pt>
                <c:pt idx="539">
                  <c:v>2.6499999999999999E-2</c:v>
                </c:pt>
                <c:pt idx="540">
                  <c:v>2.6499999999999999E-2</c:v>
                </c:pt>
                <c:pt idx="541">
                  <c:v>2.6499999999999999E-2</c:v>
                </c:pt>
                <c:pt idx="542">
                  <c:v>2.6499999999999999E-2</c:v>
                </c:pt>
                <c:pt idx="543">
                  <c:v>2.6499999999999999E-2</c:v>
                </c:pt>
                <c:pt idx="544">
                  <c:v>2.6499999999999999E-2</c:v>
                </c:pt>
                <c:pt idx="545">
                  <c:v>2.6499999999999999E-2</c:v>
                </c:pt>
                <c:pt idx="546">
                  <c:v>2.6499999999999999E-2</c:v>
                </c:pt>
                <c:pt idx="547">
                  <c:v>2.6499999999999999E-2</c:v>
                </c:pt>
                <c:pt idx="548">
                  <c:v>2.6499999999999999E-2</c:v>
                </c:pt>
                <c:pt idx="549">
                  <c:v>2.6499999999999999E-2</c:v>
                </c:pt>
                <c:pt idx="550">
                  <c:v>2.6499999999999999E-2</c:v>
                </c:pt>
                <c:pt idx="551">
                  <c:v>2.6499999999999999E-2</c:v>
                </c:pt>
                <c:pt idx="552">
                  <c:v>2.6499999999999999E-2</c:v>
                </c:pt>
                <c:pt idx="553">
                  <c:v>2.6499999999999999E-2</c:v>
                </c:pt>
                <c:pt idx="554">
                  <c:v>2.6499999999999999E-2</c:v>
                </c:pt>
                <c:pt idx="555">
                  <c:v>2.6499999999999999E-2</c:v>
                </c:pt>
                <c:pt idx="556">
                  <c:v>2.6499999999999999E-2</c:v>
                </c:pt>
                <c:pt idx="557">
                  <c:v>2.6499999999999999E-2</c:v>
                </c:pt>
                <c:pt idx="558">
                  <c:v>2.6499999999999999E-2</c:v>
                </c:pt>
                <c:pt idx="559">
                  <c:v>2.6499999999999999E-2</c:v>
                </c:pt>
                <c:pt idx="560">
                  <c:v>2.6499999999999999E-2</c:v>
                </c:pt>
                <c:pt idx="561">
                  <c:v>2.6499999999999999E-2</c:v>
                </c:pt>
                <c:pt idx="562">
                  <c:v>2.6499999999999999E-2</c:v>
                </c:pt>
                <c:pt idx="563">
                  <c:v>2.6499999999999999E-2</c:v>
                </c:pt>
                <c:pt idx="564">
                  <c:v>2.6499999999999999E-2</c:v>
                </c:pt>
                <c:pt idx="565">
                  <c:v>2.6499999999999999E-2</c:v>
                </c:pt>
                <c:pt idx="566">
                  <c:v>2.6499999999999999E-2</c:v>
                </c:pt>
                <c:pt idx="567">
                  <c:v>2.6499999999999999E-2</c:v>
                </c:pt>
                <c:pt idx="568">
                  <c:v>2.6499999999999999E-2</c:v>
                </c:pt>
                <c:pt idx="569">
                  <c:v>2.6499999999999999E-2</c:v>
                </c:pt>
                <c:pt idx="570">
                  <c:v>2.6499999999999999E-2</c:v>
                </c:pt>
                <c:pt idx="571">
                  <c:v>2.6499999999999999E-2</c:v>
                </c:pt>
                <c:pt idx="572">
                  <c:v>2.6499999999999999E-2</c:v>
                </c:pt>
                <c:pt idx="573">
                  <c:v>2.6499999999999999E-2</c:v>
                </c:pt>
                <c:pt idx="574">
                  <c:v>2.6499999999999999E-2</c:v>
                </c:pt>
                <c:pt idx="575">
                  <c:v>2.6499999999999999E-2</c:v>
                </c:pt>
                <c:pt idx="576">
                  <c:v>2.6499999999999999E-2</c:v>
                </c:pt>
                <c:pt idx="577">
                  <c:v>2.6499999999999999E-2</c:v>
                </c:pt>
                <c:pt idx="578">
                  <c:v>2.6499999999999999E-2</c:v>
                </c:pt>
                <c:pt idx="579">
                  <c:v>2.6499999999999999E-2</c:v>
                </c:pt>
                <c:pt idx="580">
                  <c:v>2.6499999999999999E-2</c:v>
                </c:pt>
                <c:pt idx="581">
                  <c:v>2.6499999999999999E-2</c:v>
                </c:pt>
                <c:pt idx="582">
                  <c:v>2.6499999999999999E-2</c:v>
                </c:pt>
                <c:pt idx="583">
                  <c:v>2.6499999999999999E-2</c:v>
                </c:pt>
                <c:pt idx="584">
                  <c:v>2.6499999999999999E-2</c:v>
                </c:pt>
                <c:pt idx="585">
                  <c:v>2.6499999999999999E-2</c:v>
                </c:pt>
                <c:pt idx="586">
                  <c:v>2.6499999999999999E-2</c:v>
                </c:pt>
                <c:pt idx="587">
                  <c:v>2.6499999999999999E-2</c:v>
                </c:pt>
                <c:pt idx="588">
                  <c:v>2.6499999999999999E-2</c:v>
                </c:pt>
                <c:pt idx="589">
                  <c:v>2.6499999999999999E-2</c:v>
                </c:pt>
                <c:pt idx="590">
                  <c:v>2.6499999999999999E-2</c:v>
                </c:pt>
                <c:pt idx="591">
                  <c:v>2.6499999999999999E-2</c:v>
                </c:pt>
                <c:pt idx="592">
                  <c:v>2.6499999999999999E-2</c:v>
                </c:pt>
                <c:pt idx="593">
                  <c:v>2.6499999999999999E-2</c:v>
                </c:pt>
                <c:pt idx="594">
                  <c:v>2.6499999999999999E-2</c:v>
                </c:pt>
                <c:pt idx="595">
                  <c:v>2.6499999999999999E-2</c:v>
                </c:pt>
                <c:pt idx="596">
                  <c:v>2.6499999999999999E-2</c:v>
                </c:pt>
                <c:pt idx="597">
                  <c:v>2.6499999999999999E-2</c:v>
                </c:pt>
                <c:pt idx="598">
                  <c:v>2.6499999999999999E-2</c:v>
                </c:pt>
                <c:pt idx="599">
                  <c:v>2.6499999999999999E-2</c:v>
                </c:pt>
                <c:pt idx="600">
                  <c:v>2.6499999999999999E-2</c:v>
                </c:pt>
                <c:pt idx="601">
                  <c:v>2.6499999999999999E-2</c:v>
                </c:pt>
                <c:pt idx="602">
                  <c:v>2.6499999999999999E-2</c:v>
                </c:pt>
                <c:pt idx="603">
                  <c:v>2.6499999999999999E-2</c:v>
                </c:pt>
                <c:pt idx="604">
                  <c:v>2.6499999999999999E-2</c:v>
                </c:pt>
                <c:pt idx="605">
                  <c:v>2.6499999999999999E-2</c:v>
                </c:pt>
                <c:pt idx="606">
                  <c:v>2.6499999999999999E-2</c:v>
                </c:pt>
                <c:pt idx="607">
                  <c:v>2.6499999999999999E-2</c:v>
                </c:pt>
                <c:pt idx="608">
                  <c:v>2.6499999999999999E-2</c:v>
                </c:pt>
                <c:pt idx="609">
                  <c:v>2.6499999999999999E-2</c:v>
                </c:pt>
                <c:pt idx="610">
                  <c:v>2.6499999999999999E-2</c:v>
                </c:pt>
                <c:pt idx="611">
                  <c:v>2.6499999999999999E-2</c:v>
                </c:pt>
                <c:pt idx="612">
                  <c:v>2.6499999999999999E-2</c:v>
                </c:pt>
                <c:pt idx="613">
                  <c:v>2.6499999999999999E-2</c:v>
                </c:pt>
                <c:pt idx="614">
                  <c:v>2.6499999999999999E-2</c:v>
                </c:pt>
                <c:pt idx="615">
                  <c:v>2.6499999999999999E-2</c:v>
                </c:pt>
                <c:pt idx="616">
                  <c:v>2.6499999999999999E-2</c:v>
                </c:pt>
                <c:pt idx="617">
                  <c:v>2.6499999999999999E-2</c:v>
                </c:pt>
                <c:pt idx="618">
                  <c:v>2.6499999999999999E-2</c:v>
                </c:pt>
                <c:pt idx="619">
                  <c:v>2.6499999999999999E-2</c:v>
                </c:pt>
                <c:pt idx="620">
                  <c:v>2.6499999999999999E-2</c:v>
                </c:pt>
                <c:pt idx="621">
                  <c:v>2.6499999999999999E-2</c:v>
                </c:pt>
                <c:pt idx="622">
                  <c:v>2.6499999999999999E-2</c:v>
                </c:pt>
                <c:pt idx="623">
                  <c:v>2.6499999999999999E-2</c:v>
                </c:pt>
                <c:pt idx="624">
                  <c:v>2.6499999999999999E-2</c:v>
                </c:pt>
                <c:pt idx="625">
                  <c:v>2.6499999999999999E-2</c:v>
                </c:pt>
                <c:pt idx="626">
                  <c:v>2.6499999999999999E-2</c:v>
                </c:pt>
                <c:pt idx="627">
                  <c:v>2.6499999999999999E-2</c:v>
                </c:pt>
                <c:pt idx="628">
                  <c:v>2.6499999999999999E-2</c:v>
                </c:pt>
                <c:pt idx="629">
                  <c:v>2.6499999999999999E-2</c:v>
                </c:pt>
                <c:pt idx="630">
                  <c:v>2.6499999999999999E-2</c:v>
                </c:pt>
                <c:pt idx="631">
                  <c:v>2.6499999999999999E-2</c:v>
                </c:pt>
                <c:pt idx="632">
                  <c:v>2.6499999999999999E-2</c:v>
                </c:pt>
                <c:pt idx="633">
                  <c:v>2.6499999999999999E-2</c:v>
                </c:pt>
                <c:pt idx="634">
                  <c:v>2.6499999999999999E-2</c:v>
                </c:pt>
                <c:pt idx="635">
                  <c:v>2.6499999999999999E-2</c:v>
                </c:pt>
                <c:pt idx="636">
                  <c:v>2.6499999999999999E-2</c:v>
                </c:pt>
                <c:pt idx="637">
                  <c:v>2.6499999999999999E-2</c:v>
                </c:pt>
                <c:pt idx="638">
                  <c:v>2.6499999999999999E-2</c:v>
                </c:pt>
                <c:pt idx="639">
                  <c:v>2.6499999999999999E-2</c:v>
                </c:pt>
                <c:pt idx="640">
                  <c:v>2.6499999999999999E-2</c:v>
                </c:pt>
                <c:pt idx="641">
                  <c:v>2.6499999999999999E-2</c:v>
                </c:pt>
                <c:pt idx="642">
                  <c:v>2.6499999999999999E-2</c:v>
                </c:pt>
                <c:pt idx="643">
                  <c:v>2.6499999999999999E-2</c:v>
                </c:pt>
                <c:pt idx="644">
                  <c:v>2.6499999999999999E-2</c:v>
                </c:pt>
                <c:pt idx="645">
                  <c:v>2.6499999999999999E-2</c:v>
                </c:pt>
                <c:pt idx="646">
                  <c:v>2.6499999999999999E-2</c:v>
                </c:pt>
                <c:pt idx="647">
                  <c:v>2.6499999999999999E-2</c:v>
                </c:pt>
                <c:pt idx="648">
                  <c:v>2.6499999999999999E-2</c:v>
                </c:pt>
                <c:pt idx="649">
                  <c:v>2.6499999999999999E-2</c:v>
                </c:pt>
                <c:pt idx="650">
                  <c:v>2.6499999999999999E-2</c:v>
                </c:pt>
                <c:pt idx="651">
                  <c:v>2.6499999999999999E-2</c:v>
                </c:pt>
                <c:pt idx="652">
                  <c:v>2.6499999999999999E-2</c:v>
                </c:pt>
                <c:pt idx="653">
                  <c:v>2.6499999999999999E-2</c:v>
                </c:pt>
                <c:pt idx="654">
                  <c:v>2.6499999999999999E-2</c:v>
                </c:pt>
                <c:pt idx="655">
                  <c:v>2.6499999999999999E-2</c:v>
                </c:pt>
                <c:pt idx="656">
                  <c:v>2.6499999999999999E-2</c:v>
                </c:pt>
                <c:pt idx="657">
                  <c:v>2.6499999999999999E-2</c:v>
                </c:pt>
                <c:pt idx="658">
                  <c:v>2.6499999999999999E-2</c:v>
                </c:pt>
                <c:pt idx="659">
                  <c:v>2.6499999999999999E-2</c:v>
                </c:pt>
                <c:pt idx="660">
                  <c:v>2.6499999999999999E-2</c:v>
                </c:pt>
                <c:pt idx="661">
                  <c:v>2.6499999999999999E-2</c:v>
                </c:pt>
                <c:pt idx="662">
                  <c:v>2.6499999999999999E-2</c:v>
                </c:pt>
                <c:pt idx="663">
                  <c:v>2.6499999999999999E-2</c:v>
                </c:pt>
                <c:pt idx="664">
                  <c:v>2.6499999999999999E-2</c:v>
                </c:pt>
                <c:pt idx="665">
                  <c:v>2.6499999999999999E-2</c:v>
                </c:pt>
                <c:pt idx="666">
                  <c:v>2.6499999999999999E-2</c:v>
                </c:pt>
                <c:pt idx="667">
                  <c:v>2.6499999999999999E-2</c:v>
                </c:pt>
                <c:pt idx="668">
                  <c:v>2.6499999999999999E-2</c:v>
                </c:pt>
                <c:pt idx="669">
                  <c:v>2.6499999999999999E-2</c:v>
                </c:pt>
                <c:pt idx="670">
                  <c:v>2.6499999999999999E-2</c:v>
                </c:pt>
                <c:pt idx="671">
                  <c:v>2.6499999999999999E-2</c:v>
                </c:pt>
                <c:pt idx="672">
                  <c:v>2.6499999999999999E-2</c:v>
                </c:pt>
                <c:pt idx="673">
                  <c:v>2.6499999999999999E-2</c:v>
                </c:pt>
                <c:pt idx="674">
                  <c:v>2.6499999999999999E-2</c:v>
                </c:pt>
                <c:pt idx="675">
                  <c:v>2.6499999999999999E-2</c:v>
                </c:pt>
                <c:pt idx="676">
                  <c:v>2.6499999999999999E-2</c:v>
                </c:pt>
                <c:pt idx="677">
                  <c:v>2.6499999999999999E-2</c:v>
                </c:pt>
                <c:pt idx="678">
                  <c:v>2.6499999999999999E-2</c:v>
                </c:pt>
                <c:pt idx="679">
                  <c:v>2.6499999999999999E-2</c:v>
                </c:pt>
                <c:pt idx="680">
                  <c:v>2.63E-2</c:v>
                </c:pt>
                <c:pt idx="681">
                  <c:v>2.6200000000000001E-2</c:v>
                </c:pt>
                <c:pt idx="682">
                  <c:v>2.6099999999999998E-2</c:v>
                </c:pt>
                <c:pt idx="683">
                  <c:v>2.46E-2</c:v>
                </c:pt>
                <c:pt idx="684">
                  <c:v>2.46E-2</c:v>
                </c:pt>
                <c:pt idx="685">
                  <c:v>2.4300000000000002E-2</c:v>
                </c:pt>
                <c:pt idx="686">
                  <c:v>2.4199999999999999E-2</c:v>
                </c:pt>
                <c:pt idx="687">
                  <c:v>2.4199999999999999E-2</c:v>
                </c:pt>
                <c:pt idx="688">
                  <c:v>2.4199999999999999E-2</c:v>
                </c:pt>
                <c:pt idx="689">
                  <c:v>2.41E-2</c:v>
                </c:pt>
                <c:pt idx="690">
                  <c:v>2.41E-2</c:v>
                </c:pt>
                <c:pt idx="691">
                  <c:v>2.4E-2</c:v>
                </c:pt>
                <c:pt idx="692">
                  <c:v>2.4E-2</c:v>
                </c:pt>
                <c:pt idx="693">
                  <c:v>2.4E-2</c:v>
                </c:pt>
                <c:pt idx="694">
                  <c:v>2.4E-2</c:v>
                </c:pt>
                <c:pt idx="695">
                  <c:v>2.4E-2</c:v>
                </c:pt>
                <c:pt idx="696">
                  <c:v>2.3599999999999999E-2</c:v>
                </c:pt>
                <c:pt idx="697">
                  <c:v>2.3599999999999999E-2</c:v>
                </c:pt>
                <c:pt idx="698">
                  <c:v>2.35E-2</c:v>
                </c:pt>
                <c:pt idx="699">
                  <c:v>2.35E-2</c:v>
                </c:pt>
                <c:pt idx="700">
                  <c:v>2.35E-2</c:v>
                </c:pt>
                <c:pt idx="701">
                  <c:v>2.35E-2</c:v>
                </c:pt>
                <c:pt idx="702">
                  <c:v>2.35E-2</c:v>
                </c:pt>
                <c:pt idx="703">
                  <c:v>2.35E-2</c:v>
                </c:pt>
                <c:pt idx="704">
                  <c:v>2.35E-2</c:v>
                </c:pt>
                <c:pt idx="705">
                  <c:v>2.35E-2</c:v>
                </c:pt>
                <c:pt idx="706">
                  <c:v>2.35E-2</c:v>
                </c:pt>
                <c:pt idx="707">
                  <c:v>2.35E-2</c:v>
                </c:pt>
                <c:pt idx="708">
                  <c:v>2.35E-2</c:v>
                </c:pt>
                <c:pt idx="709">
                  <c:v>2.35E-2</c:v>
                </c:pt>
                <c:pt idx="710">
                  <c:v>2.35E-2</c:v>
                </c:pt>
                <c:pt idx="711">
                  <c:v>2.35E-2</c:v>
                </c:pt>
                <c:pt idx="712">
                  <c:v>2.35E-2</c:v>
                </c:pt>
                <c:pt idx="713">
                  <c:v>2.35E-2</c:v>
                </c:pt>
                <c:pt idx="714">
                  <c:v>2.35E-2</c:v>
                </c:pt>
                <c:pt idx="715">
                  <c:v>2.35E-2</c:v>
                </c:pt>
                <c:pt idx="716">
                  <c:v>2.35E-2</c:v>
                </c:pt>
                <c:pt idx="717">
                  <c:v>2.35E-2</c:v>
                </c:pt>
                <c:pt idx="718">
                  <c:v>2.35E-2</c:v>
                </c:pt>
                <c:pt idx="719">
                  <c:v>2.35E-2</c:v>
                </c:pt>
                <c:pt idx="720">
                  <c:v>2.35E-2</c:v>
                </c:pt>
                <c:pt idx="721">
                  <c:v>2.3099999999999999E-2</c:v>
                </c:pt>
                <c:pt idx="722">
                  <c:v>2.3E-2</c:v>
                </c:pt>
                <c:pt idx="723">
                  <c:v>2.3E-2</c:v>
                </c:pt>
                <c:pt idx="724">
                  <c:v>2.29E-2</c:v>
                </c:pt>
                <c:pt idx="725">
                  <c:v>2.2799999999999997E-2</c:v>
                </c:pt>
                <c:pt idx="726">
                  <c:v>2.2799999999999997E-2</c:v>
                </c:pt>
                <c:pt idx="727">
                  <c:v>2.18E-2</c:v>
                </c:pt>
                <c:pt idx="728">
                  <c:v>2.1700000000000001E-2</c:v>
                </c:pt>
                <c:pt idx="729">
                  <c:v>2.1700000000000001E-2</c:v>
                </c:pt>
                <c:pt idx="730">
                  <c:v>2.1600000000000001E-2</c:v>
                </c:pt>
                <c:pt idx="731">
                  <c:v>2.1499999999999998E-2</c:v>
                </c:pt>
                <c:pt idx="732">
                  <c:v>2.1499999999999998E-2</c:v>
                </c:pt>
                <c:pt idx="733">
                  <c:v>2.1400000000000002E-2</c:v>
                </c:pt>
                <c:pt idx="734">
                  <c:v>2.1400000000000002E-2</c:v>
                </c:pt>
                <c:pt idx="735">
                  <c:v>2.1400000000000002E-2</c:v>
                </c:pt>
                <c:pt idx="736">
                  <c:v>2.1400000000000002E-2</c:v>
                </c:pt>
                <c:pt idx="737">
                  <c:v>2.1400000000000002E-2</c:v>
                </c:pt>
                <c:pt idx="738">
                  <c:v>2.1400000000000002E-2</c:v>
                </c:pt>
                <c:pt idx="739">
                  <c:v>2.1400000000000002E-2</c:v>
                </c:pt>
                <c:pt idx="740">
                  <c:v>2.1400000000000002E-2</c:v>
                </c:pt>
                <c:pt idx="741">
                  <c:v>2.1400000000000002E-2</c:v>
                </c:pt>
                <c:pt idx="742">
                  <c:v>2.1400000000000002E-2</c:v>
                </c:pt>
                <c:pt idx="743">
                  <c:v>2.1400000000000002E-2</c:v>
                </c:pt>
                <c:pt idx="744">
                  <c:v>2.1400000000000002E-2</c:v>
                </c:pt>
                <c:pt idx="745">
                  <c:v>2.1400000000000002E-2</c:v>
                </c:pt>
                <c:pt idx="746">
                  <c:v>2.1400000000000002E-2</c:v>
                </c:pt>
                <c:pt idx="747">
                  <c:v>2.1400000000000002E-2</c:v>
                </c:pt>
                <c:pt idx="748">
                  <c:v>2.1400000000000002E-2</c:v>
                </c:pt>
                <c:pt idx="749">
                  <c:v>2.1400000000000002E-2</c:v>
                </c:pt>
                <c:pt idx="750">
                  <c:v>2.1400000000000002E-2</c:v>
                </c:pt>
                <c:pt idx="751">
                  <c:v>2.1400000000000002E-2</c:v>
                </c:pt>
                <c:pt idx="752">
                  <c:v>2.1400000000000002E-2</c:v>
                </c:pt>
                <c:pt idx="753">
                  <c:v>2.1400000000000002E-2</c:v>
                </c:pt>
                <c:pt idx="754">
                  <c:v>2.1400000000000002E-2</c:v>
                </c:pt>
                <c:pt idx="755">
                  <c:v>2.1400000000000002E-2</c:v>
                </c:pt>
                <c:pt idx="756">
                  <c:v>2.1299999999999999E-2</c:v>
                </c:pt>
                <c:pt idx="757">
                  <c:v>2.1299999999999999E-2</c:v>
                </c:pt>
                <c:pt idx="758">
                  <c:v>2.1299999999999999E-2</c:v>
                </c:pt>
                <c:pt idx="759">
                  <c:v>2.1299999999999999E-2</c:v>
                </c:pt>
                <c:pt idx="760">
                  <c:v>2.1299999999999999E-2</c:v>
                </c:pt>
                <c:pt idx="761">
                  <c:v>2.1299999999999999E-2</c:v>
                </c:pt>
                <c:pt idx="762">
                  <c:v>2.1299999999999999E-2</c:v>
                </c:pt>
                <c:pt idx="763">
                  <c:v>2.1299999999999999E-2</c:v>
                </c:pt>
                <c:pt idx="764">
                  <c:v>2.1299999999999999E-2</c:v>
                </c:pt>
                <c:pt idx="765">
                  <c:v>2.1299999999999999E-2</c:v>
                </c:pt>
                <c:pt idx="766">
                  <c:v>2.1299999999999999E-2</c:v>
                </c:pt>
                <c:pt idx="767">
                  <c:v>2.1299999999999999E-2</c:v>
                </c:pt>
                <c:pt idx="768">
                  <c:v>2.1299999999999999E-2</c:v>
                </c:pt>
                <c:pt idx="769">
                  <c:v>2.1299999999999999E-2</c:v>
                </c:pt>
                <c:pt idx="770">
                  <c:v>2.1299999999999999E-2</c:v>
                </c:pt>
                <c:pt idx="771">
                  <c:v>2.1299999999999999E-2</c:v>
                </c:pt>
                <c:pt idx="772">
                  <c:v>2.1299999999999999E-2</c:v>
                </c:pt>
                <c:pt idx="773">
                  <c:v>2.1299999999999999E-2</c:v>
                </c:pt>
                <c:pt idx="774">
                  <c:v>2.1299999999999999E-2</c:v>
                </c:pt>
                <c:pt idx="775">
                  <c:v>2.1299999999999999E-2</c:v>
                </c:pt>
                <c:pt idx="776">
                  <c:v>2.1299999999999999E-2</c:v>
                </c:pt>
                <c:pt idx="777">
                  <c:v>2.1299999999999999E-2</c:v>
                </c:pt>
                <c:pt idx="778">
                  <c:v>2.1299999999999999E-2</c:v>
                </c:pt>
                <c:pt idx="779">
                  <c:v>2.1299999999999999E-2</c:v>
                </c:pt>
                <c:pt idx="780">
                  <c:v>2.1299999999999999E-2</c:v>
                </c:pt>
                <c:pt idx="781">
                  <c:v>2.1299999999999999E-2</c:v>
                </c:pt>
                <c:pt idx="782">
                  <c:v>2.1299999999999999E-2</c:v>
                </c:pt>
                <c:pt idx="783">
                  <c:v>2.1299999999999999E-2</c:v>
                </c:pt>
                <c:pt idx="784">
                  <c:v>2.1299999999999999E-2</c:v>
                </c:pt>
                <c:pt idx="785">
                  <c:v>2.1299999999999999E-2</c:v>
                </c:pt>
                <c:pt idx="786">
                  <c:v>2.1299999999999999E-2</c:v>
                </c:pt>
                <c:pt idx="787">
                  <c:v>2.1299999999999999E-2</c:v>
                </c:pt>
                <c:pt idx="788">
                  <c:v>2.1299999999999999E-2</c:v>
                </c:pt>
                <c:pt idx="789">
                  <c:v>2.1299999999999999E-2</c:v>
                </c:pt>
                <c:pt idx="790">
                  <c:v>2.1299999999999999E-2</c:v>
                </c:pt>
                <c:pt idx="791">
                  <c:v>2.1299999999999999E-2</c:v>
                </c:pt>
                <c:pt idx="792">
                  <c:v>2.1299999999999999E-2</c:v>
                </c:pt>
                <c:pt idx="793">
                  <c:v>2.1299999999999999E-2</c:v>
                </c:pt>
                <c:pt idx="794">
                  <c:v>2.1299999999999999E-2</c:v>
                </c:pt>
                <c:pt idx="795">
                  <c:v>2.1299999999999999E-2</c:v>
                </c:pt>
                <c:pt idx="796">
                  <c:v>2.1299999999999999E-2</c:v>
                </c:pt>
                <c:pt idx="797">
                  <c:v>2.1299999999999999E-2</c:v>
                </c:pt>
                <c:pt idx="798">
                  <c:v>2.1299999999999999E-2</c:v>
                </c:pt>
                <c:pt idx="799">
                  <c:v>2.1299999999999999E-2</c:v>
                </c:pt>
                <c:pt idx="800">
                  <c:v>2.1299999999999999E-2</c:v>
                </c:pt>
                <c:pt idx="801">
                  <c:v>2.1299999999999999E-2</c:v>
                </c:pt>
                <c:pt idx="802">
                  <c:v>2.12E-2</c:v>
                </c:pt>
                <c:pt idx="803">
                  <c:v>2.12E-2</c:v>
                </c:pt>
                <c:pt idx="804">
                  <c:v>2.12E-2</c:v>
                </c:pt>
                <c:pt idx="805">
                  <c:v>2.12E-2</c:v>
                </c:pt>
                <c:pt idx="806">
                  <c:v>2.12E-2</c:v>
                </c:pt>
                <c:pt idx="807">
                  <c:v>2.12E-2</c:v>
                </c:pt>
                <c:pt idx="808">
                  <c:v>2.12E-2</c:v>
                </c:pt>
                <c:pt idx="809">
                  <c:v>2.12E-2</c:v>
                </c:pt>
                <c:pt idx="810">
                  <c:v>2.12E-2</c:v>
                </c:pt>
                <c:pt idx="811">
                  <c:v>2.12E-2</c:v>
                </c:pt>
                <c:pt idx="812">
                  <c:v>2.12E-2</c:v>
                </c:pt>
                <c:pt idx="813">
                  <c:v>2.12E-2</c:v>
                </c:pt>
                <c:pt idx="814">
                  <c:v>2.12E-2</c:v>
                </c:pt>
                <c:pt idx="815">
                  <c:v>2.12E-2</c:v>
                </c:pt>
                <c:pt idx="816">
                  <c:v>2.12E-2</c:v>
                </c:pt>
                <c:pt idx="817">
                  <c:v>2.12E-2</c:v>
                </c:pt>
                <c:pt idx="818">
                  <c:v>2.12E-2</c:v>
                </c:pt>
                <c:pt idx="819">
                  <c:v>2.12E-2</c:v>
                </c:pt>
                <c:pt idx="820">
                  <c:v>2.12E-2</c:v>
                </c:pt>
                <c:pt idx="821">
                  <c:v>2.1000000000000001E-2</c:v>
                </c:pt>
                <c:pt idx="822">
                  <c:v>2.1000000000000001E-2</c:v>
                </c:pt>
                <c:pt idx="823">
                  <c:v>2.1000000000000001E-2</c:v>
                </c:pt>
                <c:pt idx="824">
                  <c:v>2.1000000000000001E-2</c:v>
                </c:pt>
                <c:pt idx="825">
                  <c:v>2.1000000000000001E-2</c:v>
                </c:pt>
                <c:pt idx="826">
                  <c:v>2.1000000000000001E-2</c:v>
                </c:pt>
                <c:pt idx="827">
                  <c:v>2.1000000000000001E-2</c:v>
                </c:pt>
                <c:pt idx="828">
                  <c:v>2.1000000000000001E-2</c:v>
                </c:pt>
                <c:pt idx="829">
                  <c:v>2.1000000000000001E-2</c:v>
                </c:pt>
                <c:pt idx="830">
                  <c:v>2.1000000000000001E-2</c:v>
                </c:pt>
                <c:pt idx="831">
                  <c:v>2.1000000000000001E-2</c:v>
                </c:pt>
                <c:pt idx="832">
                  <c:v>2.1000000000000001E-2</c:v>
                </c:pt>
                <c:pt idx="833">
                  <c:v>1.9099999999999999E-2</c:v>
                </c:pt>
                <c:pt idx="834">
                  <c:v>1.9E-2</c:v>
                </c:pt>
                <c:pt idx="835">
                  <c:v>1.89E-2</c:v>
                </c:pt>
                <c:pt idx="836">
                  <c:v>1.8799999999999997E-2</c:v>
                </c:pt>
                <c:pt idx="837">
                  <c:v>1.8700000000000001E-2</c:v>
                </c:pt>
                <c:pt idx="838">
                  <c:v>1.8700000000000001E-2</c:v>
                </c:pt>
                <c:pt idx="839">
                  <c:v>1.8600000000000002E-2</c:v>
                </c:pt>
                <c:pt idx="840">
                  <c:v>1.8600000000000002E-2</c:v>
                </c:pt>
                <c:pt idx="841">
                  <c:v>1.8600000000000002E-2</c:v>
                </c:pt>
                <c:pt idx="842">
                  <c:v>1.8600000000000002E-2</c:v>
                </c:pt>
                <c:pt idx="843">
                  <c:v>1.8600000000000002E-2</c:v>
                </c:pt>
                <c:pt idx="844">
                  <c:v>1.8600000000000002E-2</c:v>
                </c:pt>
                <c:pt idx="845">
                  <c:v>1.8500000000000003E-2</c:v>
                </c:pt>
                <c:pt idx="846">
                  <c:v>1.8500000000000003E-2</c:v>
                </c:pt>
                <c:pt idx="847">
                  <c:v>1.8500000000000003E-2</c:v>
                </c:pt>
                <c:pt idx="848">
                  <c:v>1.8500000000000003E-2</c:v>
                </c:pt>
                <c:pt idx="849">
                  <c:v>1.8500000000000003E-2</c:v>
                </c:pt>
                <c:pt idx="850">
                  <c:v>1.8500000000000003E-2</c:v>
                </c:pt>
                <c:pt idx="851">
                  <c:v>1.83E-2</c:v>
                </c:pt>
                <c:pt idx="852">
                  <c:v>1.83E-2</c:v>
                </c:pt>
                <c:pt idx="853">
                  <c:v>1.8200000000000001E-2</c:v>
                </c:pt>
                <c:pt idx="854">
                  <c:v>1.8000000000000002E-2</c:v>
                </c:pt>
                <c:pt idx="855">
                  <c:v>1.8000000000000002E-2</c:v>
                </c:pt>
                <c:pt idx="856">
                  <c:v>1.8000000000000002E-2</c:v>
                </c:pt>
                <c:pt idx="857">
                  <c:v>1.8000000000000002E-2</c:v>
                </c:pt>
                <c:pt idx="858">
                  <c:v>1.8000000000000002E-2</c:v>
                </c:pt>
                <c:pt idx="859">
                  <c:v>1.8000000000000002E-2</c:v>
                </c:pt>
                <c:pt idx="860">
                  <c:v>1.8000000000000002E-2</c:v>
                </c:pt>
                <c:pt idx="861">
                  <c:v>1.8000000000000002E-2</c:v>
                </c:pt>
                <c:pt idx="862">
                  <c:v>1.8000000000000002E-2</c:v>
                </c:pt>
                <c:pt idx="863">
                  <c:v>1.8000000000000002E-2</c:v>
                </c:pt>
                <c:pt idx="864">
                  <c:v>1.8000000000000002E-2</c:v>
                </c:pt>
                <c:pt idx="865">
                  <c:v>1.8000000000000002E-2</c:v>
                </c:pt>
                <c:pt idx="866">
                  <c:v>1.8000000000000002E-2</c:v>
                </c:pt>
                <c:pt idx="867">
                  <c:v>1.8000000000000002E-2</c:v>
                </c:pt>
                <c:pt idx="868">
                  <c:v>1.8000000000000002E-2</c:v>
                </c:pt>
                <c:pt idx="869">
                  <c:v>1.8000000000000002E-2</c:v>
                </c:pt>
                <c:pt idx="870">
                  <c:v>1.8000000000000002E-2</c:v>
                </c:pt>
                <c:pt idx="871">
                  <c:v>1.8000000000000002E-2</c:v>
                </c:pt>
                <c:pt idx="872">
                  <c:v>1.8000000000000002E-2</c:v>
                </c:pt>
                <c:pt idx="873">
                  <c:v>1.8000000000000002E-2</c:v>
                </c:pt>
                <c:pt idx="874">
                  <c:v>1.8000000000000002E-2</c:v>
                </c:pt>
                <c:pt idx="875">
                  <c:v>1.8000000000000002E-2</c:v>
                </c:pt>
                <c:pt idx="876">
                  <c:v>1.8000000000000002E-2</c:v>
                </c:pt>
                <c:pt idx="877">
                  <c:v>1.8000000000000002E-2</c:v>
                </c:pt>
                <c:pt idx="878">
                  <c:v>1.8000000000000002E-2</c:v>
                </c:pt>
                <c:pt idx="879">
                  <c:v>1.8000000000000002E-2</c:v>
                </c:pt>
                <c:pt idx="880">
                  <c:v>1.8000000000000002E-2</c:v>
                </c:pt>
                <c:pt idx="881">
                  <c:v>1.8000000000000002E-2</c:v>
                </c:pt>
                <c:pt idx="882">
                  <c:v>1.8000000000000002E-2</c:v>
                </c:pt>
                <c:pt idx="883">
                  <c:v>1.8000000000000002E-2</c:v>
                </c:pt>
                <c:pt idx="884">
                  <c:v>1.8000000000000002E-2</c:v>
                </c:pt>
                <c:pt idx="885">
                  <c:v>1.8000000000000002E-2</c:v>
                </c:pt>
                <c:pt idx="886">
                  <c:v>1.8000000000000002E-2</c:v>
                </c:pt>
                <c:pt idx="887">
                  <c:v>1.8000000000000002E-2</c:v>
                </c:pt>
                <c:pt idx="888">
                  <c:v>1.8000000000000002E-2</c:v>
                </c:pt>
                <c:pt idx="889">
                  <c:v>1.8000000000000002E-2</c:v>
                </c:pt>
                <c:pt idx="890">
                  <c:v>1.8000000000000002E-2</c:v>
                </c:pt>
                <c:pt idx="891">
                  <c:v>1.8000000000000002E-2</c:v>
                </c:pt>
                <c:pt idx="892">
                  <c:v>1.8000000000000002E-2</c:v>
                </c:pt>
                <c:pt idx="893">
                  <c:v>1.8000000000000002E-2</c:v>
                </c:pt>
                <c:pt idx="894">
                  <c:v>1.8000000000000002E-2</c:v>
                </c:pt>
                <c:pt idx="895">
                  <c:v>1.8000000000000002E-2</c:v>
                </c:pt>
                <c:pt idx="896">
                  <c:v>1.8000000000000002E-2</c:v>
                </c:pt>
                <c:pt idx="897">
                  <c:v>1.8000000000000002E-2</c:v>
                </c:pt>
                <c:pt idx="898">
                  <c:v>1.6500000000000001E-2</c:v>
                </c:pt>
                <c:pt idx="899">
                  <c:v>1.6500000000000001E-2</c:v>
                </c:pt>
                <c:pt idx="900">
                  <c:v>1.6500000000000001E-2</c:v>
                </c:pt>
                <c:pt idx="901">
                  <c:v>1.6500000000000001E-2</c:v>
                </c:pt>
                <c:pt idx="902">
                  <c:v>1.6500000000000001E-2</c:v>
                </c:pt>
                <c:pt idx="903">
                  <c:v>1.6500000000000001E-2</c:v>
                </c:pt>
                <c:pt idx="904">
                  <c:v>1.6500000000000001E-2</c:v>
                </c:pt>
                <c:pt idx="905">
                  <c:v>1.6500000000000001E-2</c:v>
                </c:pt>
                <c:pt idx="906">
                  <c:v>1.6500000000000001E-2</c:v>
                </c:pt>
                <c:pt idx="907">
                  <c:v>1.6500000000000001E-2</c:v>
                </c:pt>
                <c:pt idx="908">
                  <c:v>1.6500000000000001E-2</c:v>
                </c:pt>
                <c:pt idx="909">
                  <c:v>1.6500000000000001E-2</c:v>
                </c:pt>
                <c:pt idx="910">
                  <c:v>1.6500000000000001E-2</c:v>
                </c:pt>
                <c:pt idx="911">
                  <c:v>1.6500000000000001E-2</c:v>
                </c:pt>
                <c:pt idx="912">
                  <c:v>1.6500000000000001E-2</c:v>
                </c:pt>
                <c:pt idx="913">
                  <c:v>1.6500000000000001E-2</c:v>
                </c:pt>
                <c:pt idx="914">
                  <c:v>1.6500000000000001E-2</c:v>
                </c:pt>
                <c:pt idx="915">
                  <c:v>1.6500000000000001E-2</c:v>
                </c:pt>
                <c:pt idx="916">
                  <c:v>1.6500000000000001E-2</c:v>
                </c:pt>
                <c:pt idx="917">
                  <c:v>1.6500000000000001E-2</c:v>
                </c:pt>
                <c:pt idx="918">
                  <c:v>1.6500000000000001E-2</c:v>
                </c:pt>
                <c:pt idx="919">
                  <c:v>1.6500000000000001E-2</c:v>
                </c:pt>
                <c:pt idx="920">
                  <c:v>1.6500000000000001E-2</c:v>
                </c:pt>
                <c:pt idx="921">
                  <c:v>1.6500000000000001E-2</c:v>
                </c:pt>
                <c:pt idx="922">
                  <c:v>1.6500000000000001E-2</c:v>
                </c:pt>
                <c:pt idx="923">
                  <c:v>1.6500000000000001E-2</c:v>
                </c:pt>
                <c:pt idx="924">
                  <c:v>1.6500000000000001E-2</c:v>
                </c:pt>
                <c:pt idx="925">
                  <c:v>1.6500000000000001E-2</c:v>
                </c:pt>
                <c:pt idx="926">
                  <c:v>1.6500000000000001E-2</c:v>
                </c:pt>
                <c:pt idx="927">
                  <c:v>1.6500000000000001E-2</c:v>
                </c:pt>
                <c:pt idx="928">
                  <c:v>1.6500000000000001E-2</c:v>
                </c:pt>
                <c:pt idx="929">
                  <c:v>1.6500000000000001E-2</c:v>
                </c:pt>
                <c:pt idx="930">
                  <c:v>1.6399999999999998E-2</c:v>
                </c:pt>
                <c:pt idx="931">
                  <c:v>1.6399999999999998E-2</c:v>
                </c:pt>
                <c:pt idx="932">
                  <c:v>1.6399999999999998E-2</c:v>
                </c:pt>
                <c:pt idx="933">
                  <c:v>1.6399999999999998E-2</c:v>
                </c:pt>
                <c:pt idx="934">
                  <c:v>1.6399999999999998E-2</c:v>
                </c:pt>
                <c:pt idx="935">
                  <c:v>1.6399999999999998E-2</c:v>
                </c:pt>
                <c:pt idx="936">
                  <c:v>1.6399999999999998E-2</c:v>
                </c:pt>
                <c:pt idx="937">
                  <c:v>1.6399999999999998E-2</c:v>
                </c:pt>
                <c:pt idx="938">
                  <c:v>1.6399999999999998E-2</c:v>
                </c:pt>
                <c:pt idx="939">
                  <c:v>1.6399999999999998E-2</c:v>
                </c:pt>
                <c:pt idx="940">
                  <c:v>1.6399999999999998E-2</c:v>
                </c:pt>
                <c:pt idx="941">
                  <c:v>1.6399999999999998E-2</c:v>
                </c:pt>
                <c:pt idx="942">
                  <c:v>1.6399999999999998E-2</c:v>
                </c:pt>
                <c:pt idx="943">
                  <c:v>1.6399999999999998E-2</c:v>
                </c:pt>
                <c:pt idx="944">
                  <c:v>1.6399999999999998E-2</c:v>
                </c:pt>
                <c:pt idx="945">
                  <c:v>1.6399999999999998E-2</c:v>
                </c:pt>
                <c:pt idx="946">
                  <c:v>1.6399999999999998E-2</c:v>
                </c:pt>
                <c:pt idx="947">
                  <c:v>1.6399999999999998E-2</c:v>
                </c:pt>
                <c:pt idx="948">
                  <c:v>1.6399999999999998E-2</c:v>
                </c:pt>
                <c:pt idx="949">
                  <c:v>1.6399999999999998E-2</c:v>
                </c:pt>
                <c:pt idx="950">
                  <c:v>1.6399999999999998E-2</c:v>
                </c:pt>
                <c:pt idx="951">
                  <c:v>1.6399999999999998E-2</c:v>
                </c:pt>
                <c:pt idx="952">
                  <c:v>1.6399999999999998E-2</c:v>
                </c:pt>
                <c:pt idx="953">
                  <c:v>1.6399999999999998E-2</c:v>
                </c:pt>
                <c:pt idx="954">
                  <c:v>1.6399999999999998E-2</c:v>
                </c:pt>
                <c:pt idx="955">
                  <c:v>1.6299999999999999E-2</c:v>
                </c:pt>
                <c:pt idx="956">
                  <c:v>1.6299999999999999E-2</c:v>
                </c:pt>
                <c:pt idx="957">
                  <c:v>1.61E-2</c:v>
                </c:pt>
                <c:pt idx="958">
                  <c:v>1.61E-2</c:v>
                </c:pt>
                <c:pt idx="959">
                  <c:v>1.6E-2</c:v>
                </c:pt>
                <c:pt idx="960">
                  <c:v>1.6E-2</c:v>
                </c:pt>
                <c:pt idx="961">
                  <c:v>1.6E-2</c:v>
                </c:pt>
                <c:pt idx="962">
                  <c:v>1.6E-2</c:v>
                </c:pt>
                <c:pt idx="963">
                  <c:v>1.6E-2</c:v>
                </c:pt>
                <c:pt idx="964">
                  <c:v>1.6E-2</c:v>
                </c:pt>
                <c:pt idx="965">
                  <c:v>1.6E-2</c:v>
                </c:pt>
                <c:pt idx="966">
                  <c:v>1.6E-2</c:v>
                </c:pt>
                <c:pt idx="967">
                  <c:v>1.6E-2</c:v>
                </c:pt>
                <c:pt idx="968">
                  <c:v>1.6E-2</c:v>
                </c:pt>
                <c:pt idx="969">
                  <c:v>1.6E-2</c:v>
                </c:pt>
                <c:pt idx="970">
                  <c:v>1.6E-2</c:v>
                </c:pt>
                <c:pt idx="971">
                  <c:v>1.6E-2</c:v>
                </c:pt>
                <c:pt idx="972">
                  <c:v>1.6E-2</c:v>
                </c:pt>
                <c:pt idx="973">
                  <c:v>1.6E-2</c:v>
                </c:pt>
                <c:pt idx="974">
                  <c:v>1.6E-2</c:v>
                </c:pt>
                <c:pt idx="975">
                  <c:v>1.6E-2</c:v>
                </c:pt>
                <c:pt idx="976">
                  <c:v>1.6E-2</c:v>
                </c:pt>
                <c:pt idx="977">
                  <c:v>1.5900000000000001E-2</c:v>
                </c:pt>
                <c:pt idx="978">
                  <c:v>1.5900000000000001E-2</c:v>
                </c:pt>
                <c:pt idx="979">
                  <c:v>1.5900000000000001E-2</c:v>
                </c:pt>
                <c:pt idx="980">
                  <c:v>1.5900000000000001E-2</c:v>
                </c:pt>
                <c:pt idx="981">
                  <c:v>1.5900000000000001E-2</c:v>
                </c:pt>
                <c:pt idx="982">
                  <c:v>1.5900000000000001E-2</c:v>
                </c:pt>
                <c:pt idx="983">
                  <c:v>1.5900000000000001E-2</c:v>
                </c:pt>
                <c:pt idx="984">
                  <c:v>1.5900000000000001E-2</c:v>
                </c:pt>
                <c:pt idx="985">
                  <c:v>1.5900000000000001E-2</c:v>
                </c:pt>
                <c:pt idx="986">
                  <c:v>1.5800000000000002E-2</c:v>
                </c:pt>
                <c:pt idx="987">
                  <c:v>1.5700000000000002E-2</c:v>
                </c:pt>
                <c:pt idx="988">
                  <c:v>1.5700000000000002E-2</c:v>
                </c:pt>
                <c:pt idx="989">
                  <c:v>1.5700000000000002E-2</c:v>
                </c:pt>
                <c:pt idx="990">
                  <c:v>1.5700000000000002E-2</c:v>
                </c:pt>
                <c:pt idx="991">
                  <c:v>1.5700000000000002E-2</c:v>
                </c:pt>
                <c:pt idx="992">
                  <c:v>1.5700000000000002E-2</c:v>
                </c:pt>
                <c:pt idx="993">
                  <c:v>1.5700000000000002E-2</c:v>
                </c:pt>
                <c:pt idx="994">
                  <c:v>1.5700000000000002E-2</c:v>
                </c:pt>
                <c:pt idx="995">
                  <c:v>1.5700000000000002E-2</c:v>
                </c:pt>
                <c:pt idx="996">
                  <c:v>1.5700000000000002E-2</c:v>
                </c:pt>
                <c:pt idx="997">
                  <c:v>1.5700000000000002E-2</c:v>
                </c:pt>
                <c:pt idx="998">
                  <c:v>1.5700000000000002E-2</c:v>
                </c:pt>
                <c:pt idx="999">
                  <c:v>1.5700000000000002E-2</c:v>
                </c:pt>
                <c:pt idx="1000">
                  <c:v>1.5700000000000002E-2</c:v>
                </c:pt>
                <c:pt idx="1001">
                  <c:v>1.5700000000000002E-2</c:v>
                </c:pt>
                <c:pt idx="1002">
                  <c:v>1.5700000000000002E-2</c:v>
                </c:pt>
                <c:pt idx="1003">
                  <c:v>1.5700000000000002E-2</c:v>
                </c:pt>
                <c:pt idx="1004">
                  <c:v>1.5700000000000002E-2</c:v>
                </c:pt>
                <c:pt idx="1005">
                  <c:v>1.5700000000000002E-2</c:v>
                </c:pt>
                <c:pt idx="1006">
                  <c:v>1.5700000000000002E-2</c:v>
                </c:pt>
                <c:pt idx="1007">
                  <c:v>1.5700000000000002E-2</c:v>
                </c:pt>
                <c:pt idx="1008">
                  <c:v>1.5800000000000002E-2</c:v>
                </c:pt>
                <c:pt idx="1009">
                  <c:v>1.5800000000000002E-2</c:v>
                </c:pt>
                <c:pt idx="1010">
                  <c:v>1.5800000000000002E-2</c:v>
                </c:pt>
                <c:pt idx="1011">
                  <c:v>1.5800000000000002E-2</c:v>
                </c:pt>
                <c:pt idx="1012">
                  <c:v>1.5800000000000002E-2</c:v>
                </c:pt>
                <c:pt idx="1013">
                  <c:v>1.5800000000000002E-2</c:v>
                </c:pt>
                <c:pt idx="1014">
                  <c:v>1.5800000000000002E-2</c:v>
                </c:pt>
                <c:pt idx="1015">
                  <c:v>1.5900000000000001E-2</c:v>
                </c:pt>
                <c:pt idx="1016">
                  <c:v>1.5900000000000001E-2</c:v>
                </c:pt>
                <c:pt idx="1017">
                  <c:v>1.5900000000000001E-2</c:v>
                </c:pt>
                <c:pt idx="1018">
                  <c:v>1.6200000000000003E-2</c:v>
                </c:pt>
                <c:pt idx="1019">
                  <c:v>1.6200000000000003E-2</c:v>
                </c:pt>
                <c:pt idx="1020">
                  <c:v>1.66E-2</c:v>
                </c:pt>
                <c:pt idx="1021">
                  <c:v>1.67E-2</c:v>
                </c:pt>
                <c:pt idx="1022">
                  <c:v>1.67E-2</c:v>
                </c:pt>
                <c:pt idx="1023">
                  <c:v>1.67E-2</c:v>
                </c:pt>
                <c:pt idx="1024">
                  <c:v>1.67E-2</c:v>
                </c:pt>
                <c:pt idx="1025">
                  <c:v>1.67E-2</c:v>
                </c:pt>
                <c:pt idx="1026">
                  <c:v>1.67E-2</c:v>
                </c:pt>
                <c:pt idx="1027">
                  <c:v>1.67E-2</c:v>
                </c:pt>
                <c:pt idx="1028">
                  <c:v>1.67E-2</c:v>
                </c:pt>
                <c:pt idx="1029">
                  <c:v>1.67E-2</c:v>
                </c:pt>
                <c:pt idx="1030">
                  <c:v>1.67E-2</c:v>
                </c:pt>
                <c:pt idx="1031">
                  <c:v>1.67E-2</c:v>
                </c:pt>
                <c:pt idx="1032">
                  <c:v>1.67E-2</c:v>
                </c:pt>
                <c:pt idx="1033">
                  <c:v>1.67E-2</c:v>
                </c:pt>
                <c:pt idx="1034">
                  <c:v>1.67E-2</c:v>
                </c:pt>
                <c:pt idx="1035">
                  <c:v>1.67E-2</c:v>
                </c:pt>
                <c:pt idx="1036">
                  <c:v>1.67E-2</c:v>
                </c:pt>
                <c:pt idx="1037">
                  <c:v>1.67E-2</c:v>
                </c:pt>
                <c:pt idx="1038">
                  <c:v>1.67E-2</c:v>
                </c:pt>
                <c:pt idx="1039">
                  <c:v>1.67E-2</c:v>
                </c:pt>
                <c:pt idx="1040">
                  <c:v>1.67E-2</c:v>
                </c:pt>
                <c:pt idx="1041">
                  <c:v>1.67E-2</c:v>
                </c:pt>
                <c:pt idx="1042">
                  <c:v>1.67E-2</c:v>
                </c:pt>
                <c:pt idx="1043">
                  <c:v>1.67E-2</c:v>
                </c:pt>
                <c:pt idx="1044">
                  <c:v>1.67E-2</c:v>
                </c:pt>
                <c:pt idx="1045">
                  <c:v>1.67E-2</c:v>
                </c:pt>
                <c:pt idx="1046">
                  <c:v>1.67E-2</c:v>
                </c:pt>
                <c:pt idx="1047">
                  <c:v>1.67E-2</c:v>
                </c:pt>
                <c:pt idx="1048">
                  <c:v>1.67E-2</c:v>
                </c:pt>
                <c:pt idx="1049">
                  <c:v>1.67E-2</c:v>
                </c:pt>
                <c:pt idx="1050">
                  <c:v>1.67E-2</c:v>
                </c:pt>
                <c:pt idx="1051">
                  <c:v>1.67E-2</c:v>
                </c:pt>
                <c:pt idx="1052">
                  <c:v>1.67E-2</c:v>
                </c:pt>
                <c:pt idx="1053">
                  <c:v>1.67E-2</c:v>
                </c:pt>
                <c:pt idx="1054">
                  <c:v>1.67E-2</c:v>
                </c:pt>
                <c:pt idx="1055">
                  <c:v>1.67E-2</c:v>
                </c:pt>
                <c:pt idx="1056">
                  <c:v>1.67E-2</c:v>
                </c:pt>
                <c:pt idx="1057">
                  <c:v>1.67E-2</c:v>
                </c:pt>
                <c:pt idx="1058">
                  <c:v>1.67E-2</c:v>
                </c:pt>
                <c:pt idx="1059">
                  <c:v>1.67E-2</c:v>
                </c:pt>
                <c:pt idx="1060">
                  <c:v>1.6500000000000001E-2</c:v>
                </c:pt>
                <c:pt idx="1061">
                  <c:v>1.6500000000000001E-2</c:v>
                </c:pt>
                <c:pt idx="1062">
                  <c:v>1.6500000000000001E-2</c:v>
                </c:pt>
                <c:pt idx="1063">
                  <c:v>1.6500000000000001E-2</c:v>
                </c:pt>
                <c:pt idx="1064">
                  <c:v>1.6500000000000001E-2</c:v>
                </c:pt>
                <c:pt idx="1065">
                  <c:v>1.6500000000000001E-2</c:v>
                </c:pt>
                <c:pt idx="1066">
                  <c:v>1.6500000000000001E-2</c:v>
                </c:pt>
                <c:pt idx="1067">
                  <c:v>1.6500000000000001E-2</c:v>
                </c:pt>
                <c:pt idx="1068">
                  <c:v>1.6500000000000001E-2</c:v>
                </c:pt>
                <c:pt idx="1069">
                  <c:v>1.6500000000000001E-2</c:v>
                </c:pt>
                <c:pt idx="1070">
                  <c:v>1.6500000000000001E-2</c:v>
                </c:pt>
                <c:pt idx="1071">
                  <c:v>1.6500000000000001E-2</c:v>
                </c:pt>
                <c:pt idx="1072">
                  <c:v>1.6500000000000001E-2</c:v>
                </c:pt>
                <c:pt idx="1073">
                  <c:v>1.6399999999999998E-2</c:v>
                </c:pt>
                <c:pt idx="1074">
                  <c:v>1.6399999999999998E-2</c:v>
                </c:pt>
                <c:pt idx="1075">
                  <c:v>1.6399999999999998E-2</c:v>
                </c:pt>
                <c:pt idx="1076">
                  <c:v>1.6299999999999999E-2</c:v>
                </c:pt>
                <c:pt idx="1077">
                  <c:v>1.6299999999999999E-2</c:v>
                </c:pt>
                <c:pt idx="1078">
                  <c:v>1.6299999999999999E-2</c:v>
                </c:pt>
                <c:pt idx="1079">
                  <c:v>1.6299999999999999E-2</c:v>
                </c:pt>
                <c:pt idx="1080">
                  <c:v>1.6299999999999999E-2</c:v>
                </c:pt>
                <c:pt idx="1081">
                  <c:v>1.6299999999999999E-2</c:v>
                </c:pt>
                <c:pt idx="1082">
                  <c:v>1.6299999999999999E-2</c:v>
                </c:pt>
                <c:pt idx="1083">
                  <c:v>1.6299999999999999E-2</c:v>
                </c:pt>
                <c:pt idx="1084">
                  <c:v>1.6299999999999999E-2</c:v>
                </c:pt>
                <c:pt idx="1085">
                  <c:v>1.6299999999999999E-2</c:v>
                </c:pt>
                <c:pt idx="1086">
                  <c:v>1.6299999999999999E-2</c:v>
                </c:pt>
                <c:pt idx="1087">
                  <c:v>1.6299999999999999E-2</c:v>
                </c:pt>
                <c:pt idx="1088">
                  <c:v>1.6299999999999999E-2</c:v>
                </c:pt>
                <c:pt idx="1089">
                  <c:v>1.6299999999999999E-2</c:v>
                </c:pt>
                <c:pt idx="1090">
                  <c:v>1.6299999999999999E-2</c:v>
                </c:pt>
                <c:pt idx="1091">
                  <c:v>1.6299999999999999E-2</c:v>
                </c:pt>
                <c:pt idx="1092">
                  <c:v>1.6299999999999999E-2</c:v>
                </c:pt>
                <c:pt idx="1093">
                  <c:v>1.6299999999999999E-2</c:v>
                </c:pt>
                <c:pt idx="1094">
                  <c:v>1.6299999999999999E-2</c:v>
                </c:pt>
                <c:pt idx="1095">
                  <c:v>1.6299999999999999E-2</c:v>
                </c:pt>
                <c:pt idx="1096">
                  <c:v>1.6299999999999999E-2</c:v>
                </c:pt>
                <c:pt idx="1097">
                  <c:v>1.6299999999999999E-2</c:v>
                </c:pt>
                <c:pt idx="1098">
                  <c:v>1.6299999999999999E-2</c:v>
                </c:pt>
                <c:pt idx="1099">
                  <c:v>1.6299999999999999E-2</c:v>
                </c:pt>
                <c:pt idx="1100">
                  <c:v>1.6299999999999999E-2</c:v>
                </c:pt>
                <c:pt idx="1101">
                  <c:v>1.6299999999999999E-2</c:v>
                </c:pt>
                <c:pt idx="1102">
                  <c:v>1.6299999999999999E-2</c:v>
                </c:pt>
                <c:pt idx="1103">
                  <c:v>1.6299999999999999E-2</c:v>
                </c:pt>
                <c:pt idx="1104">
                  <c:v>1.6299999999999999E-2</c:v>
                </c:pt>
                <c:pt idx="1105">
                  <c:v>1.61E-2</c:v>
                </c:pt>
                <c:pt idx="1106">
                  <c:v>1.61E-2</c:v>
                </c:pt>
                <c:pt idx="1107">
                  <c:v>1.61E-2</c:v>
                </c:pt>
                <c:pt idx="1108">
                  <c:v>1.61E-2</c:v>
                </c:pt>
                <c:pt idx="1109">
                  <c:v>1.61E-2</c:v>
                </c:pt>
                <c:pt idx="1110">
                  <c:v>1.61E-2</c:v>
                </c:pt>
                <c:pt idx="1111">
                  <c:v>1.61E-2</c:v>
                </c:pt>
                <c:pt idx="1112">
                  <c:v>1.61E-2</c:v>
                </c:pt>
                <c:pt idx="1113">
                  <c:v>1.61E-2</c:v>
                </c:pt>
                <c:pt idx="1114">
                  <c:v>1.61E-2</c:v>
                </c:pt>
                <c:pt idx="1115">
                  <c:v>1.61E-2</c:v>
                </c:pt>
                <c:pt idx="1116">
                  <c:v>1.61E-2</c:v>
                </c:pt>
                <c:pt idx="1117">
                  <c:v>1.61E-2</c:v>
                </c:pt>
                <c:pt idx="1118">
                  <c:v>1.61E-2</c:v>
                </c:pt>
                <c:pt idx="1119">
                  <c:v>1.61E-2</c:v>
                </c:pt>
                <c:pt idx="1120">
                  <c:v>1.61E-2</c:v>
                </c:pt>
                <c:pt idx="1121">
                  <c:v>1.61E-2</c:v>
                </c:pt>
                <c:pt idx="1122">
                  <c:v>1.61E-2</c:v>
                </c:pt>
                <c:pt idx="1123">
                  <c:v>1.61E-2</c:v>
                </c:pt>
                <c:pt idx="1124">
                  <c:v>1.61E-2</c:v>
                </c:pt>
                <c:pt idx="1125">
                  <c:v>1.61E-2</c:v>
                </c:pt>
                <c:pt idx="1126">
                  <c:v>1.61E-2</c:v>
                </c:pt>
                <c:pt idx="1127">
                  <c:v>1.61E-2</c:v>
                </c:pt>
                <c:pt idx="1128">
                  <c:v>1.61E-2</c:v>
                </c:pt>
                <c:pt idx="1129">
                  <c:v>1.61E-2</c:v>
                </c:pt>
                <c:pt idx="1130">
                  <c:v>1.61E-2</c:v>
                </c:pt>
                <c:pt idx="1131">
                  <c:v>1.61E-2</c:v>
                </c:pt>
                <c:pt idx="1132">
                  <c:v>1.61E-2</c:v>
                </c:pt>
                <c:pt idx="1133">
                  <c:v>1.61E-2</c:v>
                </c:pt>
                <c:pt idx="1134">
                  <c:v>1.61E-2</c:v>
                </c:pt>
                <c:pt idx="1135">
                  <c:v>1.61E-2</c:v>
                </c:pt>
                <c:pt idx="1136">
                  <c:v>1.6E-2</c:v>
                </c:pt>
                <c:pt idx="1137">
                  <c:v>1.6E-2</c:v>
                </c:pt>
                <c:pt idx="1138">
                  <c:v>1.6E-2</c:v>
                </c:pt>
                <c:pt idx="1139">
                  <c:v>1.6E-2</c:v>
                </c:pt>
                <c:pt idx="1140">
                  <c:v>1.5800000000000002E-2</c:v>
                </c:pt>
                <c:pt idx="1141">
                  <c:v>1.5800000000000002E-2</c:v>
                </c:pt>
                <c:pt idx="1142">
                  <c:v>1.5800000000000002E-2</c:v>
                </c:pt>
                <c:pt idx="1143">
                  <c:v>1.5600000000000001E-2</c:v>
                </c:pt>
                <c:pt idx="1144">
                  <c:v>1.5600000000000001E-2</c:v>
                </c:pt>
                <c:pt idx="1145">
                  <c:v>1.5600000000000001E-2</c:v>
                </c:pt>
                <c:pt idx="1146">
                  <c:v>1.5600000000000001E-2</c:v>
                </c:pt>
                <c:pt idx="1147">
                  <c:v>1.5600000000000001E-2</c:v>
                </c:pt>
                <c:pt idx="1148">
                  <c:v>1.5600000000000001E-2</c:v>
                </c:pt>
                <c:pt idx="1149">
                  <c:v>1.5600000000000001E-2</c:v>
                </c:pt>
                <c:pt idx="1150">
                  <c:v>1.5600000000000001E-2</c:v>
                </c:pt>
                <c:pt idx="1151">
                  <c:v>1.5600000000000001E-2</c:v>
                </c:pt>
                <c:pt idx="1152">
                  <c:v>1.5600000000000001E-2</c:v>
                </c:pt>
                <c:pt idx="1153">
                  <c:v>1.5600000000000001E-2</c:v>
                </c:pt>
                <c:pt idx="1154">
                  <c:v>1.5600000000000001E-2</c:v>
                </c:pt>
                <c:pt idx="1155">
                  <c:v>1.5600000000000001E-2</c:v>
                </c:pt>
                <c:pt idx="1156">
                  <c:v>1.5600000000000001E-2</c:v>
                </c:pt>
                <c:pt idx="1157">
                  <c:v>1.5600000000000001E-2</c:v>
                </c:pt>
                <c:pt idx="1158">
                  <c:v>1.3899999999999999E-2</c:v>
                </c:pt>
                <c:pt idx="1159">
                  <c:v>1.3899999999999999E-2</c:v>
                </c:pt>
                <c:pt idx="1160">
                  <c:v>1.3899999999999999E-2</c:v>
                </c:pt>
                <c:pt idx="1161">
                  <c:v>1.3899999999999999E-2</c:v>
                </c:pt>
                <c:pt idx="1162">
                  <c:v>1.3899999999999999E-2</c:v>
                </c:pt>
                <c:pt idx="1163">
                  <c:v>1.3899999999999999E-2</c:v>
                </c:pt>
                <c:pt idx="1164">
                  <c:v>1.3899999999999999E-2</c:v>
                </c:pt>
                <c:pt idx="1165">
                  <c:v>1.3899999999999999E-2</c:v>
                </c:pt>
                <c:pt idx="1166">
                  <c:v>1.3899999999999999E-2</c:v>
                </c:pt>
                <c:pt idx="1167">
                  <c:v>1.3899999999999999E-2</c:v>
                </c:pt>
                <c:pt idx="1168">
                  <c:v>1.3899999999999999E-2</c:v>
                </c:pt>
                <c:pt idx="1169">
                  <c:v>1.37E-2</c:v>
                </c:pt>
                <c:pt idx="1170">
                  <c:v>1.37E-2</c:v>
                </c:pt>
                <c:pt idx="1171">
                  <c:v>1.37E-2</c:v>
                </c:pt>
                <c:pt idx="1172">
                  <c:v>1.37E-2</c:v>
                </c:pt>
                <c:pt idx="1173">
                  <c:v>1.37E-2</c:v>
                </c:pt>
                <c:pt idx="1174">
                  <c:v>1.37E-2</c:v>
                </c:pt>
                <c:pt idx="1175">
                  <c:v>1.37E-2</c:v>
                </c:pt>
                <c:pt idx="1176">
                  <c:v>1.37E-2</c:v>
                </c:pt>
                <c:pt idx="1177">
                  <c:v>1.37E-2</c:v>
                </c:pt>
                <c:pt idx="1178">
                  <c:v>1.3600000000000001E-2</c:v>
                </c:pt>
                <c:pt idx="1179">
                  <c:v>1.3600000000000001E-2</c:v>
                </c:pt>
                <c:pt idx="1180">
                  <c:v>1.3600000000000001E-2</c:v>
                </c:pt>
                <c:pt idx="1181">
                  <c:v>1.3600000000000001E-2</c:v>
                </c:pt>
                <c:pt idx="1182">
                  <c:v>1.3600000000000001E-2</c:v>
                </c:pt>
                <c:pt idx="1183">
                  <c:v>1.3600000000000001E-2</c:v>
                </c:pt>
                <c:pt idx="1184">
                  <c:v>1.3600000000000001E-2</c:v>
                </c:pt>
                <c:pt idx="1185">
                  <c:v>1.3600000000000001E-2</c:v>
                </c:pt>
                <c:pt idx="1186">
                  <c:v>1.3600000000000001E-2</c:v>
                </c:pt>
                <c:pt idx="1187">
                  <c:v>1.3600000000000001E-2</c:v>
                </c:pt>
                <c:pt idx="1188">
                  <c:v>1.3600000000000001E-2</c:v>
                </c:pt>
                <c:pt idx="1189">
                  <c:v>1.3600000000000001E-2</c:v>
                </c:pt>
                <c:pt idx="1190">
                  <c:v>1.3600000000000001E-2</c:v>
                </c:pt>
                <c:pt idx="1191">
                  <c:v>1.3600000000000001E-2</c:v>
                </c:pt>
                <c:pt idx="1192">
                  <c:v>1.3600000000000001E-2</c:v>
                </c:pt>
                <c:pt idx="1193">
                  <c:v>1.3600000000000001E-2</c:v>
                </c:pt>
                <c:pt idx="1194">
                  <c:v>1.3600000000000001E-2</c:v>
                </c:pt>
                <c:pt idx="1195">
                  <c:v>1.3600000000000001E-2</c:v>
                </c:pt>
                <c:pt idx="1196">
                  <c:v>1.3600000000000001E-2</c:v>
                </c:pt>
                <c:pt idx="1197">
                  <c:v>1.3600000000000001E-2</c:v>
                </c:pt>
                <c:pt idx="1198">
                  <c:v>1.3600000000000001E-2</c:v>
                </c:pt>
                <c:pt idx="1199">
                  <c:v>1.3600000000000001E-2</c:v>
                </c:pt>
                <c:pt idx="1200">
                  <c:v>1.3600000000000001E-2</c:v>
                </c:pt>
                <c:pt idx="1201">
                  <c:v>1.3600000000000001E-2</c:v>
                </c:pt>
                <c:pt idx="1202">
                  <c:v>1.3600000000000001E-2</c:v>
                </c:pt>
                <c:pt idx="1203">
                  <c:v>1.3500000000000002E-2</c:v>
                </c:pt>
                <c:pt idx="1204">
                  <c:v>1.3500000000000002E-2</c:v>
                </c:pt>
                <c:pt idx="1205">
                  <c:v>1.3500000000000002E-2</c:v>
                </c:pt>
                <c:pt idx="1206">
                  <c:v>1.3500000000000002E-2</c:v>
                </c:pt>
                <c:pt idx="1207">
                  <c:v>1.3500000000000002E-2</c:v>
                </c:pt>
                <c:pt idx="1208">
                  <c:v>1.34E-2</c:v>
                </c:pt>
                <c:pt idx="1209">
                  <c:v>1.34E-2</c:v>
                </c:pt>
                <c:pt idx="1210">
                  <c:v>1.34E-2</c:v>
                </c:pt>
                <c:pt idx="1211">
                  <c:v>1.34E-2</c:v>
                </c:pt>
                <c:pt idx="1212">
                  <c:v>1.34E-2</c:v>
                </c:pt>
                <c:pt idx="1213">
                  <c:v>1.34E-2</c:v>
                </c:pt>
                <c:pt idx="1214">
                  <c:v>1.34E-2</c:v>
                </c:pt>
                <c:pt idx="1215">
                  <c:v>1.34E-2</c:v>
                </c:pt>
                <c:pt idx="1216">
                  <c:v>1.34E-2</c:v>
                </c:pt>
                <c:pt idx="1217">
                  <c:v>1.34E-2</c:v>
                </c:pt>
                <c:pt idx="1218">
                  <c:v>1.34E-2</c:v>
                </c:pt>
                <c:pt idx="1219">
                  <c:v>1.34E-2</c:v>
                </c:pt>
                <c:pt idx="1220">
                  <c:v>1.34E-2</c:v>
                </c:pt>
                <c:pt idx="1221">
                  <c:v>1.34E-2</c:v>
                </c:pt>
                <c:pt idx="1222">
                  <c:v>1.34E-2</c:v>
                </c:pt>
                <c:pt idx="1223">
                  <c:v>1.34E-2</c:v>
                </c:pt>
                <c:pt idx="1224">
                  <c:v>1.34E-2</c:v>
                </c:pt>
                <c:pt idx="1225">
                  <c:v>1.34E-2</c:v>
                </c:pt>
                <c:pt idx="1226">
                  <c:v>1.34E-2</c:v>
                </c:pt>
                <c:pt idx="1227">
                  <c:v>1.34E-2</c:v>
                </c:pt>
                <c:pt idx="1228">
                  <c:v>1.34E-2</c:v>
                </c:pt>
                <c:pt idx="1229">
                  <c:v>1.34E-2</c:v>
                </c:pt>
                <c:pt idx="1230">
                  <c:v>1.34E-2</c:v>
                </c:pt>
                <c:pt idx="1231">
                  <c:v>1.34E-2</c:v>
                </c:pt>
                <c:pt idx="1232">
                  <c:v>1.34E-2</c:v>
                </c:pt>
                <c:pt idx="1233">
                  <c:v>1.34E-2</c:v>
                </c:pt>
                <c:pt idx="1234">
                  <c:v>1.34E-2</c:v>
                </c:pt>
                <c:pt idx="1235">
                  <c:v>1.34E-2</c:v>
                </c:pt>
                <c:pt idx="1236">
                  <c:v>1.34E-2</c:v>
                </c:pt>
                <c:pt idx="1237">
                  <c:v>1.34E-2</c:v>
                </c:pt>
                <c:pt idx="1238">
                  <c:v>1.34E-2</c:v>
                </c:pt>
                <c:pt idx="1239">
                  <c:v>1.34E-2</c:v>
                </c:pt>
                <c:pt idx="1240">
                  <c:v>1.34E-2</c:v>
                </c:pt>
                <c:pt idx="1241">
                  <c:v>1.34E-2</c:v>
                </c:pt>
                <c:pt idx="1242">
                  <c:v>1.34E-2</c:v>
                </c:pt>
                <c:pt idx="1243">
                  <c:v>1.34E-2</c:v>
                </c:pt>
                <c:pt idx="1244">
                  <c:v>1.34E-2</c:v>
                </c:pt>
                <c:pt idx="1245">
                  <c:v>1.34E-2</c:v>
                </c:pt>
                <c:pt idx="1246">
                  <c:v>1.34E-2</c:v>
                </c:pt>
                <c:pt idx="1247">
                  <c:v>1.34E-2</c:v>
                </c:pt>
                <c:pt idx="1248">
                  <c:v>1.34E-2</c:v>
                </c:pt>
                <c:pt idx="1249">
                  <c:v>1.34E-2</c:v>
                </c:pt>
                <c:pt idx="1250">
                  <c:v>1.34E-2</c:v>
                </c:pt>
                <c:pt idx="1251">
                  <c:v>1.34E-2</c:v>
                </c:pt>
                <c:pt idx="1252">
                  <c:v>1.34E-2</c:v>
                </c:pt>
                <c:pt idx="1253">
                  <c:v>1.34E-2</c:v>
                </c:pt>
                <c:pt idx="1254">
                  <c:v>1.3600000000000001E-2</c:v>
                </c:pt>
                <c:pt idx="1255">
                  <c:v>1.37E-2</c:v>
                </c:pt>
                <c:pt idx="1256">
                  <c:v>1.38E-2</c:v>
                </c:pt>
                <c:pt idx="1257">
                  <c:v>1.3899999999999999E-2</c:v>
                </c:pt>
                <c:pt idx="1258">
                  <c:v>1.3899999999999999E-2</c:v>
                </c:pt>
                <c:pt idx="1259">
                  <c:v>1.3899999999999999E-2</c:v>
                </c:pt>
                <c:pt idx="1260">
                  <c:v>1.3899999999999999E-2</c:v>
                </c:pt>
                <c:pt idx="1261">
                  <c:v>1.3899999999999999E-2</c:v>
                </c:pt>
                <c:pt idx="1262">
                  <c:v>1.3899999999999999E-2</c:v>
                </c:pt>
                <c:pt idx="1263">
                  <c:v>1.3899999999999999E-2</c:v>
                </c:pt>
                <c:pt idx="1264">
                  <c:v>1.3899999999999999E-2</c:v>
                </c:pt>
                <c:pt idx="1265">
                  <c:v>1.3899999999999999E-2</c:v>
                </c:pt>
                <c:pt idx="1266">
                  <c:v>1.3899999999999999E-2</c:v>
                </c:pt>
                <c:pt idx="1267">
                  <c:v>1.3899999999999999E-2</c:v>
                </c:pt>
                <c:pt idx="1268">
                  <c:v>1.3899999999999999E-2</c:v>
                </c:pt>
                <c:pt idx="1269">
                  <c:v>1.3899999999999999E-2</c:v>
                </c:pt>
                <c:pt idx="1270">
                  <c:v>1.3899999999999999E-2</c:v>
                </c:pt>
                <c:pt idx="1271">
                  <c:v>1.3899999999999999E-2</c:v>
                </c:pt>
                <c:pt idx="1272">
                  <c:v>1.3899999999999999E-2</c:v>
                </c:pt>
                <c:pt idx="1273">
                  <c:v>1.3999999999999999E-2</c:v>
                </c:pt>
                <c:pt idx="1274">
                  <c:v>1.3999999999999999E-2</c:v>
                </c:pt>
                <c:pt idx="1275">
                  <c:v>1.41E-2</c:v>
                </c:pt>
                <c:pt idx="1276">
                  <c:v>1.4199999999999999E-2</c:v>
                </c:pt>
                <c:pt idx="1277">
                  <c:v>1.43E-2</c:v>
                </c:pt>
                <c:pt idx="1278">
                  <c:v>1.46E-2</c:v>
                </c:pt>
                <c:pt idx="1279">
                  <c:v>1.4800000000000001E-2</c:v>
                </c:pt>
                <c:pt idx="1280">
                  <c:v>1.49E-2</c:v>
                </c:pt>
                <c:pt idx="1281">
                  <c:v>1.52E-2</c:v>
                </c:pt>
                <c:pt idx="1282">
                  <c:v>1.52E-2</c:v>
                </c:pt>
                <c:pt idx="1283">
                  <c:v>1.5300000000000001E-2</c:v>
                </c:pt>
                <c:pt idx="1284">
                  <c:v>1.54E-2</c:v>
                </c:pt>
                <c:pt idx="1285">
                  <c:v>1.54E-2</c:v>
                </c:pt>
                <c:pt idx="1286">
                  <c:v>1.54E-2</c:v>
                </c:pt>
                <c:pt idx="1287">
                  <c:v>1.54E-2</c:v>
                </c:pt>
                <c:pt idx="1288">
                  <c:v>1.54E-2</c:v>
                </c:pt>
                <c:pt idx="1289">
                  <c:v>1.54E-2</c:v>
                </c:pt>
                <c:pt idx="1290">
                  <c:v>1.54E-2</c:v>
                </c:pt>
                <c:pt idx="1291">
                  <c:v>1.54E-2</c:v>
                </c:pt>
                <c:pt idx="1292">
                  <c:v>1.54E-2</c:v>
                </c:pt>
                <c:pt idx="1293">
                  <c:v>1.54E-2</c:v>
                </c:pt>
                <c:pt idx="1294">
                  <c:v>1.54E-2</c:v>
                </c:pt>
                <c:pt idx="1295">
                  <c:v>1.54E-2</c:v>
                </c:pt>
                <c:pt idx="1296">
                  <c:v>1.54E-2</c:v>
                </c:pt>
                <c:pt idx="1297">
                  <c:v>1.54E-2</c:v>
                </c:pt>
                <c:pt idx="1298">
                  <c:v>1.54E-2</c:v>
                </c:pt>
                <c:pt idx="1299">
                  <c:v>1.54E-2</c:v>
                </c:pt>
                <c:pt idx="1300">
                  <c:v>1.54E-2</c:v>
                </c:pt>
                <c:pt idx="1301">
                  <c:v>1.54E-2</c:v>
                </c:pt>
                <c:pt idx="1302">
                  <c:v>1.5300000000000001E-2</c:v>
                </c:pt>
                <c:pt idx="1303">
                  <c:v>1.52E-2</c:v>
                </c:pt>
                <c:pt idx="1304">
                  <c:v>1.52E-2</c:v>
                </c:pt>
                <c:pt idx="1305">
                  <c:v>1.52E-2</c:v>
                </c:pt>
                <c:pt idx="1306">
                  <c:v>1.52E-2</c:v>
                </c:pt>
                <c:pt idx="1307">
                  <c:v>1.5100000000000001E-2</c:v>
                </c:pt>
                <c:pt idx="1308">
                  <c:v>1.5100000000000001E-2</c:v>
                </c:pt>
                <c:pt idx="1309">
                  <c:v>1.49E-2</c:v>
                </c:pt>
                <c:pt idx="1310">
                  <c:v>1.49E-2</c:v>
                </c:pt>
                <c:pt idx="1311">
                  <c:v>1.49E-2</c:v>
                </c:pt>
                <c:pt idx="1312">
                  <c:v>1.49E-2</c:v>
                </c:pt>
                <c:pt idx="1313">
                  <c:v>1.49E-2</c:v>
                </c:pt>
                <c:pt idx="1314">
                  <c:v>1.49E-2</c:v>
                </c:pt>
                <c:pt idx="1315">
                  <c:v>1.49E-2</c:v>
                </c:pt>
                <c:pt idx="1316">
                  <c:v>1.49E-2</c:v>
                </c:pt>
                <c:pt idx="1317">
                  <c:v>1.49E-2</c:v>
                </c:pt>
                <c:pt idx="1318">
                  <c:v>1.49E-2</c:v>
                </c:pt>
                <c:pt idx="1319">
                  <c:v>1.49E-2</c:v>
                </c:pt>
                <c:pt idx="1320">
                  <c:v>1.49E-2</c:v>
                </c:pt>
                <c:pt idx="1321">
                  <c:v>1.49E-2</c:v>
                </c:pt>
                <c:pt idx="1322">
                  <c:v>1.49E-2</c:v>
                </c:pt>
                <c:pt idx="1323">
                  <c:v>1.49E-2</c:v>
                </c:pt>
                <c:pt idx="1324">
                  <c:v>1.49E-2</c:v>
                </c:pt>
                <c:pt idx="1325">
                  <c:v>1.49E-2</c:v>
                </c:pt>
                <c:pt idx="1326">
                  <c:v>1.49E-2</c:v>
                </c:pt>
                <c:pt idx="1327">
                  <c:v>1.49E-2</c:v>
                </c:pt>
                <c:pt idx="1328">
                  <c:v>1.49E-2</c:v>
                </c:pt>
                <c:pt idx="1329">
                  <c:v>1.49E-2</c:v>
                </c:pt>
                <c:pt idx="1330">
                  <c:v>1.49E-2</c:v>
                </c:pt>
                <c:pt idx="1331">
                  <c:v>1.49E-2</c:v>
                </c:pt>
                <c:pt idx="1332">
                  <c:v>1.49E-2</c:v>
                </c:pt>
                <c:pt idx="1333">
                  <c:v>1.49E-2</c:v>
                </c:pt>
                <c:pt idx="1334">
                  <c:v>1.49E-2</c:v>
                </c:pt>
                <c:pt idx="1335">
                  <c:v>1.49E-2</c:v>
                </c:pt>
                <c:pt idx="1336">
                  <c:v>1.49E-2</c:v>
                </c:pt>
                <c:pt idx="1337">
                  <c:v>1.49E-2</c:v>
                </c:pt>
                <c:pt idx="1338">
                  <c:v>1.49E-2</c:v>
                </c:pt>
                <c:pt idx="1339">
                  <c:v>1.49E-2</c:v>
                </c:pt>
                <c:pt idx="1340">
                  <c:v>1.49E-2</c:v>
                </c:pt>
                <c:pt idx="1341">
                  <c:v>1.49E-2</c:v>
                </c:pt>
                <c:pt idx="1342">
                  <c:v>1.49E-2</c:v>
                </c:pt>
                <c:pt idx="1343">
                  <c:v>1.49E-2</c:v>
                </c:pt>
                <c:pt idx="1344">
                  <c:v>1.49E-2</c:v>
                </c:pt>
                <c:pt idx="1345">
                  <c:v>1.49E-2</c:v>
                </c:pt>
                <c:pt idx="1346">
                  <c:v>1.49E-2</c:v>
                </c:pt>
                <c:pt idx="1347">
                  <c:v>1.49E-2</c:v>
                </c:pt>
                <c:pt idx="1348">
                  <c:v>1.49E-2</c:v>
                </c:pt>
                <c:pt idx="1349">
                  <c:v>1.49E-2</c:v>
                </c:pt>
                <c:pt idx="1350">
                  <c:v>1.49E-2</c:v>
                </c:pt>
                <c:pt idx="1351">
                  <c:v>1.49E-2</c:v>
                </c:pt>
                <c:pt idx="1352">
                  <c:v>1.49E-2</c:v>
                </c:pt>
                <c:pt idx="1353">
                  <c:v>1.49E-2</c:v>
                </c:pt>
                <c:pt idx="1354">
                  <c:v>1.49E-2</c:v>
                </c:pt>
                <c:pt idx="1355">
                  <c:v>1.49E-2</c:v>
                </c:pt>
                <c:pt idx="1356">
                  <c:v>1.49E-2</c:v>
                </c:pt>
                <c:pt idx="1357">
                  <c:v>1.49E-2</c:v>
                </c:pt>
                <c:pt idx="1358">
                  <c:v>1.4800000000000001E-2</c:v>
                </c:pt>
                <c:pt idx="1359">
                  <c:v>1.4800000000000001E-2</c:v>
                </c:pt>
                <c:pt idx="1360">
                  <c:v>1.4800000000000001E-2</c:v>
                </c:pt>
                <c:pt idx="1361">
                  <c:v>1.4800000000000001E-2</c:v>
                </c:pt>
                <c:pt idx="1362">
                  <c:v>1.4800000000000001E-2</c:v>
                </c:pt>
                <c:pt idx="1363">
                  <c:v>1.47E-2</c:v>
                </c:pt>
                <c:pt idx="1364">
                  <c:v>1.47E-2</c:v>
                </c:pt>
                <c:pt idx="1365">
                  <c:v>1.47E-2</c:v>
                </c:pt>
                <c:pt idx="1366">
                  <c:v>1.47E-2</c:v>
                </c:pt>
                <c:pt idx="1367">
                  <c:v>1.4499999999999999E-2</c:v>
                </c:pt>
                <c:pt idx="1368">
                  <c:v>1.4499999999999999E-2</c:v>
                </c:pt>
                <c:pt idx="1369">
                  <c:v>1.4499999999999999E-2</c:v>
                </c:pt>
                <c:pt idx="1370">
                  <c:v>1.4499999999999999E-2</c:v>
                </c:pt>
                <c:pt idx="1371">
                  <c:v>1.4499999999999999E-2</c:v>
                </c:pt>
                <c:pt idx="1372">
                  <c:v>1.4499999999999999E-2</c:v>
                </c:pt>
                <c:pt idx="1373">
                  <c:v>1.4499999999999999E-2</c:v>
                </c:pt>
                <c:pt idx="1374">
                  <c:v>1.4499999999999999E-2</c:v>
                </c:pt>
                <c:pt idx="1375">
                  <c:v>1.4499999999999999E-2</c:v>
                </c:pt>
                <c:pt idx="1376">
                  <c:v>1.4499999999999999E-2</c:v>
                </c:pt>
                <c:pt idx="1377">
                  <c:v>1.43E-2</c:v>
                </c:pt>
                <c:pt idx="1378">
                  <c:v>1.43E-2</c:v>
                </c:pt>
                <c:pt idx="1379">
                  <c:v>1.4199999999999999E-2</c:v>
                </c:pt>
                <c:pt idx="1380">
                  <c:v>1.4199999999999999E-2</c:v>
                </c:pt>
                <c:pt idx="1381">
                  <c:v>1.4199999999999999E-2</c:v>
                </c:pt>
                <c:pt idx="1382">
                  <c:v>1.4199999999999999E-2</c:v>
                </c:pt>
                <c:pt idx="1383">
                  <c:v>1.4199999999999999E-2</c:v>
                </c:pt>
                <c:pt idx="1384">
                  <c:v>1.4199999999999999E-2</c:v>
                </c:pt>
                <c:pt idx="1385">
                  <c:v>1.4199999999999999E-2</c:v>
                </c:pt>
                <c:pt idx="1386">
                  <c:v>1.4199999999999999E-2</c:v>
                </c:pt>
                <c:pt idx="1387">
                  <c:v>1.41E-2</c:v>
                </c:pt>
                <c:pt idx="1388">
                  <c:v>1.41E-2</c:v>
                </c:pt>
                <c:pt idx="1389">
                  <c:v>1.41E-2</c:v>
                </c:pt>
                <c:pt idx="1390">
                  <c:v>1.41E-2</c:v>
                </c:pt>
                <c:pt idx="1391">
                  <c:v>1.41E-2</c:v>
                </c:pt>
                <c:pt idx="1392">
                  <c:v>1.41E-2</c:v>
                </c:pt>
                <c:pt idx="1393">
                  <c:v>1.41E-2</c:v>
                </c:pt>
                <c:pt idx="1394">
                  <c:v>1.41E-2</c:v>
                </c:pt>
                <c:pt idx="1395">
                  <c:v>1.41E-2</c:v>
                </c:pt>
                <c:pt idx="1396">
                  <c:v>1.41E-2</c:v>
                </c:pt>
                <c:pt idx="1397">
                  <c:v>1.41E-2</c:v>
                </c:pt>
                <c:pt idx="1398">
                  <c:v>1.3999999999999999E-2</c:v>
                </c:pt>
                <c:pt idx="1399">
                  <c:v>1.3999999999999999E-2</c:v>
                </c:pt>
                <c:pt idx="1400">
                  <c:v>1.3999999999999999E-2</c:v>
                </c:pt>
                <c:pt idx="1401">
                  <c:v>1.3999999999999999E-2</c:v>
                </c:pt>
                <c:pt idx="1402">
                  <c:v>1.3899999999999999E-2</c:v>
                </c:pt>
                <c:pt idx="1403">
                  <c:v>1.3899999999999999E-2</c:v>
                </c:pt>
                <c:pt idx="1404">
                  <c:v>1.3899999999999999E-2</c:v>
                </c:pt>
                <c:pt idx="1405">
                  <c:v>1.3899999999999999E-2</c:v>
                </c:pt>
                <c:pt idx="1406">
                  <c:v>1.38E-2</c:v>
                </c:pt>
                <c:pt idx="1407">
                  <c:v>1.38E-2</c:v>
                </c:pt>
                <c:pt idx="1408">
                  <c:v>1.38E-2</c:v>
                </c:pt>
                <c:pt idx="1409">
                  <c:v>1.38E-2</c:v>
                </c:pt>
                <c:pt idx="1410">
                  <c:v>1.38E-2</c:v>
                </c:pt>
                <c:pt idx="1411">
                  <c:v>1.38E-2</c:v>
                </c:pt>
                <c:pt idx="1412">
                  <c:v>1.38E-2</c:v>
                </c:pt>
                <c:pt idx="1413">
                  <c:v>1.38E-2</c:v>
                </c:pt>
                <c:pt idx="1414">
                  <c:v>1.38E-2</c:v>
                </c:pt>
                <c:pt idx="1415">
                  <c:v>1.38E-2</c:v>
                </c:pt>
                <c:pt idx="1416">
                  <c:v>1.38E-2</c:v>
                </c:pt>
                <c:pt idx="1417">
                  <c:v>1.38E-2</c:v>
                </c:pt>
                <c:pt idx="1418">
                  <c:v>1.38E-2</c:v>
                </c:pt>
                <c:pt idx="1419">
                  <c:v>1.38E-2</c:v>
                </c:pt>
                <c:pt idx="1420">
                  <c:v>1.38E-2</c:v>
                </c:pt>
                <c:pt idx="1421">
                  <c:v>1.38E-2</c:v>
                </c:pt>
                <c:pt idx="1422">
                  <c:v>1.38E-2</c:v>
                </c:pt>
                <c:pt idx="1423">
                  <c:v>1.38E-2</c:v>
                </c:pt>
                <c:pt idx="1424">
                  <c:v>1.38E-2</c:v>
                </c:pt>
                <c:pt idx="1425">
                  <c:v>1.38E-2</c:v>
                </c:pt>
                <c:pt idx="1426">
                  <c:v>1.38E-2</c:v>
                </c:pt>
                <c:pt idx="1427">
                  <c:v>1.38E-2</c:v>
                </c:pt>
                <c:pt idx="1428">
                  <c:v>1.38E-2</c:v>
                </c:pt>
                <c:pt idx="1429">
                  <c:v>1.38E-2</c:v>
                </c:pt>
                <c:pt idx="1430">
                  <c:v>1.38E-2</c:v>
                </c:pt>
                <c:pt idx="1431">
                  <c:v>1.38E-2</c:v>
                </c:pt>
                <c:pt idx="1432">
                  <c:v>1.38E-2</c:v>
                </c:pt>
                <c:pt idx="1433">
                  <c:v>1.38E-2</c:v>
                </c:pt>
                <c:pt idx="1434">
                  <c:v>1.38E-2</c:v>
                </c:pt>
                <c:pt idx="1435">
                  <c:v>1.38E-2</c:v>
                </c:pt>
                <c:pt idx="1436">
                  <c:v>1.38E-2</c:v>
                </c:pt>
                <c:pt idx="1437">
                  <c:v>1.38E-2</c:v>
                </c:pt>
                <c:pt idx="1438">
                  <c:v>1.3899999999999999E-2</c:v>
                </c:pt>
                <c:pt idx="1439">
                  <c:v>1.3899999999999999E-2</c:v>
                </c:pt>
                <c:pt idx="1440">
                  <c:v>1.3899999999999999E-2</c:v>
                </c:pt>
                <c:pt idx="1441">
                  <c:v>1.3899999999999999E-2</c:v>
                </c:pt>
                <c:pt idx="1442">
                  <c:v>1.3899999999999999E-2</c:v>
                </c:pt>
                <c:pt idx="1443">
                  <c:v>1.3899999999999999E-2</c:v>
                </c:pt>
                <c:pt idx="1444">
                  <c:v>1.3899999999999999E-2</c:v>
                </c:pt>
                <c:pt idx="1445">
                  <c:v>1.3899999999999999E-2</c:v>
                </c:pt>
                <c:pt idx="1446">
                  <c:v>1.3899999999999999E-2</c:v>
                </c:pt>
                <c:pt idx="1447">
                  <c:v>1.3899999999999999E-2</c:v>
                </c:pt>
                <c:pt idx="1448">
                  <c:v>1.3899999999999999E-2</c:v>
                </c:pt>
                <c:pt idx="1449">
                  <c:v>1.3899999999999999E-2</c:v>
                </c:pt>
                <c:pt idx="1450">
                  <c:v>1.3899999999999999E-2</c:v>
                </c:pt>
                <c:pt idx="1451">
                  <c:v>1.3899999999999999E-2</c:v>
                </c:pt>
                <c:pt idx="1452">
                  <c:v>1.3899999999999999E-2</c:v>
                </c:pt>
                <c:pt idx="1453">
                  <c:v>1.3899999999999999E-2</c:v>
                </c:pt>
                <c:pt idx="1454">
                  <c:v>1.3899999999999999E-2</c:v>
                </c:pt>
                <c:pt idx="1455">
                  <c:v>1.3899999999999999E-2</c:v>
                </c:pt>
                <c:pt idx="1456">
                  <c:v>1.3899999999999999E-2</c:v>
                </c:pt>
                <c:pt idx="1457">
                  <c:v>1.3899999999999999E-2</c:v>
                </c:pt>
                <c:pt idx="1458">
                  <c:v>1.3899999999999999E-2</c:v>
                </c:pt>
                <c:pt idx="1459">
                  <c:v>1.3899999999999999E-2</c:v>
                </c:pt>
                <c:pt idx="1460">
                  <c:v>1.3899999999999999E-2</c:v>
                </c:pt>
                <c:pt idx="1461">
                  <c:v>1.3899999999999999E-2</c:v>
                </c:pt>
                <c:pt idx="1462">
                  <c:v>1.3899999999999999E-2</c:v>
                </c:pt>
                <c:pt idx="1463">
                  <c:v>1.3899999999999999E-2</c:v>
                </c:pt>
                <c:pt idx="1464">
                  <c:v>1.3899999999999999E-2</c:v>
                </c:pt>
                <c:pt idx="1465">
                  <c:v>1.3899999999999999E-2</c:v>
                </c:pt>
                <c:pt idx="1466">
                  <c:v>1.3899999999999999E-2</c:v>
                </c:pt>
                <c:pt idx="1467">
                  <c:v>1.3899999999999999E-2</c:v>
                </c:pt>
                <c:pt idx="1468">
                  <c:v>1.3899999999999999E-2</c:v>
                </c:pt>
                <c:pt idx="1469">
                  <c:v>1.3899999999999999E-2</c:v>
                </c:pt>
                <c:pt idx="1470">
                  <c:v>1.3899999999999999E-2</c:v>
                </c:pt>
                <c:pt idx="1471">
                  <c:v>1.3899999999999999E-2</c:v>
                </c:pt>
                <c:pt idx="1472">
                  <c:v>1.3899999999999999E-2</c:v>
                </c:pt>
                <c:pt idx="1473">
                  <c:v>1.3899999999999999E-2</c:v>
                </c:pt>
                <c:pt idx="1474">
                  <c:v>1.3899999999999999E-2</c:v>
                </c:pt>
                <c:pt idx="1475">
                  <c:v>1.3899999999999999E-2</c:v>
                </c:pt>
                <c:pt idx="1476">
                  <c:v>1.38E-2</c:v>
                </c:pt>
                <c:pt idx="1477">
                  <c:v>1.38E-2</c:v>
                </c:pt>
                <c:pt idx="1478">
                  <c:v>1.38E-2</c:v>
                </c:pt>
                <c:pt idx="1479">
                  <c:v>1.38E-2</c:v>
                </c:pt>
                <c:pt idx="1480">
                  <c:v>1.38E-2</c:v>
                </c:pt>
                <c:pt idx="1481">
                  <c:v>1.38E-2</c:v>
                </c:pt>
                <c:pt idx="1482">
                  <c:v>1.38E-2</c:v>
                </c:pt>
                <c:pt idx="1483">
                  <c:v>1.38E-2</c:v>
                </c:pt>
                <c:pt idx="1484">
                  <c:v>1.38E-2</c:v>
                </c:pt>
                <c:pt idx="1485">
                  <c:v>1.38E-2</c:v>
                </c:pt>
                <c:pt idx="1486">
                  <c:v>1.38E-2</c:v>
                </c:pt>
                <c:pt idx="1487">
                  <c:v>1.38E-2</c:v>
                </c:pt>
                <c:pt idx="1488">
                  <c:v>1.38E-2</c:v>
                </c:pt>
                <c:pt idx="1489">
                  <c:v>1.38E-2</c:v>
                </c:pt>
                <c:pt idx="1490">
                  <c:v>1.38E-2</c:v>
                </c:pt>
                <c:pt idx="1491">
                  <c:v>1.38E-2</c:v>
                </c:pt>
                <c:pt idx="1492">
                  <c:v>1.38E-2</c:v>
                </c:pt>
                <c:pt idx="1493">
                  <c:v>1.38E-2</c:v>
                </c:pt>
                <c:pt idx="1494">
                  <c:v>1.38E-2</c:v>
                </c:pt>
                <c:pt idx="1495">
                  <c:v>1.38E-2</c:v>
                </c:pt>
                <c:pt idx="1496">
                  <c:v>1.38E-2</c:v>
                </c:pt>
                <c:pt idx="1497">
                  <c:v>1.38E-2</c:v>
                </c:pt>
                <c:pt idx="1498">
                  <c:v>1.38E-2</c:v>
                </c:pt>
                <c:pt idx="1499">
                  <c:v>1.38E-2</c:v>
                </c:pt>
                <c:pt idx="1500">
                  <c:v>1.38E-2</c:v>
                </c:pt>
                <c:pt idx="1501">
                  <c:v>1.38E-2</c:v>
                </c:pt>
                <c:pt idx="1502">
                  <c:v>1.38E-2</c:v>
                </c:pt>
                <c:pt idx="1503">
                  <c:v>1.38E-2</c:v>
                </c:pt>
                <c:pt idx="1504">
                  <c:v>1.38E-2</c:v>
                </c:pt>
                <c:pt idx="1505">
                  <c:v>1.38E-2</c:v>
                </c:pt>
                <c:pt idx="1506">
                  <c:v>1.38E-2</c:v>
                </c:pt>
                <c:pt idx="1507">
                  <c:v>1.38E-2</c:v>
                </c:pt>
                <c:pt idx="1508">
                  <c:v>1.38E-2</c:v>
                </c:pt>
                <c:pt idx="1509">
                  <c:v>1.38E-2</c:v>
                </c:pt>
                <c:pt idx="1510">
                  <c:v>1.38E-2</c:v>
                </c:pt>
                <c:pt idx="1511">
                  <c:v>1.38E-2</c:v>
                </c:pt>
                <c:pt idx="1512">
                  <c:v>1.38E-2</c:v>
                </c:pt>
                <c:pt idx="1513">
                  <c:v>1.38E-2</c:v>
                </c:pt>
                <c:pt idx="1514">
                  <c:v>1.38E-2</c:v>
                </c:pt>
                <c:pt idx="1515">
                  <c:v>1.38E-2</c:v>
                </c:pt>
                <c:pt idx="1516">
                  <c:v>1.38E-2</c:v>
                </c:pt>
                <c:pt idx="1517">
                  <c:v>1.38E-2</c:v>
                </c:pt>
                <c:pt idx="1518">
                  <c:v>1.38E-2</c:v>
                </c:pt>
                <c:pt idx="1519">
                  <c:v>1.3999999999999999E-2</c:v>
                </c:pt>
                <c:pt idx="1520">
                  <c:v>1.3999999999999999E-2</c:v>
                </c:pt>
                <c:pt idx="1521">
                  <c:v>1.3999999999999999E-2</c:v>
                </c:pt>
                <c:pt idx="1522">
                  <c:v>1.3999999999999999E-2</c:v>
                </c:pt>
                <c:pt idx="1523">
                  <c:v>1.3999999999999999E-2</c:v>
                </c:pt>
                <c:pt idx="1524">
                  <c:v>1.3999999999999999E-2</c:v>
                </c:pt>
                <c:pt idx="1525">
                  <c:v>1.3999999999999999E-2</c:v>
                </c:pt>
                <c:pt idx="1526">
                  <c:v>1.3999999999999999E-2</c:v>
                </c:pt>
                <c:pt idx="1527">
                  <c:v>1.3999999999999999E-2</c:v>
                </c:pt>
                <c:pt idx="1528">
                  <c:v>1.3999999999999999E-2</c:v>
                </c:pt>
                <c:pt idx="1529">
                  <c:v>1.3999999999999999E-2</c:v>
                </c:pt>
                <c:pt idx="1530">
                  <c:v>1.41E-2</c:v>
                </c:pt>
                <c:pt idx="1531">
                  <c:v>1.4199999999999999E-2</c:v>
                </c:pt>
                <c:pt idx="1532">
                  <c:v>1.43E-2</c:v>
                </c:pt>
                <c:pt idx="1533">
                  <c:v>1.44E-2</c:v>
                </c:pt>
                <c:pt idx="1534">
                  <c:v>1.4499999999999999E-2</c:v>
                </c:pt>
                <c:pt idx="1535">
                  <c:v>1.46E-2</c:v>
                </c:pt>
                <c:pt idx="1536">
                  <c:v>1.47E-2</c:v>
                </c:pt>
                <c:pt idx="1537">
                  <c:v>1.4800000000000001E-2</c:v>
                </c:pt>
                <c:pt idx="1538">
                  <c:v>1.49E-2</c:v>
                </c:pt>
                <c:pt idx="1539">
                  <c:v>1.4999999999999999E-2</c:v>
                </c:pt>
                <c:pt idx="1540">
                  <c:v>1.4999999999999999E-2</c:v>
                </c:pt>
                <c:pt idx="1541">
                  <c:v>1.4999999999999999E-2</c:v>
                </c:pt>
                <c:pt idx="1542">
                  <c:v>1.5100000000000001E-2</c:v>
                </c:pt>
                <c:pt idx="1543">
                  <c:v>1.6399999999999998E-2</c:v>
                </c:pt>
                <c:pt idx="1544">
                  <c:v>1.66E-2</c:v>
                </c:pt>
                <c:pt idx="1545">
                  <c:v>1.66E-2</c:v>
                </c:pt>
                <c:pt idx="1546">
                  <c:v>1.66E-2</c:v>
                </c:pt>
                <c:pt idx="1547">
                  <c:v>1.66E-2</c:v>
                </c:pt>
                <c:pt idx="1548">
                  <c:v>1.66E-2</c:v>
                </c:pt>
                <c:pt idx="1549">
                  <c:v>1.66E-2</c:v>
                </c:pt>
                <c:pt idx="1550">
                  <c:v>1.66E-2</c:v>
                </c:pt>
                <c:pt idx="1551">
                  <c:v>1.66E-2</c:v>
                </c:pt>
                <c:pt idx="1552">
                  <c:v>1.66E-2</c:v>
                </c:pt>
                <c:pt idx="1553">
                  <c:v>1.66E-2</c:v>
                </c:pt>
                <c:pt idx="1554">
                  <c:v>1.66E-2</c:v>
                </c:pt>
                <c:pt idx="1555">
                  <c:v>1.66E-2</c:v>
                </c:pt>
                <c:pt idx="1556">
                  <c:v>1.66E-2</c:v>
                </c:pt>
                <c:pt idx="1557">
                  <c:v>1.66E-2</c:v>
                </c:pt>
                <c:pt idx="1558">
                  <c:v>1.66E-2</c:v>
                </c:pt>
                <c:pt idx="1559">
                  <c:v>1.66E-2</c:v>
                </c:pt>
                <c:pt idx="1560">
                  <c:v>1.66E-2</c:v>
                </c:pt>
                <c:pt idx="1561">
                  <c:v>1.66E-2</c:v>
                </c:pt>
                <c:pt idx="1562">
                  <c:v>1.66E-2</c:v>
                </c:pt>
                <c:pt idx="1563">
                  <c:v>1.66E-2</c:v>
                </c:pt>
                <c:pt idx="1564">
                  <c:v>1.66E-2</c:v>
                </c:pt>
                <c:pt idx="1565">
                  <c:v>1.66E-2</c:v>
                </c:pt>
                <c:pt idx="1566">
                  <c:v>1.66E-2</c:v>
                </c:pt>
                <c:pt idx="1567">
                  <c:v>1.66E-2</c:v>
                </c:pt>
                <c:pt idx="1568">
                  <c:v>1.66E-2</c:v>
                </c:pt>
                <c:pt idx="1569">
                  <c:v>1.66E-2</c:v>
                </c:pt>
                <c:pt idx="1570">
                  <c:v>1.66E-2</c:v>
                </c:pt>
                <c:pt idx="1571">
                  <c:v>1.66E-2</c:v>
                </c:pt>
                <c:pt idx="1572">
                  <c:v>1.66E-2</c:v>
                </c:pt>
                <c:pt idx="1573">
                  <c:v>1.66E-2</c:v>
                </c:pt>
                <c:pt idx="1574">
                  <c:v>1.66E-2</c:v>
                </c:pt>
                <c:pt idx="1575">
                  <c:v>1.66E-2</c:v>
                </c:pt>
                <c:pt idx="1576">
                  <c:v>1.66E-2</c:v>
                </c:pt>
                <c:pt idx="1577">
                  <c:v>1.6500000000000001E-2</c:v>
                </c:pt>
                <c:pt idx="1578">
                  <c:v>1.6500000000000001E-2</c:v>
                </c:pt>
                <c:pt idx="1579">
                  <c:v>1.6500000000000001E-2</c:v>
                </c:pt>
                <c:pt idx="1580">
                  <c:v>1.6500000000000001E-2</c:v>
                </c:pt>
                <c:pt idx="1581">
                  <c:v>1.6500000000000001E-2</c:v>
                </c:pt>
                <c:pt idx="1582">
                  <c:v>1.6500000000000001E-2</c:v>
                </c:pt>
                <c:pt idx="1583">
                  <c:v>1.6500000000000001E-2</c:v>
                </c:pt>
                <c:pt idx="1584">
                  <c:v>1.6500000000000001E-2</c:v>
                </c:pt>
                <c:pt idx="1585">
                  <c:v>1.6500000000000001E-2</c:v>
                </c:pt>
                <c:pt idx="1586">
                  <c:v>1.6500000000000001E-2</c:v>
                </c:pt>
                <c:pt idx="1587">
                  <c:v>1.6500000000000001E-2</c:v>
                </c:pt>
                <c:pt idx="1588">
                  <c:v>1.6500000000000001E-2</c:v>
                </c:pt>
                <c:pt idx="1589">
                  <c:v>1.6500000000000001E-2</c:v>
                </c:pt>
                <c:pt idx="1590">
                  <c:v>1.6500000000000001E-2</c:v>
                </c:pt>
                <c:pt idx="1591">
                  <c:v>1.6500000000000001E-2</c:v>
                </c:pt>
                <c:pt idx="1592">
                  <c:v>1.6500000000000001E-2</c:v>
                </c:pt>
                <c:pt idx="1593">
                  <c:v>1.6500000000000001E-2</c:v>
                </c:pt>
                <c:pt idx="1594">
                  <c:v>1.6500000000000001E-2</c:v>
                </c:pt>
                <c:pt idx="1595">
                  <c:v>1.6500000000000001E-2</c:v>
                </c:pt>
                <c:pt idx="1596">
                  <c:v>1.6500000000000001E-2</c:v>
                </c:pt>
                <c:pt idx="1597">
                  <c:v>1.6500000000000001E-2</c:v>
                </c:pt>
                <c:pt idx="1598">
                  <c:v>1.6500000000000001E-2</c:v>
                </c:pt>
                <c:pt idx="1599">
                  <c:v>1.6500000000000001E-2</c:v>
                </c:pt>
                <c:pt idx="1600">
                  <c:v>1.6500000000000001E-2</c:v>
                </c:pt>
                <c:pt idx="1601">
                  <c:v>1.6500000000000001E-2</c:v>
                </c:pt>
                <c:pt idx="1602">
                  <c:v>1.6500000000000001E-2</c:v>
                </c:pt>
                <c:pt idx="1603">
                  <c:v>1.6500000000000001E-2</c:v>
                </c:pt>
                <c:pt idx="1604">
                  <c:v>1.6500000000000001E-2</c:v>
                </c:pt>
                <c:pt idx="1605">
                  <c:v>1.6500000000000001E-2</c:v>
                </c:pt>
                <c:pt idx="1606">
                  <c:v>1.6500000000000001E-2</c:v>
                </c:pt>
                <c:pt idx="1607">
                  <c:v>1.6500000000000001E-2</c:v>
                </c:pt>
                <c:pt idx="1608">
                  <c:v>1.6500000000000001E-2</c:v>
                </c:pt>
                <c:pt idx="1609">
                  <c:v>1.6500000000000001E-2</c:v>
                </c:pt>
                <c:pt idx="1610">
                  <c:v>1.6500000000000001E-2</c:v>
                </c:pt>
                <c:pt idx="1611">
                  <c:v>1.6500000000000001E-2</c:v>
                </c:pt>
                <c:pt idx="1612">
                  <c:v>1.6500000000000001E-2</c:v>
                </c:pt>
                <c:pt idx="1613">
                  <c:v>1.6500000000000001E-2</c:v>
                </c:pt>
                <c:pt idx="1614">
                  <c:v>1.6500000000000001E-2</c:v>
                </c:pt>
                <c:pt idx="1615">
                  <c:v>1.6500000000000001E-2</c:v>
                </c:pt>
                <c:pt idx="1616">
                  <c:v>1.6500000000000001E-2</c:v>
                </c:pt>
                <c:pt idx="1617">
                  <c:v>1.6500000000000001E-2</c:v>
                </c:pt>
                <c:pt idx="1618">
                  <c:v>1.6500000000000001E-2</c:v>
                </c:pt>
                <c:pt idx="1619">
                  <c:v>1.6500000000000001E-2</c:v>
                </c:pt>
                <c:pt idx="1620">
                  <c:v>1.6500000000000001E-2</c:v>
                </c:pt>
                <c:pt idx="1621">
                  <c:v>1.6500000000000001E-2</c:v>
                </c:pt>
                <c:pt idx="1622">
                  <c:v>1.6500000000000001E-2</c:v>
                </c:pt>
                <c:pt idx="1623">
                  <c:v>1.6500000000000001E-2</c:v>
                </c:pt>
                <c:pt idx="1624">
                  <c:v>1.6500000000000001E-2</c:v>
                </c:pt>
                <c:pt idx="1625">
                  <c:v>1.6500000000000001E-2</c:v>
                </c:pt>
                <c:pt idx="1626">
                  <c:v>1.6500000000000001E-2</c:v>
                </c:pt>
                <c:pt idx="1627">
                  <c:v>1.6500000000000001E-2</c:v>
                </c:pt>
                <c:pt idx="1628">
                  <c:v>1.6500000000000001E-2</c:v>
                </c:pt>
                <c:pt idx="1629">
                  <c:v>1.6500000000000001E-2</c:v>
                </c:pt>
                <c:pt idx="1630">
                  <c:v>1.6500000000000001E-2</c:v>
                </c:pt>
                <c:pt idx="1631">
                  <c:v>1.6500000000000001E-2</c:v>
                </c:pt>
                <c:pt idx="1632">
                  <c:v>1.6500000000000001E-2</c:v>
                </c:pt>
                <c:pt idx="1633">
                  <c:v>1.6500000000000001E-2</c:v>
                </c:pt>
                <c:pt idx="1634">
                  <c:v>1.6500000000000001E-2</c:v>
                </c:pt>
                <c:pt idx="1635">
                  <c:v>1.6500000000000001E-2</c:v>
                </c:pt>
                <c:pt idx="1636">
                  <c:v>1.6500000000000001E-2</c:v>
                </c:pt>
                <c:pt idx="1637">
                  <c:v>1.6500000000000001E-2</c:v>
                </c:pt>
                <c:pt idx="1638">
                  <c:v>1.6500000000000001E-2</c:v>
                </c:pt>
                <c:pt idx="1639">
                  <c:v>1.6500000000000001E-2</c:v>
                </c:pt>
                <c:pt idx="1640">
                  <c:v>1.6500000000000001E-2</c:v>
                </c:pt>
                <c:pt idx="1641">
                  <c:v>1.6500000000000001E-2</c:v>
                </c:pt>
                <c:pt idx="1642">
                  <c:v>1.6500000000000001E-2</c:v>
                </c:pt>
                <c:pt idx="1643">
                  <c:v>1.6500000000000001E-2</c:v>
                </c:pt>
                <c:pt idx="1644">
                  <c:v>1.6500000000000001E-2</c:v>
                </c:pt>
                <c:pt idx="1645">
                  <c:v>1.6500000000000001E-2</c:v>
                </c:pt>
                <c:pt idx="1646">
                  <c:v>1.6500000000000001E-2</c:v>
                </c:pt>
                <c:pt idx="1647">
                  <c:v>1.6500000000000001E-2</c:v>
                </c:pt>
                <c:pt idx="1648">
                  <c:v>1.6500000000000001E-2</c:v>
                </c:pt>
                <c:pt idx="1649">
                  <c:v>1.6500000000000001E-2</c:v>
                </c:pt>
                <c:pt idx="1650">
                  <c:v>1.6500000000000001E-2</c:v>
                </c:pt>
                <c:pt idx="1651">
                  <c:v>1.6500000000000001E-2</c:v>
                </c:pt>
                <c:pt idx="1652">
                  <c:v>1.6500000000000001E-2</c:v>
                </c:pt>
                <c:pt idx="1653">
                  <c:v>1.6500000000000001E-2</c:v>
                </c:pt>
                <c:pt idx="1654">
                  <c:v>1.6500000000000001E-2</c:v>
                </c:pt>
                <c:pt idx="1655">
                  <c:v>1.6500000000000001E-2</c:v>
                </c:pt>
                <c:pt idx="1656">
                  <c:v>1.6500000000000001E-2</c:v>
                </c:pt>
                <c:pt idx="1657">
                  <c:v>1.6500000000000001E-2</c:v>
                </c:pt>
                <c:pt idx="1658">
                  <c:v>1.6500000000000001E-2</c:v>
                </c:pt>
                <c:pt idx="1659">
                  <c:v>1.6500000000000001E-2</c:v>
                </c:pt>
                <c:pt idx="1660">
                  <c:v>1.6500000000000001E-2</c:v>
                </c:pt>
                <c:pt idx="1661">
                  <c:v>1.6500000000000001E-2</c:v>
                </c:pt>
                <c:pt idx="1662">
                  <c:v>1.6500000000000001E-2</c:v>
                </c:pt>
                <c:pt idx="1663">
                  <c:v>1.6500000000000001E-2</c:v>
                </c:pt>
                <c:pt idx="1664">
                  <c:v>1.6500000000000001E-2</c:v>
                </c:pt>
                <c:pt idx="1665">
                  <c:v>1.6500000000000001E-2</c:v>
                </c:pt>
                <c:pt idx="1666">
                  <c:v>1.6500000000000001E-2</c:v>
                </c:pt>
                <c:pt idx="1667">
                  <c:v>1.6500000000000001E-2</c:v>
                </c:pt>
                <c:pt idx="1668">
                  <c:v>1.6500000000000001E-2</c:v>
                </c:pt>
                <c:pt idx="1669">
                  <c:v>1.6500000000000001E-2</c:v>
                </c:pt>
                <c:pt idx="1670">
                  <c:v>1.6500000000000001E-2</c:v>
                </c:pt>
                <c:pt idx="1671">
                  <c:v>1.6500000000000001E-2</c:v>
                </c:pt>
                <c:pt idx="1672">
                  <c:v>1.6500000000000001E-2</c:v>
                </c:pt>
                <c:pt idx="1673">
                  <c:v>1.6500000000000001E-2</c:v>
                </c:pt>
                <c:pt idx="1674">
                  <c:v>1.6500000000000001E-2</c:v>
                </c:pt>
                <c:pt idx="1675">
                  <c:v>1.6500000000000001E-2</c:v>
                </c:pt>
                <c:pt idx="1676">
                  <c:v>1.6500000000000001E-2</c:v>
                </c:pt>
                <c:pt idx="1677">
                  <c:v>1.6500000000000001E-2</c:v>
                </c:pt>
                <c:pt idx="1678">
                  <c:v>1.6500000000000001E-2</c:v>
                </c:pt>
                <c:pt idx="1679">
                  <c:v>1.6500000000000001E-2</c:v>
                </c:pt>
                <c:pt idx="1680">
                  <c:v>1.6500000000000001E-2</c:v>
                </c:pt>
                <c:pt idx="1681">
                  <c:v>1.6500000000000001E-2</c:v>
                </c:pt>
                <c:pt idx="1682">
                  <c:v>1.6500000000000001E-2</c:v>
                </c:pt>
                <c:pt idx="1683">
                  <c:v>1.6500000000000001E-2</c:v>
                </c:pt>
                <c:pt idx="1684">
                  <c:v>1.6500000000000001E-2</c:v>
                </c:pt>
                <c:pt idx="1685">
                  <c:v>1.6500000000000001E-2</c:v>
                </c:pt>
                <c:pt idx="1686">
                  <c:v>1.6500000000000001E-2</c:v>
                </c:pt>
                <c:pt idx="1687">
                  <c:v>1.6500000000000001E-2</c:v>
                </c:pt>
                <c:pt idx="1688">
                  <c:v>1.6500000000000001E-2</c:v>
                </c:pt>
                <c:pt idx="1689">
                  <c:v>1.6500000000000001E-2</c:v>
                </c:pt>
                <c:pt idx="1690">
                  <c:v>1.6500000000000001E-2</c:v>
                </c:pt>
                <c:pt idx="1691">
                  <c:v>1.6500000000000001E-2</c:v>
                </c:pt>
                <c:pt idx="1692">
                  <c:v>1.6500000000000001E-2</c:v>
                </c:pt>
                <c:pt idx="1693">
                  <c:v>1.6500000000000001E-2</c:v>
                </c:pt>
                <c:pt idx="1694">
                  <c:v>1.6500000000000001E-2</c:v>
                </c:pt>
                <c:pt idx="1695">
                  <c:v>1.6500000000000001E-2</c:v>
                </c:pt>
                <c:pt idx="1696">
                  <c:v>1.6500000000000001E-2</c:v>
                </c:pt>
                <c:pt idx="1697">
                  <c:v>1.6500000000000001E-2</c:v>
                </c:pt>
                <c:pt idx="1698">
                  <c:v>1.6500000000000001E-2</c:v>
                </c:pt>
                <c:pt idx="1699">
                  <c:v>1.6500000000000001E-2</c:v>
                </c:pt>
                <c:pt idx="1700">
                  <c:v>1.6500000000000001E-2</c:v>
                </c:pt>
                <c:pt idx="1701">
                  <c:v>1.6500000000000001E-2</c:v>
                </c:pt>
                <c:pt idx="1702">
                  <c:v>1.6500000000000001E-2</c:v>
                </c:pt>
                <c:pt idx="1703">
                  <c:v>1.6500000000000001E-2</c:v>
                </c:pt>
                <c:pt idx="1704">
                  <c:v>1.6500000000000001E-2</c:v>
                </c:pt>
                <c:pt idx="1705">
                  <c:v>1.6500000000000001E-2</c:v>
                </c:pt>
                <c:pt idx="1706">
                  <c:v>1.6500000000000001E-2</c:v>
                </c:pt>
                <c:pt idx="1707">
                  <c:v>1.6500000000000001E-2</c:v>
                </c:pt>
                <c:pt idx="1708">
                  <c:v>1.6500000000000001E-2</c:v>
                </c:pt>
                <c:pt idx="1709">
                  <c:v>1.6500000000000001E-2</c:v>
                </c:pt>
                <c:pt idx="1710">
                  <c:v>1.6500000000000001E-2</c:v>
                </c:pt>
                <c:pt idx="1711">
                  <c:v>1.6500000000000001E-2</c:v>
                </c:pt>
                <c:pt idx="1712">
                  <c:v>1.6500000000000001E-2</c:v>
                </c:pt>
                <c:pt idx="1713">
                  <c:v>1.6500000000000001E-2</c:v>
                </c:pt>
                <c:pt idx="1714">
                  <c:v>1.6500000000000001E-2</c:v>
                </c:pt>
                <c:pt idx="1715">
                  <c:v>1.6500000000000001E-2</c:v>
                </c:pt>
                <c:pt idx="1716">
                  <c:v>1.6500000000000001E-2</c:v>
                </c:pt>
                <c:pt idx="1717">
                  <c:v>1.6500000000000001E-2</c:v>
                </c:pt>
                <c:pt idx="1718">
                  <c:v>1.6500000000000001E-2</c:v>
                </c:pt>
                <c:pt idx="1719">
                  <c:v>1.6500000000000001E-2</c:v>
                </c:pt>
                <c:pt idx="1720">
                  <c:v>1.6500000000000001E-2</c:v>
                </c:pt>
                <c:pt idx="1721">
                  <c:v>1.6500000000000001E-2</c:v>
                </c:pt>
                <c:pt idx="1722">
                  <c:v>1.6500000000000001E-2</c:v>
                </c:pt>
                <c:pt idx="1723">
                  <c:v>1.6500000000000001E-2</c:v>
                </c:pt>
                <c:pt idx="1724">
                  <c:v>1.6500000000000001E-2</c:v>
                </c:pt>
                <c:pt idx="1725">
                  <c:v>1.6500000000000001E-2</c:v>
                </c:pt>
                <c:pt idx="1726">
                  <c:v>1.6500000000000001E-2</c:v>
                </c:pt>
                <c:pt idx="1727">
                  <c:v>1.6500000000000001E-2</c:v>
                </c:pt>
                <c:pt idx="1728">
                  <c:v>1.6500000000000001E-2</c:v>
                </c:pt>
                <c:pt idx="1729">
                  <c:v>1.6500000000000001E-2</c:v>
                </c:pt>
                <c:pt idx="1730">
                  <c:v>1.6500000000000001E-2</c:v>
                </c:pt>
                <c:pt idx="1731">
                  <c:v>1.6500000000000001E-2</c:v>
                </c:pt>
                <c:pt idx="1732">
                  <c:v>1.6500000000000001E-2</c:v>
                </c:pt>
                <c:pt idx="1733">
                  <c:v>1.6500000000000001E-2</c:v>
                </c:pt>
                <c:pt idx="1734">
                  <c:v>1.6500000000000001E-2</c:v>
                </c:pt>
                <c:pt idx="1735">
                  <c:v>1.6500000000000001E-2</c:v>
                </c:pt>
                <c:pt idx="1736">
                  <c:v>1.6500000000000001E-2</c:v>
                </c:pt>
                <c:pt idx="1737">
                  <c:v>1.6500000000000001E-2</c:v>
                </c:pt>
                <c:pt idx="1738">
                  <c:v>1.6500000000000001E-2</c:v>
                </c:pt>
                <c:pt idx="1739">
                  <c:v>1.6500000000000001E-2</c:v>
                </c:pt>
                <c:pt idx="1740">
                  <c:v>1.6500000000000001E-2</c:v>
                </c:pt>
                <c:pt idx="1741">
                  <c:v>1.6500000000000001E-2</c:v>
                </c:pt>
                <c:pt idx="1742">
                  <c:v>1.6500000000000001E-2</c:v>
                </c:pt>
                <c:pt idx="1743">
                  <c:v>1.6500000000000001E-2</c:v>
                </c:pt>
                <c:pt idx="1744">
                  <c:v>1.6500000000000001E-2</c:v>
                </c:pt>
                <c:pt idx="1745">
                  <c:v>1.6500000000000001E-2</c:v>
                </c:pt>
                <c:pt idx="1746">
                  <c:v>1.6500000000000001E-2</c:v>
                </c:pt>
                <c:pt idx="1747">
                  <c:v>1.6500000000000001E-2</c:v>
                </c:pt>
                <c:pt idx="1748">
                  <c:v>1.6500000000000001E-2</c:v>
                </c:pt>
                <c:pt idx="1749">
                  <c:v>1.6500000000000001E-2</c:v>
                </c:pt>
                <c:pt idx="1750">
                  <c:v>1.6500000000000001E-2</c:v>
                </c:pt>
                <c:pt idx="1751">
                  <c:v>1.6500000000000001E-2</c:v>
                </c:pt>
                <c:pt idx="1752">
                  <c:v>1.6500000000000001E-2</c:v>
                </c:pt>
                <c:pt idx="1753">
                  <c:v>1.6500000000000001E-2</c:v>
                </c:pt>
                <c:pt idx="1754">
                  <c:v>1.6500000000000001E-2</c:v>
                </c:pt>
                <c:pt idx="1755">
                  <c:v>1.6500000000000001E-2</c:v>
                </c:pt>
                <c:pt idx="1756">
                  <c:v>1.6500000000000001E-2</c:v>
                </c:pt>
                <c:pt idx="1757">
                  <c:v>1.6500000000000001E-2</c:v>
                </c:pt>
                <c:pt idx="1758">
                  <c:v>1.6500000000000001E-2</c:v>
                </c:pt>
                <c:pt idx="1759">
                  <c:v>1.6500000000000001E-2</c:v>
                </c:pt>
                <c:pt idx="1760">
                  <c:v>1.6500000000000001E-2</c:v>
                </c:pt>
                <c:pt idx="1761">
                  <c:v>1.6500000000000001E-2</c:v>
                </c:pt>
                <c:pt idx="1762">
                  <c:v>1.6500000000000001E-2</c:v>
                </c:pt>
                <c:pt idx="1763">
                  <c:v>1.6500000000000001E-2</c:v>
                </c:pt>
                <c:pt idx="1764">
                  <c:v>1.6500000000000001E-2</c:v>
                </c:pt>
                <c:pt idx="1765">
                  <c:v>1.6500000000000001E-2</c:v>
                </c:pt>
                <c:pt idx="1766">
                  <c:v>1.6500000000000001E-2</c:v>
                </c:pt>
                <c:pt idx="1767">
                  <c:v>1.6500000000000001E-2</c:v>
                </c:pt>
                <c:pt idx="1768">
                  <c:v>1.6500000000000001E-2</c:v>
                </c:pt>
                <c:pt idx="1769">
                  <c:v>1.66E-2</c:v>
                </c:pt>
                <c:pt idx="1770">
                  <c:v>1.67E-2</c:v>
                </c:pt>
                <c:pt idx="1771">
                  <c:v>1.6799999999999999E-2</c:v>
                </c:pt>
                <c:pt idx="1772">
                  <c:v>1.6799999999999999E-2</c:v>
                </c:pt>
                <c:pt idx="1773">
                  <c:v>1.6899999999999998E-2</c:v>
                </c:pt>
                <c:pt idx="1774">
                  <c:v>1.7000000000000001E-2</c:v>
                </c:pt>
                <c:pt idx="1775">
                  <c:v>1.7000000000000001E-2</c:v>
                </c:pt>
                <c:pt idx="1776">
                  <c:v>1.7000000000000001E-2</c:v>
                </c:pt>
                <c:pt idx="1777">
                  <c:v>1.7000000000000001E-2</c:v>
                </c:pt>
                <c:pt idx="1778">
                  <c:v>1.7000000000000001E-2</c:v>
                </c:pt>
                <c:pt idx="1779">
                  <c:v>1.7000000000000001E-2</c:v>
                </c:pt>
                <c:pt idx="1780">
                  <c:v>1.7000000000000001E-2</c:v>
                </c:pt>
                <c:pt idx="1781">
                  <c:v>1.7000000000000001E-2</c:v>
                </c:pt>
                <c:pt idx="1782">
                  <c:v>1.7000000000000001E-2</c:v>
                </c:pt>
                <c:pt idx="1783">
                  <c:v>1.7000000000000001E-2</c:v>
                </c:pt>
                <c:pt idx="1784">
                  <c:v>1.7000000000000001E-2</c:v>
                </c:pt>
                <c:pt idx="1785">
                  <c:v>1.7000000000000001E-2</c:v>
                </c:pt>
                <c:pt idx="1786">
                  <c:v>1.7000000000000001E-2</c:v>
                </c:pt>
                <c:pt idx="1787">
                  <c:v>1.7000000000000001E-2</c:v>
                </c:pt>
                <c:pt idx="1788">
                  <c:v>1.7000000000000001E-2</c:v>
                </c:pt>
                <c:pt idx="1789">
                  <c:v>1.7000000000000001E-2</c:v>
                </c:pt>
                <c:pt idx="1790">
                  <c:v>1.7000000000000001E-2</c:v>
                </c:pt>
                <c:pt idx="1791">
                  <c:v>1.7000000000000001E-2</c:v>
                </c:pt>
                <c:pt idx="1792">
                  <c:v>1.7000000000000001E-2</c:v>
                </c:pt>
                <c:pt idx="1793">
                  <c:v>1.7000000000000001E-2</c:v>
                </c:pt>
                <c:pt idx="1794">
                  <c:v>1.7000000000000001E-2</c:v>
                </c:pt>
                <c:pt idx="1795">
                  <c:v>1.7000000000000001E-2</c:v>
                </c:pt>
                <c:pt idx="1796">
                  <c:v>1.7000000000000001E-2</c:v>
                </c:pt>
                <c:pt idx="1797">
                  <c:v>1.7000000000000001E-2</c:v>
                </c:pt>
                <c:pt idx="1798">
                  <c:v>1.7000000000000001E-2</c:v>
                </c:pt>
                <c:pt idx="1799">
                  <c:v>1.7000000000000001E-2</c:v>
                </c:pt>
                <c:pt idx="1800">
                  <c:v>1.7000000000000001E-2</c:v>
                </c:pt>
                <c:pt idx="1801">
                  <c:v>1.7000000000000001E-2</c:v>
                </c:pt>
                <c:pt idx="1802">
                  <c:v>1.7000000000000001E-2</c:v>
                </c:pt>
                <c:pt idx="1803">
                  <c:v>1.7000000000000001E-2</c:v>
                </c:pt>
                <c:pt idx="1804">
                  <c:v>1.9E-2</c:v>
                </c:pt>
                <c:pt idx="1805">
                  <c:v>1.9E-2</c:v>
                </c:pt>
                <c:pt idx="1806">
                  <c:v>1.9E-2</c:v>
                </c:pt>
                <c:pt idx="1807">
                  <c:v>1.9E-2</c:v>
                </c:pt>
                <c:pt idx="1808">
                  <c:v>1.9E-2</c:v>
                </c:pt>
                <c:pt idx="1809">
                  <c:v>1.9E-2</c:v>
                </c:pt>
                <c:pt idx="1810">
                  <c:v>1.9E-2</c:v>
                </c:pt>
                <c:pt idx="1811">
                  <c:v>1.9E-2</c:v>
                </c:pt>
                <c:pt idx="1812">
                  <c:v>1.9E-2</c:v>
                </c:pt>
                <c:pt idx="1813">
                  <c:v>1.9E-2</c:v>
                </c:pt>
                <c:pt idx="1814">
                  <c:v>1.9E-2</c:v>
                </c:pt>
                <c:pt idx="1815">
                  <c:v>1.9E-2</c:v>
                </c:pt>
                <c:pt idx="1816">
                  <c:v>1.9E-2</c:v>
                </c:pt>
                <c:pt idx="1817">
                  <c:v>1.9E-2</c:v>
                </c:pt>
                <c:pt idx="1818">
                  <c:v>1.9E-2</c:v>
                </c:pt>
                <c:pt idx="1819">
                  <c:v>1.9E-2</c:v>
                </c:pt>
                <c:pt idx="1820">
                  <c:v>1.9E-2</c:v>
                </c:pt>
                <c:pt idx="1821">
                  <c:v>1.9E-2</c:v>
                </c:pt>
                <c:pt idx="1822">
                  <c:v>1.9199999999999998E-2</c:v>
                </c:pt>
                <c:pt idx="1823">
                  <c:v>1.9199999999999998E-2</c:v>
                </c:pt>
                <c:pt idx="1824">
                  <c:v>1.9299999999999998E-2</c:v>
                </c:pt>
                <c:pt idx="1825">
                  <c:v>1.9299999999999998E-2</c:v>
                </c:pt>
                <c:pt idx="1826">
                  <c:v>1.9299999999999998E-2</c:v>
                </c:pt>
                <c:pt idx="1827">
                  <c:v>1.9299999999999998E-2</c:v>
                </c:pt>
                <c:pt idx="1828">
                  <c:v>1.9199999999999998E-2</c:v>
                </c:pt>
                <c:pt idx="1829">
                  <c:v>1.8600000000000002E-2</c:v>
                </c:pt>
                <c:pt idx="1830">
                  <c:v>1.8600000000000002E-2</c:v>
                </c:pt>
                <c:pt idx="1831">
                  <c:v>1.8600000000000002E-2</c:v>
                </c:pt>
                <c:pt idx="1832">
                  <c:v>1.8600000000000002E-2</c:v>
                </c:pt>
                <c:pt idx="1833">
                  <c:v>1.8600000000000002E-2</c:v>
                </c:pt>
                <c:pt idx="1834">
                  <c:v>1.8600000000000002E-2</c:v>
                </c:pt>
                <c:pt idx="1835">
                  <c:v>1.8600000000000002E-2</c:v>
                </c:pt>
                <c:pt idx="1836">
                  <c:v>1.8600000000000002E-2</c:v>
                </c:pt>
                <c:pt idx="1837">
                  <c:v>1.8600000000000002E-2</c:v>
                </c:pt>
                <c:pt idx="1838">
                  <c:v>1.8600000000000002E-2</c:v>
                </c:pt>
                <c:pt idx="1839">
                  <c:v>1.8600000000000002E-2</c:v>
                </c:pt>
                <c:pt idx="1840">
                  <c:v>1.8600000000000002E-2</c:v>
                </c:pt>
                <c:pt idx="1841">
                  <c:v>1.8600000000000002E-2</c:v>
                </c:pt>
                <c:pt idx="1842">
                  <c:v>1.8600000000000002E-2</c:v>
                </c:pt>
                <c:pt idx="1843">
                  <c:v>1.8600000000000002E-2</c:v>
                </c:pt>
                <c:pt idx="1844">
                  <c:v>1.8600000000000002E-2</c:v>
                </c:pt>
                <c:pt idx="1845">
                  <c:v>1.8600000000000002E-2</c:v>
                </c:pt>
                <c:pt idx="1846">
                  <c:v>1.8600000000000002E-2</c:v>
                </c:pt>
                <c:pt idx="1847">
                  <c:v>1.8600000000000002E-2</c:v>
                </c:pt>
                <c:pt idx="1848">
                  <c:v>1.8600000000000002E-2</c:v>
                </c:pt>
                <c:pt idx="1849">
                  <c:v>1.8600000000000002E-2</c:v>
                </c:pt>
                <c:pt idx="1850">
                  <c:v>1.8600000000000002E-2</c:v>
                </c:pt>
                <c:pt idx="1851">
                  <c:v>1.8600000000000002E-2</c:v>
                </c:pt>
                <c:pt idx="1852">
                  <c:v>1.8600000000000002E-2</c:v>
                </c:pt>
                <c:pt idx="1853">
                  <c:v>1.8600000000000002E-2</c:v>
                </c:pt>
                <c:pt idx="1854">
                  <c:v>1.8600000000000002E-2</c:v>
                </c:pt>
                <c:pt idx="1855">
                  <c:v>1.8600000000000002E-2</c:v>
                </c:pt>
                <c:pt idx="1856">
                  <c:v>1.8600000000000002E-2</c:v>
                </c:pt>
                <c:pt idx="1857">
                  <c:v>1.8600000000000002E-2</c:v>
                </c:pt>
                <c:pt idx="1858">
                  <c:v>1.8600000000000002E-2</c:v>
                </c:pt>
                <c:pt idx="1859">
                  <c:v>1.8600000000000002E-2</c:v>
                </c:pt>
                <c:pt idx="1860">
                  <c:v>1.8700000000000001E-2</c:v>
                </c:pt>
                <c:pt idx="1861">
                  <c:v>1.8799999999999997E-2</c:v>
                </c:pt>
                <c:pt idx="1862">
                  <c:v>1.89E-2</c:v>
                </c:pt>
                <c:pt idx="1863">
                  <c:v>1.89E-2</c:v>
                </c:pt>
                <c:pt idx="1864">
                  <c:v>1.89E-2</c:v>
                </c:pt>
                <c:pt idx="1865">
                  <c:v>1.89E-2</c:v>
                </c:pt>
                <c:pt idx="1866">
                  <c:v>1.89E-2</c:v>
                </c:pt>
                <c:pt idx="1867">
                  <c:v>1.89E-2</c:v>
                </c:pt>
                <c:pt idx="1868">
                  <c:v>1.89E-2</c:v>
                </c:pt>
                <c:pt idx="1869">
                  <c:v>1.89E-2</c:v>
                </c:pt>
                <c:pt idx="1870">
                  <c:v>1.89E-2</c:v>
                </c:pt>
                <c:pt idx="1871">
                  <c:v>1.89E-2</c:v>
                </c:pt>
                <c:pt idx="1872">
                  <c:v>1.89E-2</c:v>
                </c:pt>
                <c:pt idx="1873">
                  <c:v>1.89E-2</c:v>
                </c:pt>
                <c:pt idx="1874">
                  <c:v>1.89E-2</c:v>
                </c:pt>
                <c:pt idx="1875">
                  <c:v>1.89E-2</c:v>
                </c:pt>
                <c:pt idx="1876">
                  <c:v>1.89E-2</c:v>
                </c:pt>
                <c:pt idx="1877">
                  <c:v>1.89E-2</c:v>
                </c:pt>
                <c:pt idx="1878">
                  <c:v>1.89E-2</c:v>
                </c:pt>
                <c:pt idx="1879">
                  <c:v>1.9E-2</c:v>
                </c:pt>
                <c:pt idx="1880">
                  <c:v>1.9E-2</c:v>
                </c:pt>
                <c:pt idx="1881">
                  <c:v>1.9E-2</c:v>
                </c:pt>
                <c:pt idx="1882">
                  <c:v>1.9E-2</c:v>
                </c:pt>
                <c:pt idx="1883">
                  <c:v>1.9E-2</c:v>
                </c:pt>
                <c:pt idx="1884">
                  <c:v>1.9E-2</c:v>
                </c:pt>
                <c:pt idx="1885">
                  <c:v>1.9E-2</c:v>
                </c:pt>
                <c:pt idx="1886">
                  <c:v>1.9E-2</c:v>
                </c:pt>
                <c:pt idx="1887">
                  <c:v>1.9E-2</c:v>
                </c:pt>
                <c:pt idx="1888">
                  <c:v>1.9E-2</c:v>
                </c:pt>
                <c:pt idx="1889">
                  <c:v>1.9E-2</c:v>
                </c:pt>
                <c:pt idx="1890">
                  <c:v>1.9E-2</c:v>
                </c:pt>
                <c:pt idx="1891">
                  <c:v>1.89E-2</c:v>
                </c:pt>
                <c:pt idx="1892">
                  <c:v>1.8700000000000001E-2</c:v>
                </c:pt>
                <c:pt idx="1893">
                  <c:v>1.8700000000000001E-2</c:v>
                </c:pt>
                <c:pt idx="1894">
                  <c:v>1.8600000000000002E-2</c:v>
                </c:pt>
                <c:pt idx="1895">
                  <c:v>1.8600000000000002E-2</c:v>
                </c:pt>
                <c:pt idx="1896">
                  <c:v>1.8600000000000002E-2</c:v>
                </c:pt>
                <c:pt idx="1897">
                  <c:v>1.8600000000000002E-2</c:v>
                </c:pt>
                <c:pt idx="1898">
                  <c:v>1.8600000000000002E-2</c:v>
                </c:pt>
                <c:pt idx="1899">
                  <c:v>1.8600000000000002E-2</c:v>
                </c:pt>
                <c:pt idx="1900">
                  <c:v>1.8600000000000002E-2</c:v>
                </c:pt>
                <c:pt idx="1901">
                  <c:v>1.8600000000000002E-2</c:v>
                </c:pt>
                <c:pt idx="1902">
                  <c:v>1.8600000000000002E-2</c:v>
                </c:pt>
                <c:pt idx="1903">
                  <c:v>1.8600000000000002E-2</c:v>
                </c:pt>
                <c:pt idx="1904">
                  <c:v>1.8600000000000002E-2</c:v>
                </c:pt>
                <c:pt idx="1905">
                  <c:v>1.8500000000000003E-2</c:v>
                </c:pt>
                <c:pt idx="1906">
                  <c:v>1.8500000000000003E-2</c:v>
                </c:pt>
                <c:pt idx="1907">
                  <c:v>1.8500000000000003E-2</c:v>
                </c:pt>
                <c:pt idx="1908">
                  <c:v>1.8500000000000003E-2</c:v>
                </c:pt>
                <c:pt idx="1909">
                  <c:v>1.84E-2</c:v>
                </c:pt>
                <c:pt idx="1910">
                  <c:v>1.84E-2</c:v>
                </c:pt>
                <c:pt idx="1911">
                  <c:v>1.84E-2</c:v>
                </c:pt>
                <c:pt idx="1912">
                  <c:v>1.84E-2</c:v>
                </c:pt>
                <c:pt idx="1913">
                  <c:v>1.84E-2</c:v>
                </c:pt>
                <c:pt idx="1914">
                  <c:v>1.84E-2</c:v>
                </c:pt>
                <c:pt idx="1915">
                  <c:v>1.84E-2</c:v>
                </c:pt>
                <c:pt idx="1916">
                  <c:v>1.84E-2</c:v>
                </c:pt>
                <c:pt idx="1917">
                  <c:v>1.84E-2</c:v>
                </c:pt>
                <c:pt idx="1918">
                  <c:v>1.84E-2</c:v>
                </c:pt>
                <c:pt idx="1919">
                  <c:v>1.84E-2</c:v>
                </c:pt>
                <c:pt idx="1920">
                  <c:v>1.84E-2</c:v>
                </c:pt>
                <c:pt idx="1921">
                  <c:v>1.84E-2</c:v>
                </c:pt>
                <c:pt idx="1922">
                  <c:v>1.84E-2</c:v>
                </c:pt>
                <c:pt idx="1923">
                  <c:v>1.84E-2</c:v>
                </c:pt>
                <c:pt idx="1924">
                  <c:v>1.84E-2</c:v>
                </c:pt>
                <c:pt idx="1925">
                  <c:v>1.84E-2</c:v>
                </c:pt>
                <c:pt idx="1926">
                  <c:v>1.84E-2</c:v>
                </c:pt>
                <c:pt idx="1927">
                  <c:v>1.84E-2</c:v>
                </c:pt>
                <c:pt idx="1928">
                  <c:v>1.84E-2</c:v>
                </c:pt>
                <c:pt idx="1929">
                  <c:v>1.84E-2</c:v>
                </c:pt>
                <c:pt idx="1930">
                  <c:v>1.84E-2</c:v>
                </c:pt>
                <c:pt idx="1931">
                  <c:v>1.84E-2</c:v>
                </c:pt>
                <c:pt idx="1932">
                  <c:v>1.84E-2</c:v>
                </c:pt>
                <c:pt idx="1933">
                  <c:v>1.84E-2</c:v>
                </c:pt>
                <c:pt idx="1934">
                  <c:v>1.84E-2</c:v>
                </c:pt>
                <c:pt idx="1935">
                  <c:v>1.8200000000000001E-2</c:v>
                </c:pt>
                <c:pt idx="1936">
                  <c:v>1.8200000000000001E-2</c:v>
                </c:pt>
                <c:pt idx="1937">
                  <c:v>1.8200000000000001E-2</c:v>
                </c:pt>
                <c:pt idx="1938">
                  <c:v>1.8200000000000001E-2</c:v>
                </c:pt>
                <c:pt idx="1939">
                  <c:v>1.8200000000000001E-2</c:v>
                </c:pt>
                <c:pt idx="1940">
                  <c:v>1.8200000000000001E-2</c:v>
                </c:pt>
                <c:pt idx="1941">
                  <c:v>1.8200000000000001E-2</c:v>
                </c:pt>
                <c:pt idx="1942">
                  <c:v>1.8100000000000002E-2</c:v>
                </c:pt>
                <c:pt idx="1943">
                  <c:v>1.8100000000000002E-2</c:v>
                </c:pt>
                <c:pt idx="1944">
                  <c:v>1.8100000000000002E-2</c:v>
                </c:pt>
                <c:pt idx="1945">
                  <c:v>1.8000000000000002E-2</c:v>
                </c:pt>
                <c:pt idx="1946">
                  <c:v>1.8000000000000002E-2</c:v>
                </c:pt>
                <c:pt idx="1947">
                  <c:v>1.8000000000000002E-2</c:v>
                </c:pt>
                <c:pt idx="1948">
                  <c:v>1.8000000000000002E-2</c:v>
                </c:pt>
                <c:pt idx="1949">
                  <c:v>1.8000000000000002E-2</c:v>
                </c:pt>
                <c:pt idx="1950">
                  <c:v>1.7899999999999999E-2</c:v>
                </c:pt>
                <c:pt idx="1951">
                  <c:v>1.7899999999999999E-2</c:v>
                </c:pt>
                <c:pt idx="1952">
                  <c:v>1.78E-2</c:v>
                </c:pt>
                <c:pt idx="1953">
                  <c:v>1.78E-2</c:v>
                </c:pt>
                <c:pt idx="1954">
                  <c:v>1.78E-2</c:v>
                </c:pt>
                <c:pt idx="1955">
                  <c:v>1.78E-2</c:v>
                </c:pt>
                <c:pt idx="1956">
                  <c:v>1.78E-2</c:v>
                </c:pt>
                <c:pt idx="1957">
                  <c:v>1.78E-2</c:v>
                </c:pt>
                <c:pt idx="1958">
                  <c:v>1.78E-2</c:v>
                </c:pt>
                <c:pt idx="1959">
                  <c:v>1.78E-2</c:v>
                </c:pt>
                <c:pt idx="1960">
                  <c:v>1.78E-2</c:v>
                </c:pt>
                <c:pt idx="1961">
                  <c:v>1.78E-2</c:v>
                </c:pt>
                <c:pt idx="1962">
                  <c:v>1.78E-2</c:v>
                </c:pt>
                <c:pt idx="1963">
                  <c:v>1.78E-2</c:v>
                </c:pt>
                <c:pt idx="1964">
                  <c:v>1.78E-2</c:v>
                </c:pt>
                <c:pt idx="1965">
                  <c:v>1.78E-2</c:v>
                </c:pt>
                <c:pt idx="1966">
                  <c:v>1.78E-2</c:v>
                </c:pt>
                <c:pt idx="1967">
                  <c:v>1.7299999999999999E-2</c:v>
                </c:pt>
                <c:pt idx="1968">
                  <c:v>1.61E-2</c:v>
                </c:pt>
                <c:pt idx="1969">
                  <c:v>1.5900000000000001E-2</c:v>
                </c:pt>
                <c:pt idx="1970">
                  <c:v>1.5900000000000001E-2</c:v>
                </c:pt>
                <c:pt idx="1971">
                  <c:v>1.5900000000000001E-2</c:v>
                </c:pt>
                <c:pt idx="1972">
                  <c:v>1.5600000000000001E-2</c:v>
                </c:pt>
                <c:pt idx="1973">
                  <c:v>1.54E-2</c:v>
                </c:pt>
                <c:pt idx="1974">
                  <c:v>1.5300000000000001E-2</c:v>
                </c:pt>
                <c:pt idx="1975">
                  <c:v>1.5300000000000001E-2</c:v>
                </c:pt>
                <c:pt idx="1976">
                  <c:v>1.52E-2</c:v>
                </c:pt>
                <c:pt idx="1977">
                  <c:v>1.4999999999999999E-2</c:v>
                </c:pt>
                <c:pt idx="1978">
                  <c:v>1.4999999999999999E-2</c:v>
                </c:pt>
                <c:pt idx="1979">
                  <c:v>1.4999999999999999E-2</c:v>
                </c:pt>
                <c:pt idx="1980">
                  <c:v>1.4999999999999999E-2</c:v>
                </c:pt>
                <c:pt idx="1981">
                  <c:v>1.49E-2</c:v>
                </c:pt>
                <c:pt idx="1982">
                  <c:v>1.49E-2</c:v>
                </c:pt>
                <c:pt idx="1983">
                  <c:v>1.49E-2</c:v>
                </c:pt>
                <c:pt idx="1984">
                  <c:v>1.49E-2</c:v>
                </c:pt>
                <c:pt idx="1985">
                  <c:v>1.49E-2</c:v>
                </c:pt>
                <c:pt idx="1986">
                  <c:v>1.49E-2</c:v>
                </c:pt>
                <c:pt idx="1987">
                  <c:v>1.49E-2</c:v>
                </c:pt>
                <c:pt idx="1988">
                  <c:v>1.49E-2</c:v>
                </c:pt>
                <c:pt idx="1989">
                  <c:v>1.49E-2</c:v>
                </c:pt>
                <c:pt idx="1990">
                  <c:v>1.49E-2</c:v>
                </c:pt>
                <c:pt idx="1991">
                  <c:v>1.49E-2</c:v>
                </c:pt>
                <c:pt idx="1992">
                  <c:v>1.49E-2</c:v>
                </c:pt>
                <c:pt idx="1993">
                  <c:v>1.49E-2</c:v>
                </c:pt>
                <c:pt idx="1994">
                  <c:v>1.49E-2</c:v>
                </c:pt>
                <c:pt idx="1995">
                  <c:v>1.49E-2</c:v>
                </c:pt>
                <c:pt idx="1996">
                  <c:v>1.49E-2</c:v>
                </c:pt>
                <c:pt idx="1997">
                  <c:v>1.49E-2</c:v>
                </c:pt>
                <c:pt idx="1998">
                  <c:v>1.49E-2</c:v>
                </c:pt>
                <c:pt idx="1999">
                  <c:v>1.49E-2</c:v>
                </c:pt>
                <c:pt idx="2000">
                  <c:v>1.49E-2</c:v>
                </c:pt>
                <c:pt idx="2001">
                  <c:v>1.49E-2</c:v>
                </c:pt>
                <c:pt idx="2002">
                  <c:v>1.4999999999999999E-2</c:v>
                </c:pt>
                <c:pt idx="2003">
                  <c:v>1.5300000000000001E-2</c:v>
                </c:pt>
                <c:pt idx="2004">
                  <c:v>1.54E-2</c:v>
                </c:pt>
                <c:pt idx="2005">
                  <c:v>1.54E-2</c:v>
                </c:pt>
                <c:pt idx="2006">
                  <c:v>1.54E-2</c:v>
                </c:pt>
                <c:pt idx="2007">
                  <c:v>1.54E-2</c:v>
                </c:pt>
                <c:pt idx="2008">
                  <c:v>1.54E-2</c:v>
                </c:pt>
                <c:pt idx="2009">
                  <c:v>1.54E-2</c:v>
                </c:pt>
                <c:pt idx="2010">
                  <c:v>1.54E-2</c:v>
                </c:pt>
                <c:pt idx="2011">
                  <c:v>1.54E-2</c:v>
                </c:pt>
                <c:pt idx="2012">
                  <c:v>1.54E-2</c:v>
                </c:pt>
                <c:pt idx="2013">
                  <c:v>1.55E-2</c:v>
                </c:pt>
                <c:pt idx="2014">
                  <c:v>1.55E-2</c:v>
                </c:pt>
                <c:pt idx="2015">
                  <c:v>1.55E-2</c:v>
                </c:pt>
                <c:pt idx="2016">
                  <c:v>1.55E-2</c:v>
                </c:pt>
                <c:pt idx="2017">
                  <c:v>1.55E-2</c:v>
                </c:pt>
                <c:pt idx="2018">
                  <c:v>1.55E-2</c:v>
                </c:pt>
                <c:pt idx="2019">
                  <c:v>1.55E-2</c:v>
                </c:pt>
                <c:pt idx="2020">
                  <c:v>1.55E-2</c:v>
                </c:pt>
                <c:pt idx="2021">
                  <c:v>1.55E-2</c:v>
                </c:pt>
                <c:pt idx="2022">
                  <c:v>1.55E-2</c:v>
                </c:pt>
                <c:pt idx="2023">
                  <c:v>1.55E-2</c:v>
                </c:pt>
                <c:pt idx="2024">
                  <c:v>1.55E-2</c:v>
                </c:pt>
                <c:pt idx="2025">
                  <c:v>1.55E-2</c:v>
                </c:pt>
                <c:pt idx="2026">
                  <c:v>1.55E-2</c:v>
                </c:pt>
                <c:pt idx="2027">
                  <c:v>1.55E-2</c:v>
                </c:pt>
                <c:pt idx="2028">
                  <c:v>1.55E-2</c:v>
                </c:pt>
                <c:pt idx="2029">
                  <c:v>1.55E-2</c:v>
                </c:pt>
                <c:pt idx="2030">
                  <c:v>1.55E-2</c:v>
                </c:pt>
                <c:pt idx="2031">
                  <c:v>1.55E-2</c:v>
                </c:pt>
                <c:pt idx="2032">
                  <c:v>1.3600000000000001E-2</c:v>
                </c:pt>
                <c:pt idx="2033">
                  <c:v>1.3600000000000001E-2</c:v>
                </c:pt>
                <c:pt idx="2034">
                  <c:v>1.3600000000000001E-2</c:v>
                </c:pt>
                <c:pt idx="2035">
                  <c:v>1.3600000000000001E-2</c:v>
                </c:pt>
                <c:pt idx="2036">
                  <c:v>1.3600000000000001E-2</c:v>
                </c:pt>
                <c:pt idx="2037">
                  <c:v>1.3600000000000001E-2</c:v>
                </c:pt>
                <c:pt idx="2038">
                  <c:v>1.37E-2</c:v>
                </c:pt>
                <c:pt idx="2039">
                  <c:v>1.37E-2</c:v>
                </c:pt>
                <c:pt idx="2040">
                  <c:v>1.44E-2</c:v>
                </c:pt>
                <c:pt idx="2041">
                  <c:v>1.44E-2</c:v>
                </c:pt>
                <c:pt idx="2042">
                  <c:v>1.44E-2</c:v>
                </c:pt>
                <c:pt idx="2043">
                  <c:v>1.44E-2</c:v>
                </c:pt>
                <c:pt idx="2044">
                  <c:v>1.44E-2</c:v>
                </c:pt>
                <c:pt idx="2045">
                  <c:v>1.46E-2</c:v>
                </c:pt>
                <c:pt idx="2046">
                  <c:v>1.49E-2</c:v>
                </c:pt>
                <c:pt idx="2047">
                  <c:v>1.4999999999999999E-2</c:v>
                </c:pt>
                <c:pt idx="2048">
                  <c:v>1.52E-2</c:v>
                </c:pt>
                <c:pt idx="2049">
                  <c:v>1.52E-2</c:v>
                </c:pt>
                <c:pt idx="2050">
                  <c:v>1.5300000000000001E-2</c:v>
                </c:pt>
                <c:pt idx="2051">
                  <c:v>1.5300000000000001E-2</c:v>
                </c:pt>
                <c:pt idx="2052">
                  <c:v>1.5300000000000001E-2</c:v>
                </c:pt>
                <c:pt idx="2053">
                  <c:v>1.5300000000000001E-2</c:v>
                </c:pt>
                <c:pt idx="2054">
                  <c:v>1.5300000000000001E-2</c:v>
                </c:pt>
                <c:pt idx="2055">
                  <c:v>1.5300000000000001E-2</c:v>
                </c:pt>
                <c:pt idx="2056">
                  <c:v>1.5300000000000001E-2</c:v>
                </c:pt>
                <c:pt idx="2057">
                  <c:v>1.5300000000000001E-2</c:v>
                </c:pt>
                <c:pt idx="2058">
                  <c:v>1.5300000000000001E-2</c:v>
                </c:pt>
                <c:pt idx="2059">
                  <c:v>1.5300000000000001E-2</c:v>
                </c:pt>
                <c:pt idx="2060">
                  <c:v>1.5300000000000001E-2</c:v>
                </c:pt>
                <c:pt idx="2061">
                  <c:v>1.5300000000000001E-2</c:v>
                </c:pt>
                <c:pt idx="2062">
                  <c:v>1.5300000000000001E-2</c:v>
                </c:pt>
                <c:pt idx="2063">
                  <c:v>1.5300000000000001E-2</c:v>
                </c:pt>
                <c:pt idx="2064">
                  <c:v>1.5300000000000001E-2</c:v>
                </c:pt>
                <c:pt idx="2065">
                  <c:v>1.5300000000000001E-2</c:v>
                </c:pt>
                <c:pt idx="2066">
                  <c:v>1.5300000000000001E-2</c:v>
                </c:pt>
                <c:pt idx="2067">
                  <c:v>1.5300000000000001E-2</c:v>
                </c:pt>
                <c:pt idx="2068">
                  <c:v>1.5300000000000001E-2</c:v>
                </c:pt>
                <c:pt idx="2069">
                  <c:v>1.5300000000000001E-2</c:v>
                </c:pt>
                <c:pt idx="2070">
                  <c:v>1.5300000000000001E-2</c:v>
                </c:pt>
                <c:pt idx="2071">
                  <c:v>1.5300000000000001E-2</c:v>
                </c:pt>
                <c:pt idx="2072">
                  <c:v>1.5300000000000001E-2</c:v>
                </c:pt>
                <c:pt idx="2073">
                  <c:v>1.5300000000000001E-2</c:v>
                </c:pt>
                <c:pt idx="2074">
                  <c:v>1.5300000000000001E-2</c:v>
                </c:pt>
                <c:pt idx="2075">
                  <c:v>1.5300000000000001E-2</c:v>
                </c:pt>
                <c:pt idx="2076">
                  <c:v>1.5300000000000001E-2</c:v>
                </c:pt>
                <c:pt idx="2077">
                  <c:v>1.5300000000000001E-2</c:v>
                </c:pt>
                <c:pt idx="2078">
                  <c:v>1.5300000000000001E-2</c:v>
                </c:pt>
                <c:pt idx="2079">
                  <c:v>1.5300000000000001E-2</c:v>
                </c:pt>
                <c:pt idx="2080">
                  <c:v>1.5300000000000001E-2</c:v>
                </c:pt>
                <c:pt idx="2081">
                  <c:v>1.5300000000000001E-2</c:v>
                </c:pt>
                <c:pt idx="2082">
                  <c:v>1.5300000000000001E-2</c:v>
                </c:pt>
                <c:pt idx="2083">
                  <c:v>1.5300000000000001E-2</c:v>
                </c:pt>
                <c:pt idx="2084">
                  <c:v>1.5300000000000001E-2</c:v>
                </c:pt>
                <c:pt idx="2085">
                  <c:v>1.5300000000000001E-2</c:v>
                </c:pt>
                <c:pt idx="2086">
                  <c:v>1.5300000000000001E-2</c:v>
                </c:pt>
                <c:pt idx="2087">
                  <c:v>1.5300000000000001E-2</c:v>
                </c:pt>
                <c:pt idx="2088">
                  <c:v>1.5300000000000001E-2</c:v>
                </c:pt>
                <c:pt idx="2089">
                  <c:v>1.5300000000000001E-2</c:v>
                </c:pt>
                <c:pt idx="2090">
                  <c:v>1.49E-2</c:v>
                </c:pt>
                <c:pt idx="2091">
                  <c:v>1.46E-2</c:v>
                </c:pt>
                <c:pt idx="2092">
                  <c:v>1.46E-2</c:v>
                </c:pt>
                <c:pt idx="2093">
                  <c:v>1.46E-2</c:v>
                </c:pt>
                <c:pt idx="2094">
                  <c:v>1.46E-2</c:v>
                </c:pt>
                <c:pt idx="2095">
                  <c:v>1.46E-2</c:v>
                </c:pt>
                <c:pt idx="2096">
                  <c:v>1.46E-2</c:v>
                </c:pt>
                <c:pt idx="2097">
                  <c:v>1.46E-2</c:v>
                </c:pt>
                <c:pt idx="2098">
                  <c:v>1.46E-2</c:v>
                </c:pt>
                <c:pt idx="2099">
                  <c:v>1.46E-2</c:v>
                </c:pt>
                <c:pt idx="2100">
                  <c:v>1.46E-2</c:v>
                </c:pt>
                <c:pt idx="2101">
                  <c:v>1.46E-2</c:v>
                </c:pt>
                <c:pt idx="2102">
                  <c:v>1.46E-2</c:v>
                </c:pt>
                <c:pt idx="2103">
                  <c:v>1.46E-2</c:v>
                </c:pt>
                <c:pt idx="2104">
                  <c:v>1.46E-2</c:v>
                </c:pt>
                <c:pt idx="2105">
                  <c:v>1.46E-2</c:v>
                </c:pt>
                <c:pt idx="2106">
                  <c:v>1.46E-2</c:v>
                </c:pt>
                <c:pt idx="2107">
                  <c:v>1.46E-2</c:v>
                </c:pt>
                <c:pt idx="2108">
                  <c:v>1.43E-2</c:v>
                </c:pt>
                <c:pt idx="2109">
                  <c:v>1.4199999999999999E-2</c:v>
                </c:pt>
                <c:pt idx="2110">
                  <c:v>1.4199999999999999E-2</c:v>
                </c:pt>
                <c:pt idx="2111">
                  <c:v>1.4199999999999999E-2</c:v>
                </c:pt>
                <c:pt idx="2112">
                  <c:v>1.4199999999999999E-2</c:v>
                </c:pt>
                <c:pt idx="2113">
                  <c:v>1.4199999999999999E-2</c:v>
                </c:pt>
                <c:pt idx="2114">
                  <c:v>1.4199999999999999E-2</c:v>
                </c:pt>
                <c:pt idx="2115">
                  <c:v>1.4199999999999999E-2</c:v>
                </c:pt>
                <c:pt idx="2116">
                  <c:v>1.4199999999999999E-2</c:v>
                </c:pt>
                <c:pt idx="2117">
                  <c:v>1.4199999999999999E-2</c:v>
                </c:pt>
                <c:pt idx="2118">
                  <c:v>1.4199999999999999E-2</c:v>
                </c:pt>
                <c:pt idx="2119">
                  <c:v>1.4199999999999999E-2</c:v>
                </c:pt>
                <c:pt idx="2120">
                  <c:v>1.4199999999999999E-2</c:v>
                </c:pt>
                <c:pt idx="2121">
                  <c:v>1.4199999999999999E-2</c:v>
                </c:pt>
                <c:pt idx="2122">
                  <c:v>1.4199999999999999E-2</c:v>
                </c:pt>
                <c:pt idx="2123">
                  <c:v>1.41E-2</c:v>
                </c:pt>
                <c:pt idx="2124">
                  <c:v>1.41E-2</c:v>
                </c:pt>
                <c:pt idx="2125">
                  <c:v>1.41E-2</c:v>
                </c:pt>
                <c:pt idx="2126">
                  <c:v>1.41E-2</c:v>
                </c:pt>
                <c:pt idx="2127">
                  <c:v>1.41E-2</c:v>
                </c:pt>
                <c:pt idx="2128">
                  <c:v>1.41E-2</c:v>
                </c:pt>
                <c:pt idx="2129">
                  <c:v>1.41E-2</c:v>
                </c:pt>
                <c:pt idx="2130">
                  <c:v>1.41E-2</c:v>
                </c:pt>
                <c:pt idx="2131">
                  <c:v>1.41E-2</c:v>
                </c:pt>
                <c:pt idx="2132">
                  <c:v>1.3999999999999999E-2</c:v>
                </c:pt>
                <c:pt idx="2133">
                  <c:v>1.3999999999999999E-2</c:v>
                </c:pt>
                <c:pt idx="2134">
                  <c:v>1.3999999999999999E-2</c:v>
                </c:pt>
                <c:pt idx="2135">
                  <c:v>1.3999999999999999E-2</c:v>
                </c:pt>
                <c:pt idx="2136">
                  <c:v>1.3999999999999999E-2</c:v>
                </c:pt>
                <c:pt idx="2137">
                  <c:v>1.3999999999999999E-2</c:v>
                </c:pt>
                <c:pt idx="2138">
                  <c:v>1.3899999999999999E-2</c:v>
                </c:pt>
                <c:pt idx="2139">
                  <c:v>1.3899999999999999E-2</c:v>
                </c:pt>
                <c:pt idx="2140">
                  <c:v>1.3899999999999999E-2</c:v>
                </c:pt>
                <c:pt idx="2141">
                  <c:v>1.0200000000000001E-2</c:v>
                </c:pt>
                <c:pt idx="2142">
                  <c:v>1.0200000000000001E-2</c:v>
                </c:pt>
                <c:pt idx="2143">
                  <c:v>1.0200000000000001E-2</c:v>
                </c:pt>
                <c:pt idx="2144">
                  <c:v>1.0200000000000001E-2</c:v>
                </c:pt>
                <c:pt idx="2145">
                  <c:v>1.0200000000000001E-2</c:v>
                </c:pt>
                <c:pt idx="2146">
                  <c:v>1.0700000000000001E-2</c:v>
                </c:pt>
                <c:pt idx="2147">
                  <c:v>1.1000000000000001E-2</c:v>
                </c:pt>
                <c:pt idx="2148">
                  <c:v>1.1000000000000001E-2</c:v>
                </c:pt>
                <c:pt idx="2149">
                  <c:v>1.1000000000000001E-2</c:v>
                </c:pt>
                <c:pt idx="2150">
                  <c:v>1.1000000000000001E-2</c:v>
                </c:pt>
                <c:pt idx="2151">
                  <c:v>1.1000000000000001E-2</c:v>
                </c:pt>
                <c:pt idx="2152">
                  <c:v>1.1000000000000001E-2</c:v>
                </c:pt>
                <c:pt idx="2153">
                  <c:v>1.1000000000000001E-2</c:v>
                </c:pt>
                <c:pt idx="2154">
                  <c:v>1.1000000000000001E-2</c:v>
                </c:pt>
                <c:pt idx="2155">
                  <c:v>1.1000000000000001E-2</c:v>
                </c:pt>
                <c:pt idx="2156">
                  <c:v>1.1000000000000001E-2</c:v>
                </c:pt>
                <c:pt idx="2157">
                  <c:v>1.1000000000000001E-2</c:v>
                </c:pt>
                <c:pt idx="2158">
                  <c:v>1.1000000000000001E-2</c:v>
                </c:pt>
                <c:pt idx="2159">
                  <c:v>1.1000000000000001E-2</c:v>
                </c:pt>
                <c:pt idx="2160">
                  <c:v>1.1000000000000001E-2</c:v>
                </c:pt>
                <c:pt idx="2161">
                  <c:v>1.1000000000000001E-2</c:v>
                </c:pt>
                <c:pt idx="2162">
                  <c:v>1.1000000000000001E-2</c:v>
                </c:pt>
                <c:pt idx="2163">
                  <c:v>1.1000000000000001E-2</c:v>
                </c:pt>
                <c:pt idx="2164">
                  <c:v>1.1000000000000001E-2</c:v>
                </c:pt>
                <c:pt idx="2165">
                  <c:v>1.1000000000000001E-2</c:v>
                </c:pt>
                <c:pt idx="2166">
                  <c:v>1.1000000000000001E-2</c:v>
                </c:pt>
                <c:pt idx="2167">
                  <c:v>1.1000000000000001E-2</c:v>
                </c:pt>
                <c:pt idx="2168">
                  <c:v>1.1000000000000001E-2</c:v>
                </c:pt>
                <c:pt idx="2169">
                  <c:v>1.1000000000000001E-2</c:v>
                </c:pt>
                <c:pt idx="2170">
                  <c:v>1.1000000000000001E-2</c:v>
                </c:pt>
                <c:pt idx="2171">
                  <c:v>1.1000000000000001E-2</c:v>
                </c:pt>
                <c:pt idx="2172">
                  <c:v>1.1000000000000001E-2</c:v>
                </c:pt>
                <c:pt idx="2173">
                  <c:v>1.1000000000000001E-2</c:v>
                </c:pt>
                <c:pt idx="2174">
                  <c:v>1.1000000000000001E-2</c:v>
                </c:pt>
                <c:pt idx="2175">
                  <c:v>1.1000000000000001E-2</c:v>
                </c:pt>
                <c:pt idx="2176">
                  <c:v>1.1000000000000001E-2</c:v>
                </c:pt>
                <c:pt idx="2177">
                  <c:v>1.1000000000000001E-2</c:v>
                </c:pt>
                <c:pt idx="2178">
                  <c:v>1.0800000000000001E-2</c:v>
                </c:pt>
                <c:pt idx="2179">
                  <c:v>1.0800000000000001E-2</c:v>
                </c:pt>
                <c:pt idx="2180">
                  <c:v>1.0500000000000001E-2</c:v>
                </c:pt>
                <c:pt idx="2181">
                  <c:v>1.0500000000000001E-2</c:v>
                </c:pt>
                <c:pt idx="2182">
                  <c:v>1.0500000000000001E-2</c:v>
                </c:pt>
                <c:pt idx="2183">
                  <c:v>1.0500000000000001E-2</c:v>
                </c:pt>
                <c:pt idx="2184">
                  <c:v>1.0500000000000001E-2</c:v>
                </c:pt>
                <c:pt idx="2185">
                  <c:v>1.0500000000000001E-2</c:v>
                </c:pt>
                <c:pt idx="2186">
                  <c:v>1.0200000000000001E-2</c:v>
                </c:pt>
                <c:pt idx="2187">
                  <c:v>1.0200000000000001E-2</c:v>
                </c:pt>
                <c:pt idx="2188">
                  <c:v>1.0200000000000001E-2</c:v>
                </c:pt>
                <c:pt idx="2189">
                  <c:v>1.0200000000000001E-2</c:v>
                </c:pt>
                <c:pt idx="2190">
                  <c:v>1.0200000000000001E-2</c:v>
                </c:pt>
                <c:pt idx="2191">
                  <c:v>1.0200000000000001E-2</c:v>
                </c:pt>
                <c:pt idx="2192">
                  <c:v>1.0200000000000001E-2</c:v>
                </c:pt>
                <c:pt idx="2193">
                  <c:v>8.1000000000000013E-3</c:v>
                </c:pt>
                <c:pt idx="2194">
                  <c:v>8.1000000000000013E-3</c:v>
                </c:pt>
                <c:pt idx="2195">
                  <c:v>8.1000000000000013E-3</c:v>
                </c:pt>
                <c:pt idx="2196">
                  <c:v>8.1000000000000013E-3</c:v>
                </c:pt>
                <c:pt idx="2197">
                  <c:v>8.1000000000000013E-3</c:v>
                </c:pt>
                <c:pt idx="2198">
                  <c:v>8.0000000000000002E-3</c:v>
                </c:pt>
                <c:pt idx="2199">
                  <c:v>7.9000000000000008E-3</c:v>
                </c:pt>
                <c:pt idx="2200">
                  <c:v>7.9000000000000008E-3</c:v>
                </c:pt>
                <c:pt idx="2201">
                  <c:v>7.9000000000000008E-3</c:v>
                </c:pt>
                <c:pt idx="2202">
                  <c:v>7.9000000000000008E-3</c:v>
                </c:pt>
                <c:pt idx="2203">
                  <c:v>7.9000000000000008E-3</c:v>
                </c:pt>
                <c:pt idx="2204">
                  <c:v>7.9000000000000008E-3</c:v>
                </c:pt>
                <c:pt idx="2205">
                  <c:v>7.9000000000000008E-3</c:v>
                </c:pt>
                <c:pt idx="2206">
                  <c:v>7.9000000000000008E-3</c:v>
                </c:pt>
                <c:pt idx="2207">
                  <c:v>7.9000000000000008E-3</c:v>
                </c:pt>
                <c:pt idx="2208">
                  <c:v>7.9000000000000008E-3</c:v>
                </c:pt>
                <c:pt idx="2209">
                  <c:v>7.9000000000000008E-3</c:v>
                </c:pt>
                <c:pt idx="2210">
                  <c:v>7.9000000000000008E-3</c:v>
                </c:pt>
                <c:pt idx="2211">
                  <c:v>7.9000000000000008E-3</c:v>
                </c:pt>
                <c:pt idx="2212">
                  <c:v>7.9000000000000008E-3</c:v>
                </c:pt>
                <c:pt idx="2213">
                  <c:v>7.9000000000000008E-3</c:v>
                </c:pt>
                <c:pt idx="2214">
                  <c:v>7.9000000000000008E-3</c:v>
                </c:pt>
                <c:pt idx="2215">
                  <c:v>7.9000000000000008E-3</c:v>
                </c:pt>
                <c:pt idx="2216">
                  <c:v>7.9000000000000008E-3</c:v>
                </c:pt>
                <c:pt idx="2217">
                  <c:v>7.9000000000000008E-3</c:v>
                </c:pt>
                <c:pt idx="2218">
                  <c:v>7.9000000000000008E-3</c:v>
                </c:pt>
                <c:pt idx="2219">
                  <c:v>7.9000000000000008E-3</c:v>
                </c:pt>
                <c:pt idx="2220">
                  <c:v>7.9000000000000008E-3</c:v>
                </c:pt>
                <c:pt idx="2221">
                  <c:v>7.9000000000000008E-3</c:v>
                </c:pt>
                <c:pt idx="2222">
                  <c:v>7.9000000000000008E-3</c:v>
                </c:pt>
                <c:pt idx="2223">
                  <c:v>7.9000000000000008E-3</c:v>
                </c:pt>
                <c:pt idx="2224">
                  <c:v>7.9000000000000008E-3</c:v>
                </c:pt>
                <c:pt idx="2225">
                  <c:v>7.9000000000000008E-3</c:v>
                </c:pt>
                <c:pt idx="2226">
                  <c:v>7.9000000000000008E-3</c:v>
                </c:pt>
                <c:pt idx="2227">
                  <c:v>7.9000000000000008E-3</c:v>
                </c:pt>
                <c:pt idx="2228">
                  <c:v>7.9000000000000008E-3</c:v>
                </c:pt>
                <c:pt idx="2229">
                  <c:v>7.9000000000000008E-3</c:v>
                </c:pt>
                <c:pt idx="2230">
                  <c:v>7.9000000000000008E-3</c:v>
                </c:pt>
                <c:pt idx="2231">
                  <c:v>7.9000000000000008E-3</c:v>
                </c:pt>
                <c:pt idx="2232">
                  <c:v>7.9000000000000008E-3</c:v>
                </c:pt>
                <c:pt idx="2233">
                  <c:v>7.8000000000000005E-3</c:v>
                </c:pt>
                <c:pt idx="2234">
                  <c:v>7.8000000000000005E-3</c:v>
                </c:pt>
                <c:pt idx="2235">
                  <c:v>7.8000000000000005E-3</c:v>
                </c:pt>
                <c:pt idx="2236">
                  <c:v>7.8000000000000005E-3</c:v>
                </c:pt>
                <c:pt idx="2237">
                  <c:v>7.8000000000000005E-3</c:v>
                </c:pt>
                <c:pt idx="2238">
                  <c:v>7.8000000000000005E-3</c:v>
                </c:pt>
                <c:pt idx="2239">
                  <c:v>7.8000000000000005E-3</c:v>
                </c:pt>
                <c:pt idx="2240">
                  <c:v>7.8000000000000005E-3</c:v>
                </c:pt>
                <c:pt idx="2241">
                  <c:v>7.6E-3</c:v>
                </c:pt>
                <c:pt idx="2242">
                  <c:v>7.6E-3</c:v>
                </c:pt>
                <c:pt idx="2243">
                  <c:v>7.6E-3</c:v>
                </c:pt>
                <c:pt idx="2244">
                  <c:v>7.4999999999999997E-3</c:v>
                </c:pt>
                <c:pt idx="2245">
                  <c:v>7.4000000000000003E-3</c:v>
                </c:pt>
                <c:pt idx="2246">
                  <c:v>7.3000000000000001E-3</c:v>
                </c:pt>
                <c:pt idx="2247">
                  <c:v>6.9999999999999993E-3</c:v>
                </c:pt>
                <c:pt idx="2248">
                  <c:v>6.7000000000000002E-3</c:v>
                </c:pt>
                <c:pt idx="2249">
                  <c:v>6.5000000000000006E-3</c:v>
                </c:pt>
                <c:pt idx="2250">
                  <c:v>6.5000000000000006E-3</c:v>
                </c:pt>
                <c:pt idx="2251">
                  <c:v>6.4000000000000003E-3</c:v>
                </c:pt>
                <c:pt idx="2252">
                  <c:v>6.3E-3</c:v>
                </c:pt>
                <c:pt idx="2253">
                  <c:v>6.3E-3</c:v>
                </c:pt>
                <c:pt idx="2254">
                  <c:v>6.3E-3</c:v>
                </c:pt>
                <c:pt idx="2255">
                  <c:v>6.3E-3</c:v>
                </c:pt>
                <c:pt idx="2256">
                  <c:v>6.3E-3</c:v>
                </c:pt>
                <c:pt idx="2257">
                  <c:v>6.3E-3</c:v>
                </c:pt>
                <c:pt idx="2258">
                  <c:v>6.3E-3</c:v>
                </c:pt>
                <c:pt idx="2259">
                  <c:v>6.3E-3</c:v>
                </c:pt>
                <c:pt idx="2260">
                  <c:v>6.3E-3</c:v>
                </c:pt>
                <c:pt idx="2261">
                  <c:v>6.3E-3</c:v>
                </c:pt>
                <c:pt idx="2262">
                  <c:v>6.3E-3</c:v>
                </c:pt>
                <c:pt idx="2263">
                  <c:v>6.3E-3</c:v>
                </c:pt>
                <c:pt idx="2264">
                  <c:v>6.3E-3</c:v>
                </c:pt>
                <c:pt idx="2265">
                  <c:v>6.3E-3</c:v>
                </c:pt>
                <c:pt idx="2266">
                  <c:v>6.3E-3</c:v>
                </c:pt>
                <c:pt idx="2267">
                  <c:v>6.3E-3</c:v>
                </c:pt>
                <c:pt idx="2268">
                  <c:v>6.3E-3</c:v>
                </c:pt>
                <c:pt idx="2269">
                  <c:v>6.3E-3</c:v>
                </c:pt>
                <c:pt idx="2270">
                  <c:v>6.3E-3</c:v>
                </c:pt>
                <c:pt idx="2271">
                  <c:v>6.3E-3</c:v>
                </c:pt>
                <c:pt idx="2272">
                  <c:v>6.3E-3</c:v>
                </c:pt>
                <c:pt idx="2273">
                  <c:v>6.3E-3</c:v>
                </c:pt>
                <c:pt idx="2274">
                  <c:v>6.3E-3</c:v>
                </c:pt>
                <c:pt idx="2275">
                  <c:v>6.3E-3</c:v>
                </c:pt>
                <c:pt idx="2276">
                  <c:v>6.3E-3</c:v>
                </c:pt>
                <c:pt idx="2277">
                  <c:v>6.3E-3</c:v>
                </c:pt>
                <c:pt idx="2278">
                  <c:v>6.3E-3</c:v>
                </c:pt>
                <c:pt idx="2279">
                  <c:v>6.3E-3</c:v>
                </c:pt>
                <c:pt idx="2280">
                  <c:v>6.3E-3</c:v>
                </c:pt>
                <c:pt idx="2281">
                  <c:v>6.3E-3</c:v>
                </c:pt>
                <c:pt idx="2282">
                  <c:v>6.3E-3</c:v>
                </c:pt>
                <c:pt idx="2283">
                  <c:v>6.3E-3</c:v>
                </c:pt>
                <c:pt idx="2284">
                  <c:v>6.3E-3</c:v>
                </c:pt>
                <c:pt idx="2285">
                  <c:v>6.3E-3</c:v>
                </c:pt>
                <c:pt idx="2286">
                  <c:v>6.3E-3</c:v>
                </c:pt>
                <c:pt idx="2287">
                  <c:v>6.3E-3</c:v>
                </c:pt>
                <c:pt idx="2288">
                  <c:v>6.3E-3</c:v>
                </c:pt>
                <c:pt idx="2289">
                  <c:v>6.3E-3</c:v>
                </c:pt>
                <c:pt idx="2290">
                  <c:v>6.3E-3</c:v>
                </c:pt>
                <c:pt idx="2291">
                  <c:v>6.3E-3</c:v>
                </c:pt>
                <c:pt idx="2292">
                  <c:v>6.3E-3</c:v>
                </c:pt>
                <c:pt idx="2293">
                  <c:v>6.3E-3</c:v>
                </c:pt>
                <c:pt idx="2294">
                  <c:v>6.3E-3</c:v>
                </c:pt>
                <c:pt idx="2295">
                  <c:v>6.3E-3</c:v>
                </c:pt>
                <c:pt idx="2296">
                  <c:v>6.3E-3</c:v>
                </c:pt>
                <c:pt idx="2297">
                  <c:v>6.3E-3</c:v>
                </c:pt>
                <c:pt idx="2298">
                  <c:v>6.3E-3</c:v>
                </c:pt>
                <c:pt idx="2299">
                  <c:v>6.3E-3</c:v>
                </c:pt>
                <c:pt idx="2300">
                  <c:v>6.3E-3</c:v>
                </c:pt>
                <c:pt idx="2301">
                  <c:v>6.3E-3</c:v>
                </c:pt>
                <c:pt idx="2302">
                  <c:v>6.3E-3</c:v>
                </c:pt>
                <c:pt idx="2303">
                  <c:v>6.3E-3</c:v>
                </c:pt>
                <c:pt idx="2304">
                  <c:v>6.3E-3</c:v>
                </c:pt>
                <c:pt idx="2305">
                  <c:v>6.3E-3</c:v>
                </c:pt>
                <c:pt idx="2306">
                  <c:v>6.7000000000000002E-3</c:v>
                </c:pt>
                <c:pt idx="2307">
                  <c:v>6.7000000000000002E-3</c:v>
                </c:pt>
                <c:pt idx="2308">
                  <c:v>6.6E-3</c:v>
                </c:pt>
                <c:pt idx="2309">
                  <c:v>6.6E-3</c:v>
                </c:pt>
                <c:pt idx="2310">
                  <c:v>6.6E-3</c:v>
                </c:pt>
                <c:pt idx="2311">
                  <c:v>6.6E-3</c:v>
                </c:pt>
                <c:pt idx="2312">
                  <c:v>6.6E-3</c:v>
                </c:pt>
                <c:pt idx="2313">
                  <c:v>6.6E-3</c:v>
                </c:pt>
                <c:pt idx="2314">
                  <c:v>6.6E-3</c:v>
                </c:pt>
                <c:pt idx="2315">
                  <c:v>6.6E-3</c:v>
                </c:pt>
                <c:pt idx="2316">
                  <c:v>6.6E-3</c:v>
                </c:pt>
                <c:pt idx="2317">
                  <c:v>6.6E-3</c:v>
                </c:pt>
                <c:pt idx="2318">
                  <c:v>6.6E-3</c:v>
                </c:pt>
                <c:pt idx="2319">
                  <c:v>6.6E-3</c:v>
                </c:pt>
                <c:pt idx="2320">
                  <c:v>6.6E-3</c:v>
                </c:pt>
                <c:pt idx="2321">
                  <c:v>6.6E-3</c:v>
                </c:pt>
                <c:pt idx="2322">
                  <c:v>6.6E-3</c:v>
                </c:pt>
                <c:pt idx="2323">
                  <c:v>6.6E-3</c:v>
                </c:pt>
                <c:pt idx="2324">
                  <c:v>6.6E-3</c:v>
                </c:pt>
                <c:pt idx="2325">
                  <c:v>6.6E-3</c:v>
                </c:pt>
                <c:pt idx="2326">
                  <c:v>6.6E-3</c:v>
                </c:pt>
                <c:pt idx="2327">
                  <c:v>6.6E-3</c:v>
                </c:pt>
                <c:pt idx="2328">
                  <c:v>6.6E-3</c:v>
                </c:pt>
                <c:pt idx="2329">
                  <c:v>6.6E-3</c:v>
                </c:pt>
                <c:pt idx="2330">
                  <c:v>6.6E-3</c:v>
                </c:pt>
                <c:pt idx="2331">
                  <c:v>6.6E-3</c:v>
                </c:pt>
                <c:pt idx="2332">
                  <c:v>6.6E-3</c:v>
                </c:pt>
                <c:pt idx="2333">
                  <c:v>6.6E-3</c:v>
                </c:pt>
                <c:pt idx="2334">
                  <c:v>6.6E-3</c:v>
                </c:pt>
                <c:pt idx="2335">
                  <c:v>6.6E-3</c:v>
                </c:pt>
                <c:pt idx="2336">
                  <c:v>6.6E-3</c:v>
                </c:pt>
                <c:pt idx="2337">
                  <c:v>6.6E-3</c:v>
                </c:pt>
                <c:pt idx="2338">
                  <c:v>6.6E-3</c:v>
                </c:pt>
                <c:pt idx="2339">
                  <c:v>6.6E-3</c:v>
                </c:pt>
                <c:pt idx="2340">
                  <c:v>6.6E-3</c:v>
                </c:pt>
                <c:pt idx="2341">
                  <c:v>6.6E-3</c:v>
                </c:pt>
                <c:pt idx="2342">
                  <c:v>6.6E-3</c:v>
                </c:pt>
                <c:pt idx="2343">
                  <c:v>6.6E-3</c:v>
                </c:pt>
                <c:pt idx="2344">
                  <c:v>6.6E-3</c:v>
                </c:pt>
                <c:pt idx="2345">
                  <c:v>6.6E-3</c:v>
                </c:pt>
                <c:pt idx="2346">
                  <c:v>6.6E-3</c:v>
                </c:pt>
                <c:pt idx="2347">
                  <c:v>6.6E-3</c:v>
                </c:pt>
                <c:pt idx="2348">
                  <c:v>6.6E-3</c:v>
                </c:pt>
                <c:pt idx="2349">
                  <c:v>6.6E-3</c:v>
                </c:pt>
                <c:pt idx="2350">
                  <c:v>6.6E-3</c:v>
                </c:pt>
                <c:pt idx="2351">
                  <c:v>6.6E-3</c:v>
                </c:pt>
                <c:pt idx="2352">
                  <c:v>6.6E-3</c:v>
                </c:pt>
                <c:pt idx="2353">
                  <c:v>6.6E-3</c:v>
                </c:pt>
                <c:pt idx="2354">
                  <c:v>6.6E-3</c:v>
                </c:pt>
                <c:pt idx="2355">
                  <c:v>6.6E-3</c:v>
                </c:pt>
                <c:pt idx="2356">
                  <c:v>6.6E-3</c:v>
                </c:pt>
                <c:pt idx="2357">
                  <c:v>6.7000000000000002E-3</c:v>
                </c:pt>
                <c:pt idx="2358">
                  <c:v>6.7000000000000002E-3</c:v>
                </c:pt>
                <c:pt idx="2359">
                  <c:v>6.7000000000000002E-3</c:v>
                </c:pt>
                <c:pt idx="2360">
                  <c:v>6.8999999999999999E-3</c:v>
                </c:pt>
                <c:pt idx="2361">
                  <c:v>6.8999999999999999E-3</c:v>
                </c:pt>
                <c:pt idx="2362">
                  <c:v>6.8999999999999999E-3</c:v>
                </c:pt>
                <c:pt idx="2363">
                  <c:v>6.8999999999999999E-3</c:v>
                </c:pt>
                <c:pt idx="2364">
                  <c:v>6.8999999999999999E-3</c:v>
                </c:pt>
                <c:pt idx="2365">
                  <c:v>6.8999999999999999E-3</c:v>
                </c:pt>
                <c:pt idx="2366">
                  <c:v>6.8999999999999999E-3</c:v>
                </c:pt>
                <c:pt idx="2367">
                  <c:v>6.9999999999999993E-3</c:v>
                </c:pt>
                <c:pt idx="2368">
                  <c:v>6.9999999999999993E-3</c:v>
                </c:pt>
                <c:pt idx="2369">
                  <c:v>6.9999999999999993E-3</c:v>
                </c:pt>
                <c:pt idx="2370">
                  <c:v>6.9999999999999993E-3</c:v>
                </c:pt>
                <c:pt idx="2371">
                  <c:v>7.3000000000000001E-3</c:v>
                </c:pt>
                <c:pt idx="2372">
                  <c:v>7.3000000000000001E-3</c:v>
                </c:pt>
                <c:pt idx="2373">
                  <c:v>7.3000000000000001E-3</c:v>
                </c:pt>
                <c:pt idx="2374">
                  <c:v>7.3000000000000001E-3</c:v>
                </c:pt>
                <c:pt idx="2375">
                  <c:v>7.3000000000000001E-3</c:v>
                </c:pt>
                <c:pt idx="2376">
                  <c:v>7.3000000000000001E-3</c:v>
                </c:pt>
                <c:pt idx="2377">
                  <c:v>7.3000000000000001E-3</c:v>
                </c:pt>
                <c:pt idx="2378">
                  <c:v>7.3000000000000001E-3</c:v>
                </c:pt>
                <c:pt idx="2379">
                  <c:v>7.3000000000000001E-3</c:v>
                </c:pt>
                <c:pt idx="2380">
                  <c:v>7.3000000000000001E-3</c:v>
                </c:pt>
                <c:pt idx="2381">
                  <c:v>7.4000000000000003E-3</c:v>
                </c:pt>
                <c:pt idx="2382">
                  <c:v>7.4000000000000003E-3</c:v>
                </c:pt>
                <c:pt idx="2383">
                  <c:v>7.4000000000000003E-3</c:v>
                </c:pt>
                <c:pt idx="2384">
                  <c:v>7.4000000000000003E-3</c:v>
                </c:pt>
                <c:pt idx="2385">
                  <c:v>7.4000000000000003E-3</c:v>
                </c:pt>
                <c:pt idx="2386">
                  <c:v>7.4000000000000003E-3</c:v>
                </c:pt>
                <c:pt idx="2387">
                  <c:v>7.4000000000000003E-3</c:v>
                </c:pt>
                <c:pt idx="2388">
                  <c:v>7.4000000000000003E-3</c:v>
                </c:pt>
                <c:pt idx="2389">
                  <c:v>7.4000000000000003E-3</c:v>
                </c:pt>
                <c:pt idx="2390">
                  <c:v>7.4000000000000003E-3</c:v>
                </c:pt>
                <c:pt idx="2391">
                  <c:v>7.4000000000000003E-3</c:v>
                </c:pt>
                <c:pt idx="2392">
                  <c:v>7.4000000000000003E-3</c:v>
                </c:pt>
                <c:pt idx="2393">
                  <c:v>7.4000000000000003E-3</c:v>
                </c:pt>
                <c:pt idx="2394">
                  <c:v>7.4000000000000003E-3</c:v>
                </c:pt>
                <c:pt idx="2395">
                  <c:v>7.4000000000000003E-3</c:v>
                </c:pt>
                <c:pt idx="2396">
                  <c:v>7.4999999999999997E-3</c:v>
                </c:pt>
                <c:pt idx="2397">
                  <c:v>7.4999999999999997E-3</c:v>
                </c:pt>
                <c:pt idx="2398">
                  <c:v>7.4999999999999997E-3</c:v>
                </c:pt>
                <c:pt idx="2399">
                  <c:v>7.4999999999999997E-3</c:v>
                </c:pt>
                <c:pt idx="2400">
                  <c:v>7.4999999999999997E-3</c:v>
                </c:pt>
                <c:pt idx="2401">
                  <c:v>7.4999999999999997E-3</c:v>
                </c:pt>
                <c:pt idx="2402">
                  <c:v>7.4999999999999997E-3</c:v>
                </c:pt>
                <c:pt idx="2403">
                  <c:v>7.4999999999999997E-3</c:v>
                </c:pt>
                <c:pt idx="2404">
                  <c:v>7.4999999999999997E-3</c:v>
                </c:pt>
                <c:pt idx="2405">
                  <c:v>7.4999999999999997E-3</c:v>
                </c:pt>
                <c:pt idx="2406">
                  <c:v>7.4999999999999997E-3</c:v>
                </c:pt>
                <c:pt idx="2407">
                  <c:v>7.4999999999999997E-3</c:v>
                </c:pt>
                <c:pt idx="2408">
                  <c:v>7.4999999999999997E-3</c:v>
                </c:pt>
                <c:pt idx="2409">
                  <c:v>7.4999999999999997E-3</c:v>
                </c:pt>
                <c:pt idx="2410">
                  <c:v>7.4999999999999997E-3</c:v>
                </c:pt>
                <c:pt idx="2411">
                  <c:v>7.4999999999999997E-3</c:v>
                </c:pt>
                <c:pt idx="2412">
                  <c:v>7.4999999999999997E-3</c:v>
                </c:pt>
                <c:pt idx="2413">
                  <c:v>7.4999999999999997E-3</c:v>
                </c:pt>
                <c:pt idx="2414">
                  <c:v>7.4999999999999997E-3</c:v>
                </c:pt>
                <c:pt idx="2415">
                  <c:v>7.4999999999999997E-3</c:v>
                </c:pt>
                <c:pt idx="2416">
                  <c:v>7.4999999999999997E-3</c:v>
                </c:pt>
                <c:pt idx="2417">
                  <c:v>7.4999999999999997E-3</c:v>
                </c:pt>
                <c:pt idx="2418">
                  <c:v>7.4999999999999997E-3</c:v>
                </c:pt>
                <c:pt idx="2419">
                  <c:v>7.4999999999999997E-3</c:v>
                </c:pt>
                <c:pt idx="2420">
                  <c:v>7.4999999999999997E-3</c:v>
                </c:pt>
                <c:pt idx="2421">
                  <c:v>7.3000000000000001E-3</c:v>
                </c:pt>
                <c:pt idx="2422">
                  <c:v>7.3000000000000001E-3</c:v>
                </c:pt>
                <c:pt idx="2423">
                  <c:v>7.3000000000000001E-3</c:v>
                </c:pt>
                <c:pt idx="2424">
                  <c:v>7.3000000000000001E-3</c:v>
                </c:pt>
                <c:pt idx="2425">
                  <c:v>7.3000000000000001E-3</c:v>
                </c:pt>
                <c:pt idx="2426">
                  <c:v>7.3000000000000001E-3</c:v>
                </c:pt>
                <c:pt idx="2427">
                  <c:v>7.3000000000000001E-3</c:v>
                </c:pt>
                <c:pt idx="2428">
                  <c:v>7.3000000000000001E-3</c:v>
                </c:pt>
                <c:pt idx="2429">
                  <c:v>7.3000000000000001E-3</c:v>
                </c:pt>
                <c:pt idx="2430">
                  <c:v>7.3000000000000001E-3</c:v>
                </c:pt>
                <c:pt idx="2431">
                  <c:v>7.3000000000000001E-3</c:v>
                </c:pt>
                <c:pt idx="2432">
                  <c:v>7.3000000000000001E-3</c:v>
                </c:pt>
                <c:pt idx="2433">
                  <c:v>7.3000000000000001E-3</c:v>
                </c:pt>
                <c:pt idx="2434">
                  <c:v>7.3000000000000001E-3</c:v>
                </c:pt>
                <c:pt idx="2435">
                  <c:v>7.3000000000000001E-3</c:v>
                </c:pt>
                <c:pt idx="2436">
                  <c:v>7.3000000000000001E-3</c:v>
                </c:pt>
                <c:pt idx="2437">
                  <c:v>7.3000000000000001E-3</c:v>
                </c:pt>
                <c:pt idx="2438">
                  <c:v>7.3000000000000001E-3</c:v>
                </c:pt>
                <c:pt idx="2439">
                  <c:v>7.1999999999999998E-3</c:v>
                </c:pt>
                <c:pt idx="2440">
                  <c:v>7.0999999999999995E-3</c:v>
                </c:pt>
                <c:pt idx="2441">
                  <c:v>6.8999999999999999E-3</c:v>
                </c:pt>
                <c:pt idx="2442">
                  <c:v>6.8999999999999999E-3</c:v>
                </c:pt>
                <c:pt idx="2443">
                  <c:v>6.7000000000000002E-3</c:v>
                </c:pt>
                <c:pt idx="2444">
                  <c:v>6.7000000000000002E-3</c:v>
                </c:pt>
                <c:pt idx="2445">
                  <c:v>6.7000000000000002E-3</c:v>
                </c:pt>
                <c:pt idx="2446">
                  <c:v>6.7000000000000002E-3</c:v>
                </c:pt>
                <c:pt idx="2447">
                  <c:v>6.7000000000000002E-3</c:v>
                </c:pt>
                <c:pt idx="2448">
                  <c:v>6.6E-3</c:v>
                </c:pt>
                <c:pt idx="2449">
                  <c:v>6.6E-3</c:v>
                </c:pt>
                <c:pt idx="2450">
                  <c:v>6.6E-3</c:v>
                </c:pt>
                <c:pt idx="2451">
                  <c:v>6.6E-3</c:v>
                </c:pt>
                <c:pt idx="2452">
                  <c:v>6.6E-3</c:v>
                </c:pt>
                <c:pt idx="2453">
                  <c:v>6.6E-3</c:v>
                </c:pt>
                <c:pt idx="2454">
                  <c:v>6.6E-3</c:v>
                </c:pt>
                <c:pt idx="2455">
                  <c:v>6.6E-3</c:v>
                </c:pt>
                <c:pt idx="2456">
                  <c:v>6.6E-3</c:v>
                </c:pt>
                <c:pt idx="2457">
                  <c:v>6.6E-3</c:v>
                </c:pt>
                <c:pt idx="2458">
                  <c:v>6.6E-3</c:v>
                </c:pt>
                <c:pt idx="2459">
                  <c:v>6.6E-3</c:v>
                </c:pt>
                <c:pt idx="2460">
                  <c:v>6.6E-3</c:v>
                </c:pt>
                <c:pt idx="2461">
                  <c:v>6.6E-3</c:v>
                </c:pt>
                <c:pt idx="2462">
                  <c:v>6.6E-3</c:v>
                </c:pt>
                <c:pt idx="2463">
                  <c:v>6.6E-3</c:v>
                </c:pt>
                <c:pt idx="2464">
                  <c:v>6.6E-3</c:v>
                </c:pt>
                <c:pt idx="2465">
                  <c:v>6.6E-3</c:v>
                </c:pt>
                <c:pt idx="2466">
                  <c:v>6.6E-3</c:v>
                </c:pt>
                <c:pt idx="2467">
                  <c:v>6.6E-3</c:v>
                </c:pt>
                <c:pt idx="2468">
                  <c:v>6.6E-3</c:v>
                </c:pt>
                <c:pt idx="2469">
                  <c:v>6.6E-3</c:v>
                </c:pt>
                <c:pt idx="2470">
                  <c:v>6.6E-3</c:v>
                </c:pt>
                <c:pt idx="2471">
                  <c:v>6.6E-3</c:v>
                </c:pt>
                <c:pt idx="2472">
                  <c:v>6.6E-3</c:v>
                </c:pt>
                <c:pt idx="2473">
                  <c:v>6.7000000000000002E-3</c:v>
                </c:pt>
                <c:pt idx="2474">
                  <c:v>6.7000000000000002E-3</c:v>
                </c:pt>
                <c:pt idx="2475">
                  <c:v>6.7000000000000002E-3</c:v>
                </c:pt>
                <c:pt idx="2476">
                  <c:v>6.8000000000000005E-3</c:v>
                </c:pt>
                <c:pt idx="2477">
                  <c:v>6.8000000000000005E-3</c:v>
                </c:pt>
                <c:pt idx="2478">
                  <c:v>6.8999999999999999E-3</c:v>
                </c:pt>
                <c:pt idx="2479">
                  <c:v>6.8999999999999999E-3</c:v>
                </c:pt>
                <c:pt idx="2480">
                  <c:v>6.8999999999999999E-3</c:v>
                </c:pt>
                <c:pt idx="2481">
                  <c:v>6.8999999999999999E-3</c:v>
                </c:pt>
                <c:pt idx="2482">
                  <c:v>6.8999999999999999E-3</c:v>
                </c:pt>
                <c:pt idx="2483">
                  <c:v>6.8999999999999999E-3</c:v>
                </c:pt>
                <c:pt idx="2484">
                  <c:v>6.8000000000000005E-3</c:v>
                </c:pt>
                <c:pt idx="2485">
                  <c:v>6.8000000000000005E-3</c:v>
                </c:pt>
                <c:pt idx="2486">
                  <c:v>6.8999999999999999E-3</c:v>
                </c:pt>
                <c:pt idx="2487">
                  <c:v>6.8999999999999999E-3</c:v>
                </c:pt>
                <c:pt idx="2488">
                  <c:v>6.8999999999999999E-3</c:v>
                </c:pt>
                <c:pt idx="2489">
                  <c:v>6.9999999999999993E-3</c:v>
                </c:pt>
                <c:pt idx="2490">
                  <c:v>6.9999999999999993E-3</c:v>
                </c:pt>
                <c:pt idx="2491">
                  <c:v>6.9999999999999993E-3</c:v>
                </c:pt>
                <c:pt idx="2492">
                  <c:v>6.9999999999999993E-3</c:v>
                </c:pt>
                <c:pt idx="2493">
                  <c:v>6.9999999999999993E-3</c:v>
                </c:pt>
                <c:pt idx="2494">
                  <c:v>6.9999999999999993E-3</c:v>
                </c:pt>
                <c:pt idx="2495">
                  <c:v>6.9999999999999993E-3</c:v>
                </c:pt>
                <c:pt idx="2496">
                  <c:v>6.9999999999999993E-3</c:v>
                </c:pt>
                <c:pt idx="2497">
                  <c:v>6.9999999999999993E-3</c:v>
                </c:pt>
                <c:pt idx="2498">
                  <c:v>6.9999999999999993E-3</c:v>
                </c:pt>
                <c:pt idx="2499">
                  <c:v>6.9999999999999993E-3</c:v>
                </c:pt>
                <c:pt idx="2500">
                  <c:v>6.9999999999999993E-3</c:v>
                </c:pt>
                <c:pt idx="2501">
                  <c:v>6.9999999999999993E-3</c:v>
                </c:pt>
                <c:pt idx="2502">
                  <c:v>6.9999999999999993E-3</c:v>
                </c:pt>
                <c:pt idx="2503">
                  <c:v>6.9999999999999993E-3</c:v>
                </c:pt>
                <c:pt idx="2504">
                  <c:v>6.9999999999999993E-3</c:v>
                </c:pt>
                <c:pt idx="2505">
                  <c:v>6.9999999999999993E-3</c:v>
                </c:pt>
                <c:pt idx="2506">
                  <c:v>7.0999999999999995E-3</c:v>
                </c:pt>
                <c:pt idx="2507">
                  <c:v>7.0999999999999995E-3</c:v>
                </c:pt>
                <c:pt idx="2508">
                  <c:v>7.1999999999999998E-3</c:v>
                </c:pt>
                <c:pt idx="2509">
                  <c:v>7.3000000000000001E-3</c:v>
                </c:pt>
                <c:pt idx="2510">
                  <c:v>7.3000000000000001E-3</c:v>
                </c:pt>
                <c:pt idx="2511">
                  <c:v>7.4000000000000003E-3</c:v>
                </c:pt>
                <c:pt idx="2512">
                  <c:v>7.4999999999999997E-3</c:v>
                </c:pt>
                <c:pt idx="2513">
                  <c:v>7.6E-3</c:v>
                </c:pt>
                <c:pt idx="2514">
                  <c:v>7.6E-3</c:v>
                </c:pt>
                <c:pt idx="2515">
                  <c:v>7.7000000000000002E-3</c:v>
                </c:pt>
                <c:pt idx="2516">
                  <c:v>7.7000000000000002E-3</c:v>
                </c:pt>
                <c:pt idx="2517">
                  <c:v>7.7000000000000002E-3</c:v>
                </c:pt>
                <c:pt idx="2518">
                  <c:v>9.1999999999999998E-3</c:v>
                </c:pt>
                <c:pt idx="2519">
                  <c:v>9.1999999999999998E-3</c:v>
                </c:pt>
                <c:pt idx="2520">
                  <c:v>9.1999999999999998E-3</c:v>
                </c:pt>
                <c:pt idx="2521">
                  <c:v>9.1999999999999998E-3</c:v>
                </c:pt>
                <c:pt idx="2522">
                  <c:v>9.1999999999999998E-3</c:v>
                </c:pt>
                <c:pt idx="2523">
                  <c:v>9.1999999999999998E-3</c:v>
                </c:pt>
                <c:pt idx="2524">
                  <c:v>9.1999999999999998E-3</c:v>
                </c:pt>
                <c:pt idx="2525">
                  <c:v>9.1999999999999998E-3</c:v>
                </c:pt>
                <c:pt idx="2526">
                  <c:v>9.1999999999999998E-3</c:v>
                </c:pt>
                <c:pt idx="2527">
                  <c:v>9.1999999999999998E-3</c:v>
                </c:pt>
                <c:pt idx="2528">
                  <c:v>9.300000000000001E-3</c:v>
                </c:pt>
                <c:pt idx="2529">
                  <c:v>9.5999999999999992E-3</c:v>
                </c:pt>
                <c:pt idx="2530">
                  <c:v>0.01</c:v>
                </c:pt>
                <c:pt idx="2531">
                  <c:v>0.01</c:v>
                </c:pt>
                <c:pt idx="2532">
                  <c:v>1.01E-2</c:v>
                </c:pt>
                <c:pt idx="2533">
                  <c:v>1.01E-2</c:v>
                </c:pt>
                <c:pt idx="2534">
                  <c:v>1.01E-2</c:v>
                </c:pt>
                <c:pt idx="2535">
                  <c:v>1.01E-2</c:v>
                </c:pt>
                <c:pt idx="2536">
                  <c:v>1.01E-2</c:v>
                </c:pt>
                <c:pt idx="2537">
                  <c:v>1.01E-2</c:v>
                </c:pt>
                <c:pt idx="2538">
                  <c:v>1.0200000000000001E-2</c:v>
                </c:pt>
                <c:pt idx="2539">
                  <c:v>1.0200000000000001E-2</c:v>
                </c:pt>
                <c:pt idx="2540">
                  <c:v>1.03E-2</c:v>
                </c:pt>
                <c:pt idx="2541">
                  <c:v>1.04E-2</c:v>
                </c:pt>
                <c:pt idx="2542">
                  <c:v>1.04E-2</c:v>
                </c:pt>
                <c:pt idx="2543">
                  <c:v>1.04E-2</c:v>
                </c:pt>
                <c:pt idx="2544">
                  <c:v>1.04E-2</c:v>
                </c:pt>
                <c:pt idx="2545">
                  <c:v>1.04E-2</c:v>
                </c:pt>
                <c:pt idx="2546">
                  <c:v>1.04E-2</c:v>
                </c:pt>
                <c:pt idx="2547">
                  <c:v>1.0500000000000001E-2</c:v>
                </c:pt>
                <c:pt idx="2548">
                  <c:v>1.0500000000000001E-2</c:v>
                </c:pt>
                <c:pt idx="2549">
                  <c:v>1.0500000000000001E-2</c:v>
                </c:pt>
                <c:pt idx="2550">
                  <c:v>1.0500000000000001E-2</c:v>
                </c:pt>
                <c:pt idx="2551">
                  <c:v>1.06E-2</c:v>
                </c:pt>
                <c:pt idx="2552">
                  <c:v>1.0700000000000001E-2</c:v>
                </c:pt>
                <c:pt idx="2553">
                  <c:v>1.0700000000000001E-2</c:v>
                </c:pt>
                <c:pt idx="2554">
                  <c:v>1.0700000000000001E-2</c:v>
                </c:pt>
                <c:pt idx="2555">
                  <c:v>1.0800000000000001E-2</c:v>
                </c:pt>
                <c:pt idx="2556">
                  <c:v>1.09E-2</c:v>
                </c:pt>
                <c:pt idx="2557">
                  <c:v>1.09E-2</c:v>
                </c:pt>
                <c:pt idx="2558">
                  <c:v>1.09E-2</c:v>
                </c:pt>
                <c:pt idx="2559">
                  <c:v>1.09E-2</c:v>
                </c:pt>
                <c:pt idx="2560">
                  <c:v>1.09E-2</c:v>
                </c:pt>
                <c:pt idx="2561">
                  <c:v>1.09E-2</c:v>
                </c:pt>
                <c:pt idx="2562">
                  <c:v>1.1000000000000001E-2</c:v>
                </c:pt>
                <c:pt idx="2563">
                  <c:v>1.1000000000000001E-2</c:v>
                </c:pt>
                <c:pt idx="2564">
                  <c:v>1.1200000000000002E-2</c:v>
                </c:pt>
                <c:pt idx="2565">
                  <c:v>1.1200000000000002E-2</c:v>
                </c:pt>
                <c:pt idx="2566">
                  <c:v>1.1200000000000002E-2</c:v>
                </c:pt>
                <c:pt idx="2567">
                  <c:v>1.1200000000000002E-2</c:v>
                </c:pt>
                <c:pt idx="2568">
                  <c:v>1.1299999999999999E-2</c:v>
                </c:pt>
                <c:pt idx="2569">
                  <c:v>1.1299999999999999E-2</c:v>
                </c:pt>
                <c:pt idx="2570">
                  <c:v>1.1399999999999999E-2</c:v>
                </c:pt>
                <c:pt idx="2571">
                  <c:v>1.1399999999999999E-2</c:v>
                </c:pt>
                <c:pt idx="2572">
                  <c:v>1.15E-2</c:v>
                </c:pt>
                <c:pt idx="2573">
                  <c:v>1.15E-2</c:v>
                </c:pt>
                <c:pt idx="2574">
                  <c:v>1.15E-2</c:v>
                </c:pt>
                <c:pt idx="2575">
                  <c:v>1.15E-2</c:v>
                </c:pt>
                <c:pt idx="2576">
                  <c:v>1.15E-2</c:v>
                </c:pt>
                <c:pt idx="2577">
                  <c:v>1.15E-2</c:v>
                </c:pt>
                <c:pt idx="2578">
                  <c:v>1.15E-2</c:v>
                </c:pt>
                <c:pt idx="2579">
                  <c:v>1.1699999999999999E-2</c:v>
                </c:pt>
                <c:pt idx="2580">
                  <c:v>1.18E-2</c:v>
                </c:pt>
                <c:pt idx="2581">
                  <c:v>1.1899999999999999E-2</c:v>
                </c:pt>
                <c:pt idx="2582">
                  <c:v>1.2E-2</c:v>
                </c:pt>
                <c:pt idx="2583">
                  <c:v>1.2500000000000001E-2</c:v>
                </c:pt>
                <c:pt idx="2584">
                  <c:v>1.2500000000000001E-2</c:v>
                </c:pt>
                <c:pt idx="2585">
                  <c:v>1.2500000000000001E-2</c:v>
                </c:pt>
                <c:pt idx="2586">
                  <c:v>1.26E-2</c:v>
                </c:pt>
                <c:pt idx="2587">
                  <c:v>1.26E-2</c:v>
                </c:pt>
                <c:pt idx="2588">
                  <c:v>1.26E-2</c:v>
                </c:pt>
                <c:pt idx="2589">
                  <c:v>1.2699999999999999E-2</c:v>
                </c:pt>
                <c:pt idx="2590">
                  <c:v>1.2699999999999999E-2</c:v>
                </c:pt>
                <c:pt idx="2591">
                  <c:v>1.2699999999999999E-2</c:v>
                </c:pt>
                <c:pt idx="2592">
                  <c:v>1.2699999999999999E-2</c:v>
                </c:pt>
                <c:pt idx="2593">
                  <c:v>1.2699999999999999E-2</c:v>
                </c:pt>
                <c:pt idx="2594">
                  <c:v>1.2699999999999999E-2</c:v>
                </c:pt>
                <c:pt idx="2595">
                  <c:v>1.2699999999999999E-2</c:v>
                </c:pt>
                <c:pt idx="2596">
                  <c:v>1.2699999999999999E-2</c:v>
                </c:pt>
                <c:pt idx="2597">
                  <c:v>1.2699999999999999E-2</c:v>
                </c:pt>
                <c:pt idx="2598">
                  <c:v>1.2699999999999999E-2</c:v>
                </c:pt>
                <c:pt idx="2599">
                  <c:v>1.2699999999999999E-2</c:v>
                </c:pt>
                <c:pt idx="2600">
                  <c:v>1.2699999999999999E-2</c:v>
                </c:pt>
                <c:pt idx="2601">
                  <c:v>1.2699999999999999E-2</c:v>
                </c:pt>
                <c:pt idx="2602">
                  <c:v>1.2699999999999999E-2</c:v>
                </c:pt>
                <c:pt idx="2603">
                  <c:v>1.2699999999999999E-2</c:v>
                </c:pt>
                <c:pt idx="2604">
                  <c:v>1.2699999999999999E-2</c:v>
                </c:pt>
                <c:pt idx="2605">
                  <c:v>1.2800000000000001E-2</c:v>
                </c:pt>
                <c:pt idx="2606">
                  <c:v>1.2800000000000001E-2</c:v>
                </c:pt>
                <c:pt idx="2607">
                  <c:v>1.2800000000000001E-2</c:v>
                </c:pt>
                <c:pt idx="2608">
                  <c:v>1.29E-2</c:v>
                </c:pt>
                <c:pt idx="2609">
                  <c:v>1.29E-2</c:v>
                </c:pt>
                <c:pt idx="2610">
                  <c:v>1.3000000000000001E-2</c:v>
                </c:pt>
                <c:pt idx="2611">
                  <c:v>1.3000000000000001E-2</c:v>
                </c:pt>
                <c:pt idx="2612">
                  <c:v>1.3000000000000001E-2</c:v>
                </c:pt>
                <c:pt idx="2613">
                  <c:v>1.3000000000000001E-2</c:v>
                </c:pt>
                <c:pt idx="2614">
                  <c:v>1.3000000000000001E-2</c:v>
                </c:pt>
                <c:pt idx="2615">
                  <c:v>1.3000000000000001E-2</c:v>
                </c:pt>
                <c:pt idx="2616">
                  <c:v>1.3000000000000001E-2</c:v>
                </c:pt>
                <c:pt idx="2617">
                  <c:v>1.3100000000000001E-2</c:v>
                </c:pt>
                <c:pt idx="2618">
                  <c:v>1.3500000000000002E-2</c:v>
                </c:pt>
                <c:pt idx="2619">
                  <c:v>1.43E-2</c:v>
                </c:pt>
                <c:pt idx="2620">
                  <c:v>1.44E-2</c:v>
                </c:pt>
                <c:pt idx="2621">
                  <c:v>1.4499999999999999E-2</c:v>
                </c:pt>
                <c:pt idx="2622">
                  <c:v>1.46E-2</c:v>
                </c:pt>
                <c:pt idx="2623">
                  <c:v>1.46E-2</c:v>
                </c:pt>
                <c:pt idx="2624">
                  <c:v>1.46E-2</c:v>
                </c:pt>
                <c:pt idx="2625">
                  <c:v>1.46E-2</c:v>
                </c:pt>
                <c:pt idx="2626">
                  <c:v>1.4800000000000001E-2</c:v>
                </c:pt>
                <c:pt idx="2627">
                  <c:v>1.49E-2</c:v>
                </c:pt>
                <c:pt idx="2628">
                  <c:v>1.4999999999999999E-2</c:v>
                </c:pt>
                <c:pt idx="2629">
                  <c:v>1.4999999999999999E-2</c:v>
                </c:pt>
                <c:pt idx="2630">
                  <c:v>1.4999999999999999E-2</c:v>
                </c:pt>
                <c:pt idx="2631">
                  <c:v>1.4999999999999999E-2</c:v>
                </c:pt>
                <c:pt idx="2632">
                  <c:v>1.4999999999999999E-2</c:v>
                </c:pt>
                <c:pt idx="2633">
                  <c:v>1.4999999999999999E-2</c:v>
                </c:pt>
                <c:pt idx="2634">
                  <c:v>1.4999999999999999E-2</c:v>
                </c:pt>
                <c:pt idx="2635">
                  <c:v>1.4999999999999999E-2</c:v>
                </c:pt>
                <c:pt idx="2636">
                  <c:v>1.4999999999999999E-2</c:v>
                </c:pt>
                <c:pt idx="2637">
                  <c:v>1.4999999999999999E-2</c:v>
                </c:pt>
                <c:pt idx="2638">
                  <c:v>1.4999999999999999E-2</c:v>
                </c:pt>
                <c:pt idx="2639">
                  <c:v>1.4999999999999999E-2</c:v>
                </c:pt>
                <c:pt idx="2640">
                  <c:v>1.4999999999999999E-2</c:v>
                </c:pt>
                <c:pt idx="2641">
                  <c:v>1.4999999999999999E-2</c:v>
                </c:pt>
                <c:pt idx="2642">
                  <c:v>1.4999999999999999E-2</c:v>
                </c:pt>
                <c:pt idx="2643">
                  <c:v>1.4999999999999999E-2</c:v>
                </c:pt>
                <c:pt idx="2644">
                  <c:v>1.4999999999999999E-2</c:v>
                </c:pt>
                <c:pt idx="2645">
                  <c:v>1.4999999999999999E-2</c:v>
                </c:pt>
                <c:pt idx="2646">
                  <c:v>1.4999999999999999E-2</c:v>
                </c:pt>
                <c:pt idx="2647">
                  <c:v>1.4999999999999999E-2</c:v>
                </c:pt>
                <c:pt idx="2648">
                  <c:v>1.4999999999999999E-2</c:v>
                </c:pt>
                <c:pt idx="2649">
                  <c:v>1.4999999999999999E-2</c:v>
                </c:pt>
                <c:pt idx="2650">
                  <c:v>1.4999999999999999E-2</c:v>
                </c:pt>
                <c:pt idx="2651">
                  <c:v>1.4999999999999999E-2</c:v>
                </c:pt>
                <c:pt idx="2652">
                  <c:v>1.4999999999999999E-2</c:v>
                </c:pt>
                <c:pt idx="2653">
                  <c:v>1.4999999999999999E-2</c:v>
                </c:pt>
                <c:pt idx="2654">
                  <c:v>1.4999999999999999E-2</c:v>
                </c:pt>
                <c:pt idx="2655">
                  <c:v>1.4999999999999999E-2</c:v>
                </c:pt>
                <c:pt idx="2656">
                  <c:v>1.4999999999999999E-2</c:v>
                </c:pt>
                <c:pt idx="2657">
                  <c:v>1.4999999999999999E-2</c:v>
                </c:pt>
                <c:pt idx="2658">
                  <c:v>1.4999999999999999E-2</c:v>
                </c:pt>
                <c:pt idx="2659">
                  <c:v>1.4999999999999999E-2</c:v>
                </c:pt>
                <c:pt idx="2660">
                  <c:v>1.4999999999999999E-2</c:v>
                </c:pt>
                <c:pt idx="2661">
                  <c:v>1.4999999999999999E-2</c:v>
                </c:pt>
                <c:pt idx="2662">
                  <c:v>1.4999999999999999E-2</c:v>
                </c:pt>
                <c:pt idx="2663">
                  <c:v>1.4999999999999999E-2</c:v>
                </c:pt>
                <c:pt idx="2664">
                  <c:v>1.4999999999999999E-2</c:v>
                </c:pt>
                <c:pt idx="2665">
                  <c:v>1.4999999999999999E-2</c:v>
                </c:pt>
                <c:pt idx="2666">
                  <c:v>1.4999999999999999E-2</c:v>
                </c:pt>
                <c:pt idx="2667">
                  <c:v>1.4999999999999999E-2</c:v>
                </c:pt>
                <c:pt idx="2668">
                  <c:v>1.5100000000000001E-2</c:v>
                </c:pt>
                <c:pt idx="2669">
                  <c:v>1.5100000000000001E-2</c:v>
                </c:pt>
                <c:pt idx="2670">
                  <c:v>1.5100000000000001E-2</c:v>
                </c:pt>
                <c:pt idx="2671">
                  <c:v>1.5100000000000001E-2</c:v>
                </c:pt>
                <c:pt idx="2672">
                  <c:v>1.5100000000000001E-2</c:v>
                </c:pt>
                <c:pt idx="2673">
                  <c:v>1.5100000000000001E-2</c:v>
                </c:pt>
                <c:pt idx="2674">
                  <c:v>1.5100000000000001E-2</c:v>
                </c:pt>
                <c:pt idx="2675">
                  <c:v>1.5100000000000001E-2</c:v>
                </c:pt>
                <c:pt idx="2676">
                  <c:v>1.5100000000000001E-2</c:v>
                </c:pt>
                <c:pt idx="2677">
                  <c:v>1.5100000000000001E-2</c:v>
                </c:pt>
                <c:pt idx="2678">
                  <c:v>1.5100000000000001E-2</c:v>
                </c:pt>
                <c:pt idx="2679">
                  <c:v>1.5100000000000001E-2</c:v>
                </c:pt>
                <c:pt idx="2680">
                  <c:v>1.5100000000000001E-2</c:v>
                </c:pt>
                <c:pt idx="2681">
                  <c:v>1.5100000000000001E-2</c:v>
                </c:pt>
                <c:pt idx="2682">
                  <c:v>1.5100000000000001E-2</c:v>
                </c:pt>
                <c:pt idx="2683">
                  <c:v>1.72E-2</c:v>
                </c:pt>
                <c:pt idx="2684">
                  <c:v>1.72E-2</c:v>
                </c:pt>
                <c:pt idx="2685">
                  <c:v>1.72E-2</c:v>
                </c:pt>
                <c:pt idx="2686">
                  <c:v>1.72E-2</c:v>
                </c:pt>
                <c:pt idx="2687">
                  <c:v>1.72E-2</c:v>
                </c:pt>
                <c:pt idx="2688">
                  <c:v>1.72E-2</c:v>
                </c:pt>
                <c:pt idx="2689">
                  <c:v>1.72E-2</c:v>
                </c:pt>
                <c:pt idx="2690">
                  <c:v>1.72E-2</c:v>
                </c:pt>
                <c:pt idx="2691">
                  <c:v>1.72E-2</c:v>
                </c:pt>
                <c:pt idx="2692">
                  <c:v>1.72E-2</c:v>
                </c:pt>
                <c:pt idx="2693">
                  <c:v>1.72E-2</c:v>
                </c:pt>
                <c:pt idx="2694">
                  <c:v>1.72E-2</c:v>
                </c:pt>
                <c:pt idx="2695">
                  <c:v>1.72E-2</c:v>
                </c:pt>
                <c:pt idx="2696">
                  <c:v>1.72E-2</c:v>
                </c:pt>
                <c:pt idx="2697">
                  <c:v>1.72E-2</c:v>
                </c:pt>
                <c:pt idx="2698">
                  <c:v>1.72E-2</c:v>
                </c:pt>
                <c:pt idx="2699">
                  <c:v>1.72E-2</c:v>
                </c:pt>
                <c:pt idx="2700">
                  <c:v>1.72E-2</c:v>
                </c:pt>
                <c:pt idx="2701">
                  <c:v>1.72E-2</c:v>
                </c:pt>
                <c:pt idx="2702">
                  <c:v>1.72E-2</c:v>
                </c:pt>
                <c:pt idx="2703">
                  <c:v>1.72E-2</c:v>
                </c:pt>
                <c:pt idx="2704">
                  <c:v>1.72E-2</c:v>
                </c:pt>
                <c:pt idx="2705">
                  <c:v>1.72E-2</c:v>
                </c:pt>
                <c:pt idx="2706">
                  <c:v>1.72E-2</c:v>
                </c:pt>
                <c:pt idx="2707">
                  <c:v>1.72E-2</c:v>
                </c:pt>
                <c:pt idx="2708">
                  <c:v>1.72E-2</c:v>
                </c:pt>
                <c:pt idx="2709">
                  <c:v>1.72E-2</c:v>
                </c:pt>
                <c:pt idx="2710">
                  <c:v>1.7500000000000002E-2</c:v>
                </c:pt>
                <c:pt idx="2711">
                  <c:v>1.7500000000000002E-2</c:v>
                </c:pt>
                <c:pt idx="2712">
                  <c:v>1.7500000000000002E-2</c:v>
                </c:pt>
                <c:pt idx="2713">
                  <c:v>1.9599999999999999E-2</c:v>
                </c:pt>
                <c:pt idx="2714">
                  <c:v>1.9599999999999999E-2</c:v>
                </c:pt>
                <c:pt idx="2715">
                  <c:v>1.9599999999999999E-2</c:v>
                </c:pt>
                <c:pt idx="2716">
                  <c:v>1.9599999999999999E-2</c:v>
                </c:pt>
                <c:pt idx="2717">
                  <c:v>1.9599999999999999E-2</c:v>
                </c:pt>
                <c:pt idx="2718">
                  <c:v>1.9599999999999999E-2</c:v>
                </c:pt>
                <c:pt idx="2719">
                  <c:v>1.9599999999999999E-2</c:v>
                </c:pt>
                <c:pt idx="2720">
                  <c:v>1.9599999999999999E-2</c:v>
                </c:pt>
                <c:pt idx="2721">
                  <c:v>1.9599999999999999E-2</c:v>
                </c:pt>
                <c:pt idx="2722">
                  <c:v>1.9599999999999999E-2</c:v>
                </c:pt>
                <c:pt idx="2723">
                  <c:v>1.9599999999999999E-2</c:v>
                </c:pt>
                <c:pt idx="2724">
                  <c:v>1.9599999999999999E-2</c:v>
                </c:pt>
                <c:pt idx="2725">
                  <c:v>1.9599999999999999E-2</c:v>
                </c:pt>
                <c:pt idx="2726">
                  <c:v>1.9699999999999999E-2</c:v>
                </c:pt>
                <c:pt idx="2727">
                  <c:v>1.9699999999999999E-2</c:v>
                </c:pt>
                <c:pt idx="2728">
                  <c:v>1.9900000000000001E-2</c:v>
                </c:pt>
                <c:pt idx="2729">
                  <c:v>1.9900000000000001E-2</c:v>
                </c:pt>
                <c:pt idx="2730">
                  <c:v>1.9900000000000001E-2</c:v>
                </c:pt>
                <c:pt idx="2731">
                  <c:v>1.9900000000000001E-2</c:v>
                </c:pt>
                <c:pt idx="2732">
                  <c:v>0.02</c:v>
                </c:pt>
                <c:pt idx="2733">
                  <c:v>0.02</c:v>
                </c:pt>
                <c:pt idx="2734">
                  <c:v>0.02</c:v>
                </c:pt>
                <c:pt idx="2735">
                  <c:v>0.02</c:v>
                </c:pt>
                <c:pt idx="2736">
                  <c:v>2.0199999999999999E-2</c:v>
                </c:pt>
                <c:pt idx="2737">
                  <c:v>2.0400000000000001E-2</c:v>
                </c:pt>
                <c:pt idx="2738">
                  <c:v>2.0400000000000001E-2</c:v>
                </c:pt>
                <c:pt idx="2739">
                  <c:v>2.0499999999999997E-2</c:v>
                </c:pt>
                <c:pt idx="2740">
                  <c:v>2.0499999999999997E-2</c:v>
                </c:pt>
                <c:pt idx="2741">
                  <c:v>2.0499999999999997E-2</c:v>
                </c:pt>
                <c:pt idx="2742">
                  <c:v>2.0499999999999997E-2</c:v>
                </c:pt>
                <c:pt idx="2743">
                  <c:v>2.0499999999999997E-2</c:v>
                </c:pt>
                <c:pt idx="2744">
                  <c:v>2.0499999999999997E-2</c:v>
                </c:pt>
                <c:pt idx="2745">
                  <c:v>2.12E-2</c:v>
                </c:pt>
                <c:pt idx="2746">
                  <c:v>2.1400000000000002E-2</c:v>
                </c:pt>
                <c:pt idx="2747">
                  <c:v>2.5699999999999997E-2</c:v>
                </c:pt>
                <c:pt idx="2748">
                  <c:v>2.58E-2</c:v>
                </c:pt>
                <c:pt idx="2749">
                  <c:v>2.58E-2</c:v>
                </c:pt>
                <c:pt idx="2750">
                  <c:v>2.58E-2</c:v>
                </c:pt>
                <c:pt idx="2751">
                  <c:v>2.58E-2</c:v>
                </c:pt>
                <c:pt idx="2752">
                  <c:v>2.58E-2</c:v>
                </c:pt>
                <c:pt idx="2753">
                  <c:v>2.58E-2</c:v>
                </c:pt>
                <c:pt idx="2754">
                  <c:v>2.58E-2</c:v>
                </c:pt>
                <c:pt idx="2755">
                  <c:v>2.5899999999999999E-2</c:v>
                </c:pt>
                <c:pt idx="2756">
                  <c:v>2.6099999999999998E-2</c:v>
                </c:pt>
                <c:pt idx="2757">
                  <c:v>2.6800000000000001E-2</c:v>
                </c:pt>
                <c:pt idx="2758">
                  <c:v>2.7400000000000001E-2</c:v>
                </c:pt>
                <c:pt idx="2759">
                  <c:v>2.7300000000000001E-2</c:v>
                </c:pt>
                <c:pt idx="2760">
                  <c:v>2.7300000000000001E-2</c:v>
                </c:pt>
                <c:pt idx="2761">
                  <c:v>2.7300000000000001E-2</c:v>
                </c:pt>
                <c:pt idx="2762">
                  <c:v>2.7300000000000001E-2</c:v>
                </c:pt>
                <c:pt idx="2763">
                  <c:v>2.7400000000000001E-2</c:v>
                </c:pt>
                <c:pt idx="2764">
                  <c:v>2.7400000000000001E-2</c:v>
                </c:pt>
                <c:pt idx="2765">
                  <c:v>2.75E-2</c:v>
                </c:pt>
                <c:pt idx="2766">
                  <c:v>2.75E-2</c:v>
                </c:pt>
                <c:pt idx="2767">
                  <c:v>2.76E-2</c:v>
                </c:pt>
                <c:pt idx="2768">
                  <c:v>2.76E-2</c:v>
                </c:pt>
                <c:pt idx="2769">
                  <c:v>2.76E-2</c:v>
                </c:pt>
                <c:pt idx="2770">
                  <c:v>2.76E-2</c:v>
                </c:pt>
                <c:pt idx="2771">
                  <c:v>2.76E-2</c:v>
                </c:pt>
                <c:pt idx="2772">
                  <c:v>2.76E-2</c:v>
                </c:pt>
                <c:pt idx="2773">
                  <c:v>2.76E-2</c:v>
                </c:pt>
                <c:pt idx="2774">
                  <c:v>2.76E-2</c:v>
                </c:pt>
                <c:pt idx="2775">
                  <c:v>2.76E-2</c:v>
                </c:pt>
                <c:pt idx="2776">
                  <c:v>2.76E-2</c:v>
                </c:pt>
                <c:pt idx="2777">
                  <c:v>2.76E-2</c:v>
                </c:pt>
                <c:pt idx="2778">
                  <c:v>2.92E-2</c:v>
                </c:pt>
                <c:pt idx="2779">
                  <c:v>2.92E-2</c:v>
                </c:pt>
                <c:pt idx="2780">
                  <c:v>2.92E-2</c:v>
                </c:pt>
                <c:pt idx="2781">
                  <c:v>2.92E-2</c:v>
                </c:pt>
                <c:pt idx="2782">
                  <c:v>2.92E-2</c:v>
                </c:pt>
                <c:pt idx="2783">
                  <c:v>2.92E-2</c:v>
                </c:pt>
                <c:pt idx="2784">
                  <c:v>2.9300000000000003E-2</c:v>
                </c:pt>
                <c:pt idx="2785">
                  <c:v>2.9300000000000003E-2</c:v>
                </c:pt>
                <c:pt idx="2786">
                  <c:v>2.9300000000000003E-2</c:v>
                </c:pt>
                <c:pt idx="2787">
                  <c:v>2.9300000000000003E-2</c:v>
                </c:pt>
                <c:pt idx="2788">
                  <c:v>2.9300000000000003E-2</c:v>
                </c:pt>
                <c:pt idx="2789">
                  <c:v>2.9300000000000003E-2</c:v>
                </c:pt>
                <c:pt idx="2790">
                  <c:v>2.9300000000000003E-2</c:v>
                </c:pt>
                <c:pt idx="2791">
                  <c:v>2.9300000000000003E-2</c:v>
                </c:pt>
                <c:pt idx="2792">
                  <c:v>2.9399999999999999E-2</c:v>
                </c:pt>
                <c:pt idx="2793">
                  <c:v>2.9600000000000001E-2</c:v>
                </c:pt>
                <c:pt idx="2794">
                  <c:v>2.9700000000000001E-2</c:v>
                </c:pt>
                <c:pt idx="2795">
                  <c:v>2.9900000000000003E-2</c:v>
                </c:pt>
                <c:pt idx="2796">
                  <c:v>0.03</c:v>
                </c:pt>
                <c:pt idx="2797">
                  <c:v>3.0200000000000001E-2</c:v>
                </c:pt>
                <c:pt idx="2798">
                  <c:v>3.04E-2</c:v>
                </c:pt>
                <c:pt idx="2799">
                  <c:v>3.0699999999999998E-2</c:v>
                </c:pt>
                <c:pt idx="2800">
                  <c:v>3.0899999999999997E-2</c:v>
                </c:pt>
                <c:pt idx="2801">
                  <c:v>3.1200000000000002E-2</c:v>
                </c:pt>
                <c:pt idx="2802">
                  <c:v>3.1400000000000004E-2</c:v>
                </c:pt>
                <c:pt idx="2803">
                  <c:v>3.2000000000000001E-2</c:v>
                </c:pt>
                <c:pt idx="2804">
                  <c:v>3.2400000000000005E-2</c:v>
                </c:pt>
                <c:pt idx="2805">
                  <c:v>3.2400000000000005E-2</c:v>
                </c:pt>
                <c:pt idx="2806">
                  <c:v>3.2799999999999996E-2</c:v>
                </c:pt>
                <c:pt idx="2807">
                  <c:v>3.32E-2</c:v>
                </c:pt>
                <c:pt idx="2808">
                  <c:v>3.32E-2</c:v>
                </c:pt>
                <c:pt idx="2809">
                  <c:v>3.32E-2</c:v>
                </c:pt>
                <c:pt idx="2810">
                  <c:v>3.32E-2</c:v>
                </c:pt>
                <c:pt idx="2811">
                  <c:v>3.32E-2</c:v>
                </c:pt>
                <c:pt idx="2812">
                  <c:v>3.6299999999999999E-2</c:v>
                </c:pt>
                <c:pt idx="2813">
                  <c:v>3.6600000000000001E-2</c:v>
                </c:pt>
                <c:pt idx="2814">
                  <c:v>3.6600000000000001E-2</c:v>
                </c:pt>
                <c:pt idx="2815">
                  <c:v>3.7000000000000005E-2</c:v>
                </c:pt>
                <c:pt idx="2816">
                  <c:v>3.7599999999999995E-2</c:v>
                </c:pt>
                <c:pt idx="2817">
                  <c:v>3.8100000000000002E-2</c:v>
                </c:pt>
                <c:pt idx="2818">
                  <c:v>3.85E-2</c:v>
                </c:pt>
                <c:pt idx="2819">
                  <c:v>3.9E-2</c:v>
                </c:pt>
                <c:pt idx="2820">
                  <c:v>3.9199999999999999E-2</c:v>
                </c:pt>
                <c:pt idx="2821">
                  <c:v>3.9300000000000002E-2</c:v>
                </c:pt>
                <c:pt idx="2822">
                  <c:v>3.9399999999999998E-2</c:v>
                </c:pt>
                <c:pt idx="2823">
                  <c:v>3.9399999999999998E-2</c:v>
                </c:pt>
                <c:pt idx="2824">
                  <c:v>3.95E-2</c:v>
                </c:pt>
                <c:pt idx="2825">
                  <c:v>3.9599999999999996E-2</c:v>
                </c:pt>
                <c:pt idx="2826">
                  <c:v>3.9699999999999999E-2</c:v>
                </c:pt>
                <c:pt idx="2827">
                  <c:v>3.9699999999999999E-2</c:v>
                </c:pt>
                <c:pt idx="2828">
                  <c:v>3.9699999999999999E-2</c:v>
                </c:pt>
                <c:pt idx="2829">
                  <c:v>3.9699999999999999E-2</c:v>
                </c:pt>
                <c:pt idx="2830">
                  <c:v>3.9699999999999999E-2</c:v>
                </c:pt>
                <c:pt idx="2831">
                  <c:v>3.9699999999999999E-2</c:v>
                </c:pt>
                <c:pt idx="2832">
                  <c:v>3.9699999999999999E-2</c:v>
                </c:pt>
                <c:pt idx="2833">
                  <c:v>3.9699999999999999E-2</c:v>
                </c:pt>
                <c:pt idx="2834">
                  <c:v>3.9699999999999999E-2</c:v>
                </c:pt>
                <c:pt idx="2835">
                  <c:v>3.9699999999999999E-2</c:v>
                </c:pt>
                <c:pt idx="2836">
                  <c:v>3.9699999999999999E-2</c:v>
                </c:pt>
                <c:pt idx="2837">
                  <c:v>3.9699999999999999E-2</c:v>
                </c:pt>
                <c:pt idx="2838">
                  <c:v>3.9699999999999999E-2</c:v>
                </c:pt>
                <c:pt idx="2839">
                  <c:v>3.9900000000000005E-2</c:v>
                </c:pt>
                <c:pt idx="2840">
                  <c:v>4.0099999999999997E-2</c:v>
                </c:pt>
                <c:pt idx="2841">
                  <c:v>4.0199999999999993E-2</c:v>
                </c:pt>
                <c:pt idx="2842">
                  <c:v>4.0199999999999993E-2</c:v>
                </c:pt>
                <c:pt idx="2843">
                  <c:v>4.0300000000000002E-2</c:v>
                </c:pt>
                <c:pt idx="2844">
                  <c:v>4.0300000000000002E-2</c:v>
                </c:pt>
                <c:pt idx="2845">
                  <c:v>4.0300000000000002E-2</c:v>
                </c:pt>
                <c:pt idx="2846">
                  <c:v>4.0300000000000002E-2</c:v>
                </c:pt>
                <c:pt idx="2847">
                  <c:v>4.0300000000000002E-2</c:v>
                </c:pt>
                <c:pt idx="2848">
                  <c:v>4.0300000000000002E-2</c:v>
                </c:pt>
                <c:pt idx="2849">
                  <c:v>4.0300000000000002E-2</c:v>
                </c:pt>
                <c:pt idx="2850">
                  <c:v>4.0300000000000002E-2</c:v>
                </c:pt>
                <c:pt idx="2851">
                  <c:v>4.0300000000000002E-2</c:v>
                </c:pt>
                <c:pt idx="2852">
                  <c:v>4.0300000000000002E-2</c:v>
                </c:pt>
                <c:pt idx="2853">
                  <c:v>4.0300000000000002E-2</c:v>
                </c:pt>
                <c:pt idx="2854">
                  <c:v>4.0300000000000002E-2</c:v>
                </c:pt>
                <c:pt idx="2855">
                  <c:v>4.0300000000000002E-2</c:v>
                </c:pt>
                <c:pt idx="2856">
                  <c:v>4.0300000000000002E-2</c:v>
                </c:pt>
                <c:pt idx="2857">
                  <c:v>4.0300000000000002E-2</c:v>
                </c:pt>
                <c:pt idx="2858">
                  <c:v>4.0300000000000002E-2</c:v>
                </c:pt>
                <c:pt idx="2859">
                  <c:v>4.0300000000000002E-2</c:v>
                </c:pt>
                <c:pt idx="2860">
                  <c:v>4.0300000000000002E-2</c:v>
                </c:pt>
                <c:pt idx="2861">
                  <c:v>4.0300000000000002E-2</c:v>
                </c:pt>
                <c:pt idx="2862">
                  <c:v>4.0300000000000002E-2</c:v>
                </c:pt>
                <c:pt idx="2863">
                  <c:v>4.0300000000000002E-2</c:v>
                </c:pt>
                <c:pt idx="2864">
                  <c:v>4.0300000000000002E-2</c:v>
                </c:pt>
                <c:pt idx="2865">
                  <c:v>4.0300000000000002E-2</c:v>
                </c:pt>
                <c:pt idx="2866">
                  <c:v>3.9800000000000002E-2</c:v>
                </c:pt>
                <c:pt idx="2867">
                  <c:v>3.9800000000000002E-2</c:v>
                </c:pt>
                <c:pt idx="2868">
                  <c:v>3.9800000000000002E-2</c:v>
                </c:pt>
                <c:pt idx="2869">
                  <c:v>3.9800000000000002E-2</c:v>
                </c:pt>
                <c:pt idx="2870">
                  <c:v>3.9800000000000002E-2</c:v>
                </c:pt>
                <c:pt idx="2871">
                  <c:v>3.9599999999999996E-2</c:v>
                </c:pt>
                <c:pt idx="2872">
                  <c:v>3.9599999999999996E-2</c:v>
                </c:pt>
                <c:pt idx="2873">
                  <c:v>3.9599999999999996E-2</c:v>
                </c:pt>
                <c:pt idx="2874">
                  <c:v>3.9199999999999999E-2</c:v>
                </c:pt>
                <c:pt idx="2875">
                  <c:v>3.9199999999999999E-2</c:v>
                </c:pt>
                <c:pt idx="2876">
                  <c:v>3.9E-2</c:v>
                </c:pt>
                <c:pt idx="2877">
                  <c:v>3.8800000000000001E-2</c:v>
                </c:pt>
                <c:pt idx="2878">
                  <c:v>3.8699999999999998E-2</c:v>
                </c:pt>
                <c:pt idx="2879">
                  <c:v>3.8800000000000001E-2</c:v>
                </c:pt>
                <c:pt idx="2880">
                  <c:v>3.7900000000000003E-2</c:v>
                </c:pt>
                <c:pt idx="2881">
                  <c:v>3.7400000000000003E-2</c:v>
                </c:pt>
                <c:pt idx="2882">
                  <c:v>3.7000000000000005E-2</c:v>
                </c:pt>
                <c:pt idx="2883">
                  <c:v>3.6799999999999999E-2</c:v>
                </c:pt>
                <c:pt idx="2884">
                  <c:v>3.6699999999999997E-2</c:v>
                </c:pt>
                <c:pt idx="2885">
                  <c:v>3.6699999999999997E-2</c:v>
                </c:pt>
                <c:pt idx="2886">
                  <c:v>3.6699999999999997E-2</c:v>
                </c:pt>
                <c:pt idx="2887">
                  <c:v>3.6600000000000001E-2</c:v>
                </c:pt>
                <c:pt idx="2888">
                  <c:v>3.6499999999999998E-2</c:v>
                </c:pt>
                <c:pt idx="2889">
                  <c:v>3.6400000000000002E-2</c:v>
                </c:pt>
                <c:pt idx="2890">
                  <c:v>3.6299999999999999E-2</c:v>
                </c:pt>
                <c:pt idx="2891">
                  <c:v>3.6299999999999999E-2</c:v>
                </c:pt>
                <c:pt idx="2892">
                  <c:v>3.5900000000000001E-2</c:v>
                </c:pt>
                <c:pt idx="2893">
                  <c:v>3.5200000000000002E-2</c:v>
                </c:pt>
                <c:pt idx="2894">
                  <c:v>3.49E-2</c:v>
                </c:pt>
                <c:pt idx="2895">
                  <c:v>3.4700000000000002E-2</c:v>
                </c:pt>
                <c:pt idx="2896">
                  <c:v>3.4599999999999999E-2</c:v>
                </c:pt>
                <c:pt idx="2897">
                  <c:v>3.4599999999999999E-2</c:v>
                </c:pt>
                <c:pt idx="2898">
                  <c:v>3.4599999999999999E-2</c:v>
                </c:pt>
                <c:pt idx="2899">
                  <c:v>3.4700000000000002E-2</c:v>
                </c:pt>
                <c:pt idx="2900">
                  <c:v>3.4799999999999998E-2</c:v>
                </c:pt>
                <c:pt idx="2901">
                  <c:v>3.4799999999999998E-2</c:v>
                </c:pt>
                <c:pt idx="2902">
                  <c:v>3.49E-2</c:v>
                </c:pt>
                <c:pt idx="2903">
                  <c:v>3.5000000000000003E-2</c:v>
                </c:pt>
                <c:pt idx="2904">
                  <c:v>3.5200000000000002E-2</c:v>
                </c:pt>
                <c:pt idx="2905">
                  <c:v>3.5299999999999998E-2</c:v>
                </c:pt>
                <c:pt idx="2906">
                  <c:v>3.5400000000000001E-2</c:v>
                </c:pt>
                <c:pt idx="2907">
                  <c:v>3.56E-2</c:v>
                </c:pt>
                <c:pt idx="2908">
                  <c:v>3.5900000000000001E-2</c:v>
                </c:pt>
                <c:pt idx="2909">
                  <c:v>3.5900000000000001E-2</c:v>
                </c:pt>
                <c:pt idx="2910">
                  <c:v>3.5900000000000001E-2</c:v>
                </c:pt>
                <c:pt idx="2911">
                  <c:v>3.5900000000000001E-2</c:v>
                </c:pt>
                <c:pt idx="2912">
                  <c:v>3.5900000000000001E-2</c:v>
                </c:pt>
                <c:pt idx="2913">
                  <c:v>3.61E-2</c:v>
                </c:pt>
                <c:pt idx="2914">
                  <c:v>3.61E-2</c:v>
                </c:pt>
                <c:pt idx="2915">
                  <c:v>3.61E-2</c:v>
                </c:pt>
                <c:pt idx="2916">
                  <c:v>3.61E-2</c:v>
                </c:pt>
                <c:pt idx="2917">
                  <c:v>3.61E-2</c:v>
                </c:pt>
                <c:pt idx="2918">
                  <c:v>3.61E-2</c:v>
                </c:pt>
                <c:pt idx="2919">
                  <c:v>3.61E-2</c:v>
                </c:pt>
                <c:pt idx="2920">
                  <c:v>3.61E-2</c:v>
                </c:pt>
                <c:pt idx="2921">
                  <c:v>3.61E-2</c:v>
                </c:pt>
                <c:pt idx="2922">
                  <c:v>3.61E-2</c:v>
                </c:pt>
                <c:pt idx="2923">
                  <c:v>3.6200000000000003E-2</c:v>
                </c:pt>
                <c:pt idx="2924">
                  <c:v>3.6200000000000003E-2</c:v>
                </c:pt>
                <c:pt idx="2925">
                  <c:v>3.6200000000000003E-2</c:v>
                </c:pt>
                <c:pt idx="2926">
                  <c:v>3.6200000000000003E-2</c:v>
                </c:pt>
                <c:pt idx="2927">
                  <c:v>3.6200000000000003E-2</c:v>
                </c:pt>
                <c:pt idx="2928">
                  <c:v>3.6200000000000003E-2</c:v>
                </c:pt>
                <c:pt idx="2929">
                  <c:v>3.5900000000000001E-2</c:v>
                </c:pt>
                <c:pt idx="2930">
                  <c:v>3.5900000000000001E-2</c:v>
                </c:pt>
                <c:pt idx="2931">
                  <c:v>3.5900000000000001E-2</c:v>
                </c:pt>
                <c:pt idx="2932">
                  <c:v>3.5900000000000001E-2</c:v>
                </c:pt>
                <c:pt idx="2933">
                  <c:v>3.5900000000000001E-2</c:v>
                </c:pt>
                <c:pt idx="2934">
                  <c:v>3.5900000000000001E-2</c:v>
                </c:pt>
                <c:pt idx="2935">
                  <c:v>3.5900000000000001E-2</c:v>
                </c:pt>
                <c:pt idx="2936">
                  <c:v>3.5900000000000001E-2</c:v>
                </c:pt>
                <c:pt idx="2937">
                  <c:v>3.5900000000000001E-2</c:v>
                </c:pt>
                <c:pt idx="2938">
                  <c:v>3.5799999999999998E-2</c:v>
                </c:pt>
                <c:pt idx="2939">
                  <c:v>3.5299999999999998E-2</c:v>
                </c:pt>
                <c:pt idx="2940">
                  <c:v>3.5099999999999999E-2</c:v>
                </c:pt>
                <c:pt idx="2941">
                  <c:v>3.4799999999999998E-2</c:v>
                </c:pt>
                <c:pt idx="2942">
                  <c:v>3.4300000000000004E-2</c:v>
                </c:pt>
                <c:pt idx="2943">
                  <c:v>3.4300000000000004E-2</c:v>
                </c:pt>
                <c:pt idx="2944">
                  <c:v>3.4300000000000004E-2</c:v>
                </c:pt>
                <c:pt idx="2945">
                  <c:v>3.4300000000000004E-2</c:v>
                </c:pt>
                <c:pt idx="2946">
                  <c:v>3.44E-2</c:v>
                </c:pt>
                <c:pt idx="2947">
                  <c:v>3.4500000000000003E-2</c:v>
                </c:pt>
                <c:pt idx="2948">
                  <c:v>3.4700000000000002E-2</c:v>
                </c:pt>
                <c:pt idx="2949">
                  <c:v>3.49E-2</c:v>
                </c:pt>
                <c:pt idx="2950">
                  <c:v>3.49E-2</c:v>
                </c:pt>
                <c:pt idx="2951">
                  <c:v>3.49E-2</c:v>
                </c:pt>
                <c:pt idx="2952">
                  <c:v>3.5000000000000003E-2</c:v>
                </c:pt>
                <c:pt idx="2953">
                  <c:v>3.5200000000000002E-2</c:v>
                </c:pt>
                <c:pt idx="2954">
                  <c:v>3.5200000000000002E-2</c:v>
                </c:pt>
                <c:pt idx="2955">
                  <c:v>3.5200000000000002E-2</c:v>
                </c:pt>
                <c:pt idx="2956">
                  <c:v>3.5299999999999998E-2</c:v>
                </c:pt>
                <c:pt idx="2957">
                  <c:v>3.5499999999999997E-2</c:v>
                </c:pt>
                <c:pt idx="2958">
                  <c:v>3.5499999999999997E-2</c:v>
                </c:pt>
                <c:pt idx="2959">
                  <c:v>3.5499999999999997E-2</c:v>
                </c:pt>
                <c:pt idx="2960">
                  <c:v>3.5499999999999997E-2</c:v>
                </c:pt>
                <c:pt idx="2961">
                  <c:v>3.5499999999999997E-2</c:v>
                </c:pt>
                <c:pt idx="2962">
                  <c:v>3.5900000000000001E-2</c:v>
                </c:pt>
                <c:pt idx="2963">
                  <c:v>3.6000000000000004E-2</c:v>
                </c:pt>
                <c:pt idx="2964">
                  <c:v>3.61E-2</c:v>
                </c:pt>
                <c:pt idx="2965">
                  <c:v>3.6200000000000003E-2</c:v>
                </c:pt>
                <c:pt idx="2966">
                  <c:v>3.6200000000000003E-2</c:v>
                </c:pt>
                <c:pt idx="2967">
                  <c:v>3.6499999999999998E-2</c:v>
                </c:pt>
                <c:pt idx="2968">
                  <c:v>3.6600000000000001E-2</c:v>
                </c:pt>
                <c:pt idx="2969">
                  <c:v>3.6699999999999997E-2</c:v>
                </c:pt>
                <c:pt idx="2970">
                  <c:v>3.6799999999999999E-2</c:v>
                </c:pt>
                <c:pt idx="2971">
                  <c:v>3.7000000000000005E-2</c:v>
                </c:pt>
                <c:pt idx="2972">
                  <c:v>3.73E-2</c:v>
                </c:pt>
                <c:pt idx="2973">
                  <c:v>3.7499999999999999E-2</c:v>
                </c:pt>
                <c:pt idx="2974">
                  <c:v>3.7499999999999999E-2</c:v>
                </c:pt>
                <c:pt idx="2975">
                  <c:v>3.7499999999999999E-2</c:v>
                </c:pt>
                <c:pt idx="2976">
                  <c:v>3.7599999999999995E-2</c:v>
                </c:pt>
                <c:pt idx="2977">
                  <c:v>3.7599999999999995E-2</c:v>
                </c:pt>
                <c:pt idx="2978">
                  <c:v>3.7599999999999995E-2</c:v>
                </c:pt>
                <c:pt idx="2979">
                  <c:v>3.7599999999999995E-2</c:v>
                </c:pt>
                <c:pt idx="2980">
                  <c:v>3.7599999999999995E-2</c:v>
                </c:pt>
                <c:pt idx="2981">
                  <c:v>3.7599999999999995E-2</c:v>
                </c:pt>
                <c:pt idx="2982">
                  <c:v>3.7499999999999999E-2</c:v>
                </c:pt>
                <c:pt idx="2983">
                  <c:v>3.7499999999999999E-2</c:v>
                </c:pt>
                <c:pt idx="2984">
                  <c:v>3.7499999999999999E-2</c:v>
                </c:pt>
                <c:pt idx="2985">
                  <c:v>3.7499999999999999E-2</c:v>
                </c:pt>
                <c:pt idx="2986">
                  <c:v>3.7499999999999999E-2</c:v>
                </c:pt>
                <c:pt idx="2987">
                  <c:v>3.7499999999999999E-2</c:v>
                </c:pt>
                <c:pt idx="2988">
                  <c:v>3.7499999999999999E-2</c:v>
                </c:pt>
                <c:pt idx="2989">
                  <c:v>3.7499999999999999E-2</c:v>
                </c:pt>
                <c:pt idx="2990">
                  <c:v>3.7499999999999999E-2</c:v>
                </c:pt>
                <c:pt idx="2991">
                  <c:v>3.7499999999999999E-2</c:v>
                </c:pt>
                <c:pt idx="2992">
                  <c:v>3.7499999999999999E-2</c:v>
                </c:pt>
                <c:pt idx="2993">
                  <c:v>3.7499999999999999E-2</c:v>
                </c:pt>
                <c:pt idx="2994">
                  <c:v>3.7499999999999999E-2</c:v>
                </c:pt>
                <c:pt idx="2995">
                  <c:v>3.7499999999999999E-2</c:v>
                </c:pt>
                <c:pt idx="2996">
                  <c:v>3.7499999999999999E-2</c:v>
                </c:pt>
                <c:pt idx="2997">
                  <c:v>3.7499999999999999E-2</c:v>
                </c:pt>
                <c:pt idx="2998">
                  <c:v>3.7499999999999999E-2</c:v>
                </c:pt>
                <c:pt idx="2999">
                  <c:v>3.7499999999999999E-2</c:v>
                </c:pt>
                <c:pt idx="3000">
                  <c:v>3.7499999999999999E-2</c:v>
                </c:pt>
                <c:pt idx="3001">
                  <c:v>3.7400000000000003E-2</c:v>
                </c:pt>
                <c:pt idx="3002">
                  <c:v>3.7400000000000003E-2</c:v>
                </c:pt>
                <c:pt idx="3003">
                  <c:v>3.7400000000000003E-2</c:v>
                </c:pt>
                <c:pt idx="3004">
                  <c:v>3.7499999999999999E-2</c:v>
                </c:pt>
                <c:pt idx="3005">
                  <c:v>3.7499999999999999E-2</c:v>
                </c:pt>
                <c:pt idx="3006">
                  <c:v>3.7499999999999999E-2</c:v>
                </c:pt>
                <c:pt idx="3007">
                  <c:v>3.7499999999999999E-2</c:v>
                </c:pt>
                <c:pt idx="3008">
                  <c:v>3.7499999999999999E-2</c:v>
                </c:pt>
                <c:pt idx="3009">
                  <c:v>3.7499999999999999E-2</c:v>
                </c:pt>
                <c:pt idx="3010">
                  <c:v>3.7499999999999999E-2</c:v>
                </c:pt>
                <c:pt idx="3011">
                  <c:v>3.7499999999999999E-2</c:v>
                </c:pt>
                <c:pt idx="3012">
                  <c:v>3.7499999999999999E-2</c:v>
                </c:pt>
                <c:pt idx="3013">
                  <c:v>3.7499999999999999E-2</c:v>
                </c:pt>
                <c:pt idx="3014">
                  <c:v>3.7499999999999999E-2</c:v>
                </c:pt>
                <c:pt idx="3015">
                  <c:v>3.7499999999999999E-2</c:v>
                </c:pt>
                <c:pt idx="3016">
                  <c:v>3.7499999999999999E-2</c:v>
                </c:pt>
                <c:pt idx="3017">
                  <c:v>3.7499999999999999E-2</c:v>
                </c:pt>
                <c:pt idx="3018">
                  <c:v>3.7400000000000003E-2</c:v>
                </c:pt>
                <c:pt idx="3019">
                  <c:v>3.7400000000000003E-2</c:v>
                </c:pt>
                <c:pt idx="3020">
                  <c:v>3.7400000000000003E-2</c:v>
                </c:pt>
                <c:pt idx="3021">
                  <c:v>3.7400000000000003E-2</c:v>
                </c:pt>
                <c:pt idx="3022">
                  <c:v>3.7400000000000003E-2</c:v>
                </c:pt>
                <c:pt idx="3023">
                  <c:v>3.73E-2</c:v>
                </c:pt>
                <c:pt idx="3024">
                  <c:v>3.7200000000000004E-2</c:v>
                </c:pt>
                <c:pt idx="3025">
                  <c:v>3.7200000000000004E-2</c:v>
                </c:pt>
                <c:pt idx="3026">
                  <c:v>3.7000000000000005E-2</c:v>
                </c:pt>
                <c:pt idx="3027">
                  <c:v>3.7000000000000005E-2</c:v>
                </c:pt>
                <c:pt idx="3028">
                  <c:v>3.6799999999999999E-2</c:v>
                </c:pt>
                <c:pt idx="3029">
                  <c:v>3.6900000000000002E-2</c:v>
                </c:pt>
                <c:pt idx="3030">
                  <c:v>3.6900000000000002E-2</c:v>
                </c:pt>
                <c:pt idx="3031">
                  <c:v>3.6900000000000002E-2</c:v>
                </c:pt>
                <c:pt idx="3032">
                  <c:v>3.7000000000000005E-2</c:v>
                </c:pt>
                <c:pt idx="3033">
                  <c:v>3.7000000000000005E-2</c:v>
                </c:pt>
                <c:pt idx="3034">
                  <c:v>3.7000000000000005E-2</c:v>
                </c:pt>
                <c:pt idx="3035">
                  <c:v>3.7000000000000005E-2</c:v>
                </c:pt>
                <c:pt idx="3036">
                  <c:v>3.7000000000000005E-2</c:v>
                </c:pt>
                <c:pt idx="3037">
                  <c:v>3.6900000000000002E-2</c:v>
                </c:pt>
                <c:pt idx="3038">
                  <c:v>3.6900000000000002E-2</c:v>
                </c:pt>
                <c:pt idx="3039">
                  <c:v>3.6900000000000002E-2</c:v>
                </c:pt>
                <c:pt idx="3040">
                  <c:v>3.6900000000000002E-2</c:v>
                </c:pt>
                <c:pt idx="3041">
                  <c:v>3.6900000000000002E-2</c:v>
                </c:pt>
                <c:pt idx="3042">
                  <c:v>3.6900000000000002E-2</c:v>
                </c:pt>
                <c:pt idx="3043">
                  <c:v>3.6900000000000002E-2</c:v>
                </c:pt>
                <c:pt idx="3044">
                  <c:v>3.6799999999999999E-2</c:v>
                </c:pt>
                <c:pt idx="3045">
                  <c:v>3.6900000000000002E-2</c:v>
                </c:pt>
                <c:pt idx="3046">
                  <c:v>3.7000000000000005E-2</c:v>
                </c:pt>
                <c:pt idx="3047">
                  <c:v>3.7100000000000001E-2</c:v>
                </c:pt>
                <c:pt idx="3048">
                  <c:v>3.7200000000000004E-2</c:v>
                </c:pt>
                <c:pt idx="3049">
                  <c:v>3.7200000000000004E-2</c:v>
                </c:pt>
                <c:pt idx="3050">
                  <c:v>3.7200000000000004E-2</c:v>
                </c:pt>
                <c:pt idx="3051">
                  <c:v>3.73E-2</c:v>
                </c:pt>
                <c:pt idx="3052">
                  <c:v>3.7499999999999999E-2</c:v>
                </c:pt>
                <c:pt idx="3053">
                  <c:v>3.7599999999999995E-2</c:v>
                </c:pt>
                <c:pt idx="3054">
                  <c:v>3.78E-2</c:v>
                </c:pt>
                <c:pt idx="3055">
                  <c:v>3.7900000000000003E-2</c:v>
                </c:pt>
                <c:pt idx="3056">
                  <c:v>3.7999999999999999E-2</c:v>
                </c:pt>
                <c:pt idx="3057">
                  <c:v>3.8100000000000002E-2</c:v>
                </c:pt>
                <c:pt idx="3058">
                  <c:v>3.8199999999999998E-2</c:v>
                </c:pt>
                <c:pt idx="3059">
                  <c:v>3.8300000000000001E-2</c:v>
                </c:pt>
                <c:pt idx="3060">
                  <c:v>3.8300000000000001E-2</c:v>
                </c:pt>
                <c:pt idx="3061">
                  <c:v>3.8300000000000001E-2</c:v>
                </c:pt>
                <c:pt idx="3062">
                  <c:v>3.8300000000000001E-2</c:v>
                </c:pt>
                <c:pt idx="3063">
                  <c:v>3.8300000000000001E-2</c:v>
                </c:pt>
                <c:pt idx="3064">
                  <c:v>3.8300000000000001E-2</c:v>
                </c:pt>
                <c:pt idx="3065">
                  <c:v>3.8300000000000001E-2</c:v>
                </c:pt>
                <c:pt idx="3066">
                  <c:v>3.8300000000000001E-2</c:v>
                </c:pt>
                <c:pt idx="3067">
                  <c:v>3.8399999999999997E-2</c:v>
                </c:pt>
                <c:pt idx="3068">
                  <c:v>3.8300000000000001E-2</c:v>
                </c:pt>
                <c:pt idx="3069">
                  <c:v>3.8199999999999998E-2</c:v>
                </c:pt>
                <c:pt idx="3070">
                  <c:v>3.8199999999999998E-2</c:v>
                </c:pt>
                <c:pt idx="3071">
                  <c:v>3.8199999999999998E-2</c:v>
                </c:pt>
                <c:pt idx="3072">
                  <c:v>3.8199999999999998E-2</c:v>
                </c:pt>
                <c:pt idx="3073">
                  <c:v>3.8199999999999998E-2</c:v>
                </c:pt>
                <c:pt idx="3074">
                  <c:v>3.8199999999999998E-2</c:v>
                </c:pt>
                <c:pt idx="3075">
                  <c:v>3.8199999999999998E-2</c:v>
                </c:pt>
                <c:pt idx="3076">
                  <c:v>3.8199999999999998E-2</c:v>
                </c:pt>
                <c:pt idx="3077">
                  <c:v>3.8199999999999998E-2</c:v>
                </c:pt>
                <c:pt idx="3078">
                  <c:v>3.8199999999999998E-2</c:v>
                </c:pt>
                <c:pt idx="3079">
                  <c:v>3.8199999999999998E-2</c:v>
                </c:pt>
                <c:pt idx="3080">
                  <c:v>3.8199999999999998E-2</c:v>
                </c:pt>
                <c:pt idx="3081">
                  <c:v>3.8199999999999998E-2</c:v>
                </c:pt>
                <c:pt idx="3082">
                  <c:v>3.8199999999999998E-2</c:v>
                </c:pt>
                <c:pt idx="3083">
                  <c:v>3.8199999999999998E-2</c:v>
                </c:pt>
                <c:pt idx="3084">
                  <c:v>3.8199999999999998E-2</c:v>
                </c:pt>
                <c:pt idx="3085">
                  <c:v>3.8199999999999998E-2</c:v>
                </c:pt>
                <c:pt idx="3086">
                  <c:v>3.8199999999999998E-2</c:v>
                </c:pt>
                <c:pt idx="3087">
                  <c:v>3.8300000000000001E-2</c:v>
                </c:pt>
                <c:pt idx="3088">
                  <c:v>3.8300000000000001E-2</c:v>
                </c:pt>
                <c:pt idx="3089">
                  <c:v>3.8300000000000001E-2</c:v>
                </c:pt>
                <c:pt idx="3090">
                  <c:v>3.8300000000000001E-2</c:v>
                </c:pt>
                <c:pt idx="3091">
                  <c:v>3.8300000000000001E-2</c:v>
                </c:pt>
                <c:pt idx="3092">
                  <c:v>3.8300000000000001E-2</c:v>
                </c:pt>
                <c:pt idx="3093">
                  <c:v>3.8300000000000001E-2</c:v>
                </c:pt>
                <c:pt idx="3094">
                  <c:v>3.8300000000000001E-2</c:v>
                </c:pt>
                <c:pt idx="3095">
                  <c:v>3.8300000000000001E-2</c:v>
                </c:pt>
                <c:pt idx="3096">
                  <c:v>3.8300000000000001E-2</c:v>
                </c:pt>
                <c:pt idx="3097">
                  <c:v>3.8300000000000001E-2</c:v>
                </c:pt>
                <c:pt idx="3098">
                  <c:v>3.8300000000000001E-2</c:v>
                </c:pt>
                <c:pt idx="3099">
                  <c:v>3.8300000000000001E-2</c:v>
                </c:pt>
                <c:pt idx="3100">
                  <c:v>3.8300000000000001E-2</c:v>
                </c:pt>
                <c:pt idx="3101">
                  <c:v>3.8300000000000001E-2</c:v>
                </c:pt>
                <c:pt idx="3102">
                  <c:v>3.8300000000000001E-2</c:v>
                </c:pt>
                <c:pt idx="3103">
                  <c:v>3.8399999999999997E-2</c:v>
                </c:pt>
                <c:pt idx="3104">
                  <c:v>3.8399999999999997E-2</c:v>
                </c:pt>
                <c:pt idx="3105">
                  <c:v>3.8399999999999997E-2</c:v>
                </c:pt>
                <c:pt idx="3106">
                  <c:v>3.8399999999999997E-2</c:v>
                </c:pt>
                <c:pt idx="3107">
                  <c:v>3.8399999999999997E-2</c:v>
                </c:pt>
                <c:pt idx="3108">
                  <c:v>3.8399999999999997E-2</c:v>
                </c:pt>
                <c:pt idx="3109">
                  <c:v>3.8399999999999997E-2</c:v>
                </c:pt>
                <c:pt idx="3110">
                  <c:v>3.8399999999999997E-2</c:v>
                </c:pt>
                <c:pt idx="3111">
                  <c:v>3.8399999999999997E-2</c:v>
                </c:pt>
                <c:pt idx="3112">
                  <c:v>3.8399999999999997E-2</c:v>
                </c:pt>
                <c:pt idx="3113">
                  <c:v>3.8399999999999997E-2</c:v>
                </c:pt>
                <c:pt idx="3114">
                  <c:v>3.8399999999999997E-2</c:v>
                </c:pt>
                <c:pt idx="3115">
                  <c:v>3.8399999999999997E-2</c:v>
                </c:pt>
                <c:pt idx="3116">
                  <c:v>3.8399999999999997E-2</c:v>
                </c:pt>
                <c:pt idx="3117">
                  <c:v>3.8399999999999997E-2</c:v>
                </c:pt>
                <c:pt idx="3118">
                  <c:v>3.8300000000000001E-2</c:v>
                </c:pt>
                <c:pt idx="3119">
                  <c:v>3.8300000000000001E-2</c:v>
                </c:pt>
                <c:pt idx="3120">
                  <c:v>3.8300000000000001E-2</c:v>
                </c:pt>
                <c:pt idx="3121">
                  <c:v>3.8300000000000001E-2</c:v>
                </c:pt>
                <c:pt idx="3122">
                  <c:v>3.8300000000000001E-2</c:v>
                </c:pt>
                <c:pt idx="3123">
                  <c:v>3.8300000000000001E-2</c:v>
                </c:pt>
                <c:pt idx="3124">
                  <c:v>3.8300000000000001E-2</c:v>
                </c:pt>
                <c:pt idx="3125">
                  <c:v>3.8300000000000001E-2</c:v>
                </c:pt>
                <c:pt idx="3126">
                  <c:v>3.8300000000000001E-2</c:v>
                </c:pt>
                <c:pt idx="3127">
                  <c:v>3.8300000000000001E-2</c:v>
                </c:pt>
                <c:pt idx="3128">
                  <c:v>3.8300000000000001E-2</c:v>
                </c:pt>
                <c:pt idx="3129">
                  <c:v>3.8300000000000001E-2</c:v>
                </c:pt>
                <c:pt idx="3130">
                  <c:v>3.8300000000000001E-2</c:v>
                </c:pt>
                <c:pt idx="3131">
                  <c:v>3.8300000000000001E-2</c:v>
                </c:pt>
                <c:pt idx="3132">
                  <c:v>3.8300000000000001E-2</c:v>
                </c:pt>
                <c:pt idx="3133">
                  <c:v>3.8199999999999998E-2</c:v>
                </c:pt>
                <c:pt idx="3134">
                  <c:v>3.8100000000000002E-2</c:v>
                </c:pt>
                <c:pt idx="3135">
                  <c:v>3.8100000000000002E-2</c:v>
                </c:pt>
                <c:pt idx="3136">
                  <c:v>3.7999999999999999E-2</c:v>
                </c:pt>
                <c:pt idx="3137">
                  <c:v>3.7900000000000003E-2</c:v>
                </c:pt>
                <c:pt idx="3138">
                  <c:v>3.78E-2</c:v>
                </c:pt>
                <c:pt idx="3139">
                  <c:v>3.7699999999999997E-2</c:v>
                </c:pt>
                <c:pt idx="3140">
                  <c:v>3.7400000000000003E-2</c:v>
                </c:pt>
                <c:pt idx="3141">
                  <c:v>3.7200000000000004E-2</c:v>
                </c:pt>
                <c:pt idx="3142">
                  <c:v>3.7100000000000001E-2</c:v>
                </c:pt>
                <c:pt idx="3143">
                  <c:v>3.6900000000000002E-2</c:v>
                </c:pt>
                <c:pt idx="3144">
                  <c:v>3.6799999999999999E-2</c:v>
                </c:pt>
                <c:pt idx="3145">
                  <c:v>3.6799999999999999E-2</c:v>
                </c:pt>
                <c:pt idx="3146">
                  <c:v>3.6799999999999999E-2</c:v>
                </c:pt>
                <c:pt idx="3147">
                  <c:v>3.6799999999999999E-2</c:v>
                </c:pt>
                <c:pt idx="3148">
                  <c:v>3.6799999999999999E-2</c:v>
                </c:pt>
                <c:pt idx="3149">
                  <c:v>3.6799999999999999E-2</c:v>
                </c:pt>
                <c:pt idx="3150">
                  <c:v>3.6799999999999999E-2</c:v>
                </c:pt>
                <c:pt idx="3151">
                  <c:v>3.6799999999999999E-2</c:v>
                </c:pt>
                <c:pt idx="3152">
                  <c:v>3.6799999999999999E-2</c:v>
                </c:pt>
                <c:pt idx="3153">
                  <c:v>3.6799999999999999E-2</c:v>
                </c:pt>
                <c:pt idx="3154">
                  <c:v>3.6799999999999999E-2</c:v>
                </c:pt>
                <c:pt idx="3155">
                  <c:v>3.6699999999999997E-2</c:v>
                </c:pt>
                <c:pt idx="3156">
                  <c:v>3.6699999999999997E-2</c:v>
                </c:pt>
                <c:pt idx="3157">
                  <c:v>3.6699999999999997E-2</c:v>
                </c:pt>
                <c:pt idx="3158">
                  <c:v>3.6699999999999997E-2</c:v>
                </c:pt>
                <c:pt idx="3159">
                  <c:v>3.6699999999999997E-2</c:v>
                </c:pt>
                <c:pt idx="3160">
                  <c:v>3.6699999999999997E-2</c:v>
                </c:pt>
                <c:pt idx="3161">
                  <c:v>3.6699999999999997E-2</c:v>
                </c:pt>
                <c:pt idx="3162">
                  <c:v>3.6799999999999999E-2</c:v>
                </c:pt>
                <c:pt idx="3163">
                  <c:v>3.6799999999999999E-2</c:v>
                </c:pt>
                <c:pt idx="3164">
                  <c:v>3.6799999999999999E-2</c:v>
                </c:pt>
                <c:pt idx="3165">
                  <c:v>3.6900000000000002E-2</c:v>
                </c:pt>
                <c:pt idx="3166">
                  <c:v>3.6900000000000002E-2</c:v>
                </c:pt>
                <c:pt idx="3167">
                  <c:v>3.7000000000000005E-2</c:v>
                </c:pt>
                <c:pt idx="3168">
                  <c:v>3.7000000000000005E-2</c:v>
                </c:pt>
                <c:pt idx="3169">
                  <c:v>3.7000000000000005E-2</c:v>
                </c:pt>
                <c:pt idx="3170">
                  <c:v>3.7000000000000005E-2</c:v>
                </c:pt>
                <c:pt idx="3171">
                  <c:v>3.7000000000000005E-2</c:v>
                </c:pt>
                <c:pt idx="3172">
                  <c:v>3.7000000000000005E-2</c:v>
                </c:pt>
                <c:pt idx="3173">
                  <c:v>3.6900000000000002E-2</c:v>
                </c:pt>
                <c:pt idx="3174">
                  <c:v>3.6900000000000002E-2</c:v>
                </c:pt>
                <c:pt idx="3175">
                  <c:v>3.6799999999999999E-2</c:v>
                </c:pt>
                <c:pt idx="3176">
                  <c:v>3.6799999999999999E-2</c:v>
                </c:pt>
                <c:pt idx="3177">
                  <c:v>3.6799999999999999E-2</c:v>
                </c:pt>
                <c:pt idx="3178">
                  <c:v>3.6799999999999999E-2</c:v>
                </c:pt>
                <c:pt idx="3179">
                  <c:v>3.6799999999999999E-2</c:v>
                </c:pt>
                <c:pt idx="3180">
                  <c:v>3.6699999999999997E-2</c:v>
                </c:pt>
                <c:pt idx="3181">
                  <c:v>3.6600000000000001E-2</c:v>
                </c:pt>
                <c:pt idx="3182">
                  <c:v>3.6499999999999998E-2</c:v>
                </c:pt>
                <c:pt idx="3183">
                  <c:v>3.6400000000000002E-2</c:v>
                </c:pt>
                <c:pt idx="3184">
                  <c:v>3.6400000000000002E-2</c:v>
                </c:pt>
                <c:pt idx="3185">
                  <c:v>3.6400000000000002E-2</c:v>
                </c:pt>
                <c:pt idx="3186">
                  <c:v>3.6400000000000002E-2</c:v>
                </c:pt>
                <c:pt idx="3187">
                  <c:v>3.6400000000000002E-2</c:v>
                </c:pt>
                <c:pt idx="3188">
                  <c:v>3.6499999999999998E-2</c:v>
                </c:pt>
                <c:pt idx="3189">
                  <c:v>3.6499999999999998E-2</c:v>
                </c:pt>
                <c:pt idx="3190">
                  <c:v>3.6499999999999998E-2</c:v>
                </c:pt>
                <c:pt idx="3191">
                  <c:v>3.6400000000000002E-2</c:v>
                </c:pt>
                <c:pt idx="3192">
                  <c:v>3.6299999999999999E-2</c:v>
                </c:pt>
                <c:pt idx="3193">
                  <c:v>3.6400000000000002E-2</c:v>
                </c:pt>
                <c:pt idx="3194">
                  <c:v>3.6400000000000002E-2</c:v>
                </c:pt>
                <c:pt idx="3195">
                  <c:v>3.6299999999999999E-2</c:v>
                </c:pt>
                <c:pt idx="3196">
                  <c:v>3.6299999999999999E-2</c:v>
                </c:pt>
                <c:pt idx="3197">
                  <c:v>3.6200000000000003E-2</c:v>
                </c:pt>
                <c:pt idx="3198">
                  <c:v>3.6200000000000003E-2</c:v>
                </c:pt>
                <c:pt idx="3199">
                  <c:v>3.5799999999999998E-2</c:v>
                </c:pt>
                <c:pt idx="3200">
                  <c:v>3.56E-2</c:v>
                </c:pt>
                <c:pt idx="3201">
                  <c:v>3.5699999999999996E-2</c:v>
                </c:pt>
                <c:pt idx="3202">
                  <c:v>3.5699999999999996E-2</c:v>
                </c:pt>
                <c:pt idx="3203">
                  <c:v>3.5699999999999996E-2</c:v>
                </c:pt>
                <c:pt idx="3204">
                  <c:v>3.56E-2</c:v>
                </c:pt>
                <c:pt idx="3205">
                  <c:v>3.56E-2</c:v>
                </c:pt>
                <c:pt idx="3206">
                  <c:v>3.56E-2</c:v>
                </c:pt>
                <c:pt idx="3207">
                  <c:v>3.5499999999999997E-2</c:v>
                </c:pt>
                <c:pt idx="3208">
                  <c:v>3.5499999999999997E-2</c:v>
                </c:pt>
                <c:pt idx="3209">
                  <c:v>3.5499999999999997E-2</c:v>
                </c:pt>
                <c:pt idx="3210">
                  <c:v>3.56E-2</c:v>
                </c:pt>
                <c:pt idx="3211">
                  <c:v>3.56E-2</c:v>
                </c:pt>
                <c:pt idx="3212">
                  <c:v>3.56E-2</c:v>
                </c:pt>
                <c:pt idx="3213">
                  <c:v>3.5699999999999996E-2</c:v>
                </c:pt>
                <c:pt idx="3214">
                  <c:v>3.5699999999999996E-2</c:v>
                </c:pt>
                <c:pt idx="3215">
                  <c:v>3.5699999999999996E-2</c:v>
                </c:pt>
                <c:pt idx="3216">
                  <c:v>3.5699999999999996E-2</c:v>
                </c:pt>
                <c:pt idx="3217">
                  <c:v>3.5699999999999996E-2</c:v>
                </c:pt>
                <c:pt idx="3218">
                  <c:v>3.5699999999999996E-2</c:v>
                </c:pt>
                <c:pt idx="3219">
                  <c:v>3.5799999999999998E-2</c:v>
                </c:pt>
                <c:pt idx="3220">
                  <c:v>3.5799999999999998E-2</c:v>
                </c:pt>
                <c:pt idx="3221">
                  <c:v>3.5799999999999998E-2</c:v>
                </c:pt>
                <c:pt idx="3222">
                  <c:v>3.5799999999999998E-2</c:v>
                </c:pt>
                <c:pt idx="3223">
                  <c:v>3.5799999999999998E-2</c:v>
                </c:pt>
                <c:pt idx="3224">
                  <c:v>3.5799999999999998E-2</c:v>
                </c:pt>
                <c:pt idx="3225">
                  <c:v>3.5900000000000001E-2</c:v>
                </c:pt>
                <c:pt idx="3226">
                  <c:v>3.6000000000000004E-2</c:v>
                </c:pt>
                <c:pt idx="3227">
                  <c:v>3.6000000000000004E-2</c:v>
                </c:pt>
                <c:pt idx="3228">
                  <c:v>3.6000000000000004E-2</c:v>
                </c:pt>
                <c:pt idx="3229">
                  <c:v>3.6000000000000004E-2</c:v>
                </c:pt>
                <c:pt idx="3230">
                  <c:v>3.6000000000000004E-2</c:v>
                </c:pt>
                <c:pt idx="3231">
                  <c:v>3.6000000000000004E-2</c:v>
                </c:pt>
                <c:pt idx="3232">
                  <c:v>3.6000000000000004E-2</c:v>
                </c:pt>
                <c:pt idx="3233">
                  <c:v>3.6000000000000004E-2</c:v>
                </c:pt>
                <c:pt idx="3234">
                  <c:v>3.6000000000000004E-2</c:v>
                </c:pt>
                <c:pt idx="3235">
                  <c:v>3.61E-2</c:v>
                </c:pt>
                <c:pt idx="3236">
                  <c:v>3.6200000000000003E-2</c:v>
                </c:pt>
                <c:pt idx="3237">
                  <c:v>3.61E-2</c:v>
                </c:pt>
                <c:pt idx="3238">
                  <c:v>3.6000000000000004E-2</c:v>
                </c:pt>
                <c:pt idx="3239">
                  <c:v>3.61E-2</c:v>
                </c:pt>
                <c:pt idx="3240">
                  <c:v>3.61E-2</c:v>
                </c:pt>
                <c:pt idx="3241">
                  <c:v>3.6000000000000004E-2</c:v>
                </c:pt>
                <c:pt idx="3242">
                  <c:v>3.6000000000000004E-2</c:v>
                </c:pt>
                <c:pt idx="3243">
                  <c:v>3.6000000000000004E-2</c:v>
                </c:pt>
                <c:pt idx="3244">
                  <c:v>3.6000000000000004E-2</c:v>
                </c:pt>
                <c:pt idx="3245">
                  <c:v>3.6000000000000004E-2</c:v>
                </c:pt>
                <c:pt idx="3246">
                  <c:v>3.6000000000000004E-2</c:v>
                </c:pt>
                <c:pt idx="3247">
                  <c:v>3.6000000000000004E-2</c:v>
                </c:pt>
                <c:pt idx="3248">
                  <c:v>3.6000000000000004E-2</c:v>
                </c:pt>
                <c:pt idx="3249">
                  <c:v>3.6000000000000004E-2</c:v>
                </c:pt>
                <c:pt idx="3250">
                  <c:v>3.6000000000000004E-2</c:v>
                </c:pt>
                <c:pt idx="3251">
                  <c:v>3.6000000000000004E-2</c:v>
                </c:pt>
                <c:pt idx="3252">
                  <c:v>3.6000000000000004E-2</c:v>
                </c:pt>
                <c:pt idx="3253">
                  <c:v>3.6000000000000004E-2</c:v>
                </c:pt>
                <c:pt idx="3254">
                  <c:v>3.6000000000000004E-2</c:v>
                </c:pt>
                <c:pt idx="3255">
                  <c:v>3.6000000000000004E-2</c:v>
                </c:pt>
                <c:pt idx="3256">
                  <c:v>3.6000000000000004E-2</c:v>
                </c:pt>
                <c:pt idx="3257">
                  <c:v>3.6000000000000004E-2</c:v>
                </c:pt>
                <c:pt idx="3258">
                  <c:v>3.6000000000000004E-2</c:v>
                </c:pt>
                <c:pt idx="3259">
                  <c:v>3.6000000000000004E-2</c:v>
                </c:pt>
                <c:pt idx="3260">
                  <c:v>3.6000000000000004E-2</c:v>
                </c:pt>
                <c:pt idx="3261">
                  <c:v>3.6000000000000004E-2</c:v>
                </c:pt>
                <c:pt idx="3262">
                  <c:v>3.5799999999999998E-2</c:v>
                </c:pt>
                <c:pt idx="3263">
                  <c:v>3.5799999999999998E-2</c:v>
                </c:pt>
                <c:pt idx="3264">
                  <c:v>3.5699999999999996E-2</c:v>
                </c:pt>
                <c:pt idx="3265">
                  <c:v>3.5699999999999996E-2</c:v>
                </c:pt>
                <c:pt idx="3266">
                  <c:v>3.56E-2</c:v>
                </c:pt>
                <c:pt idx="3267">
                  <c:v>3.5499999999999997E-2</c:v>
                </c:pt>
                <c:pt idx="3268">
                  <c:v>3.5499999999999997E-2</c:v>
                </c:pt>
                <c:pt idx="3269">
                  <c:v>3.5499999999999997E-2</c:v>
                </c:pt>
                <c:pt idx="3270">
                  <c:v>3.5400000000000001E-2</c:v>
                </c:pt>
                <c:pt idx="3271">
                  <c:v>3.5499999999999997E-2</c:v>
                </c:pt>
                <c:pt idx="3272">
                  <c:v>3.5400000000000001E-2</c:v>
                </c:pt>
                <c:pt idx="3273">
                  <c:v>3.5200000000000002E-2</c:v>
                </c:pt>
                <c:pt idx="3274">
                  <c:v>3.5200000000000002E-2</c:v>
                </c:pt>
                <c:pt idx="3275">
                  <c:v>3.5200000000000002E-2</c:v>
                </c:pt>
                <c:pt idx="3276">
                  <c:v>3.5200000000000002E-2</c:v>
                </c:pt>
                <c:pt idx="3277">
                  <c:v>3.5099999999999999E-2</c:v>
                </c:pt>
                <c:pt idx="3278">
                  <c:v>3.5099999999999999E-2</c:v>
                </c:pt>
                <c:pt idx="3279">
                  <c:v>3.5000000000000003E-2</c:v>
                </c:pt>
                <c:pt idx="3280">
                  <c:v>3.5000000000000003E-2</c:v>
                </c:pt>
                <c:pt idx="3281">
                  <c:v>3.5000000000000003E-2</c:v>
                </c:pt>
                <c:pt idx="3282">
                  <c:v>3.5000000000000003E-2</c:v>
                </c:pt>
                <c:pt idx="3283">
                  <c:v>3.49E-2</c:v>
                </c:pt>
                <c:pt idx="3284">
                  <c:v>3.4799999999999998E-2</c:v>
                </c:pt>
                <c:pt idx="3285">
                  <c:v>3.4799999999999998E-2</c:v>
                </c:pt>
                <c:pt idx="3286">
                  <c:v>3.4700000000000002E-2</c:v>
                </c:pt>
                <c:pt idx="3287">
                  <c:v>3.4799999999999998E-2</c:v>
                </c:pt>
                <c:pt idx="3288">
                  <c:v>3.4700000000000002E-2</c:v>
                </c:pt>
                <c:pt idx="3289">
                  <c:v>3.4700000000000002E-2</c:v>
                </c:pt>
                <c:pt idx="3290">
                  <c:v>3.4599999999999999E-2</c:v>
                </c:pt>
                <c:pt idx="3291">
                  <c:v>3.49E-2</c:v>
                </c:pt>
                <c:pt idx="3292">
                  <c:v>3.49E-2</c:v>
                </c:pt>
                <c:pt idx="3293">
                  <c:v>3.49E-2</c:v>
                </c:pt>
                <c:pt idx="3294">
                  <c:v>3.5099999999999999E-2</c:v>
                </c:pt>
                <c:pt idx="3295">
                  <c:v>3.5099999999999999E-2</c:v>
                </c:pt>
                <c:pt idx="3296">
                  <c:v>3.5099999999999999E-2</c:v>
                </c:pt>
                <c:pt idx="3297">
                  <c:v>3.5200000000000002E-2</c:v>
                </c:pt>
                <c:pt idx="3298">
                  <c:v>3.5099999999999999E-2</c:v>
                </c:pt>
                <c:pt idx="3299">
                  <c:v>3.5099999999999999E-2</c:v>
                </c:pt>
                <c:pt idx="3300">
                  <c:v>3.5099999999999999E-2</c:v>
                </c:pt>
                <c:pt idx="3301">
                  <c:v>3.5200000000000002E-2</c:v>
                </c:pt>
                <c:pt idx="3302">
                  <c:v>3.5200000000000002E-2</c:v>
                </c:pt>
                <c:pt idx="3303">
                  <c:v>3.5200000000000002E-2</c:v>
                </c:pt>
                <c:pt idx="3304">
                  <c:v>3.5200000000000002E-2</c:v>
                </c:pt>
                <c:pt idx="3305">
                  <c:v>3.5200000000000002E-2</c:v>
                </c:pt>
                <c:pt idx="3306">
                  <c:v>3.5099999999999999E-2</c:v>
                </c:pt>
                <c:pt idx="3307">
                  <c:v>3.5099999999999999E-2</c:v>
                </c:pt>
                <c:pt idx="3308">
                  <c:v>3.5099999999999999E-2</c:v>
                </c:pt>
                <c:pt idx="3309">
                  <c:v>3.5099999999999999E-2</c:v>
                </c:pt>
                <c:pt idx="3310">
                  <c:v>3.5099999999999999E-2</c:v>
                </c:pt>
                <c:pt idx="3311">
                  <c:v>3.5099999999999999E-2</c:v>
                </c:pt>
                <c:pt idx="3312">
                  <c:v>3.5099999999999999E-2</c:v>
                </c:pt>
                <c:pt idx="3313">
                  <c:v>3.5099999999999999E-2</c:v>
                </c:pt>
                <c:pt idx="3314">
                  <c:v>3.5299999999999998E-2</c:v>
                </c:pt>
                <c:pt idx="3315">
                  <c:v>3.5299999999999998E-2</c:v>
                </c:pt>
                <c:pt idx="3316">
                  <c:v>3.5299999999999998E-2</c:v>
                </c:pt>
                <c:pt idx="3317">
                  <c:v>3.5299999999999998E-2</c:v>
                </c:pt>
                <c:pt idx="3318">
                  <c:v>3.5299999999999998E-2</c:v>
                </c:pt>
                <c:pt idx="3319">
                  <c:v>3.5299999999999998E-2</c:v>
                </c:pt>
                <c:pt idx="3320">
                  <c:v>3.5299999999999998E-2</c:v>
                </c:pt>
                <c:pt idx="3321">
                  <c:v>3.5299999999999998E-2</c:v>
                </c:pt>
                <c:pt idx="3322">
                  <c:v>3.5299999999999998E-2</c:v>
                </c:pt>
                <c:pt idx="3323">
                  <c:v>3.5299999999999998E-2</c:v>
                </c:pt>
                <c:pt idx="3324">
                  <c:v>3.5299999999999998E-2</c:v>
                </c:pt>
                <c:pt idx="3325">
                  <c:v>3.5299999999999998E-2</c:v>
                </c:pt>
                <c:pt idx="3326">
                  <c:v>3.5299999999999998E-2</c:v>
                </c:pt>
                <c:pt idx="3327">
                  <c:v>3.5200000000000002E-2</c:v>
                </c:pt>
                <c:pt idx="3328">
                  <c:v>3.5200000000000002E-2</c:v>
                </c:pt>
                <c:pt idx="3329">
                  <c:v>3.5200000000000002E-2</c:v>
                </c:pt>
                <c:pt idx="3330">
                  <c:v>3.5099999999999999E-2</c:v>
                </c:pt>
                <c:pt idx="3331">
                  <c:v>3.5099999999999999E-2</c:v>
                </c:pt>
                <c:pt idx="3332">
                  <c:v>3.5099999999999999E-2</c:v>
                </c:pt>
                <c:pt idx="3333">
                  <c:v>3.5000000000000003E-2</c:v>
                </c:pt>
                <c:pt idx="3334">
                  <c:v>3.4000000000000002E-2</c:v>
                </c:pt>
                <c:pt idx="3335">
                  <c:v>3.4000000000000002E-2</c:v>
                </c:pt>
                <c:pt idx="3336">
                  <c:v>3.4000000000000002E-2</c:v>
                </c:pt>
                <c:pt idx="3337">
                  <c:v>3.4000000000000002E-2</c:v>
                </c:pt>
                <c:pt idx="3338">
                  <c:v>3.39E-2</c:v>
                </c:pt>
                <c:pt idx="3339">
                  <c:v>3.39E-2</c:v>
                </c:pt>
                <c:pt idx="3340">
                  <c:v>3.39E-2</c:v>
                </c:pt>
                <c:pt idx="3341">
                  <c:v>3.4000000000000002E-2</c:v>
                </c:pt>
                <c:pt idx="3342">
                  <c:v>3.4000000000000002E-2</c:v>
                </c:pt>
                <c:pt idx="3343">
                  <c:v>3.4000000000000002E-2</c:v>
                </c:pt>
                <c:pt idx="3344">
                  <c:v>3.4000000000000002E-2</c:v>
                </c:pt>
                <c:pt idx="3345">
                  <c:v>3.4099999999999998E-2</c:v>
                </c:pt>
                <c:pt idx="3346">
                  <c:v>3.4099999999999998E-2</c:v>
                </c:pt>
                <c:pt idx="3347">
                  <c:v>3.4300000000000004E-2</c:v>
                </c:pt>
                <c:pt idx="3348">
                  <c:v>3.4300000000000004E-2</c:v>
                </c:pt>
                <c:pt idx="3349">
                  <c:v>3.4300000000000004E-2</c:v>
                </c:pt>
                <c:pt idx="3350">
                  <c:v>3.4300000000000004E-2</c:v>
                </c:pt>
                <c:pt idx="3351">
                  <c:v>3.44E-2</c:v>
                </c:pt>
                <c:pt idx="3352">
                  <c:v>3.44E-2</c:v>
                </c:pt>
                <c:pt idx="3353">
                  <c:v>3.4300000000000004E-2</c:v>
                </c:pt>
                <c:pt idx="3354">
                  <c:v>3.4300000000000004E-2</c:v>
                </c:pt>
                <c:pt idx="3355">
                  <c:v>3.4300000000000004E-2</c:v>
                </c:pt>
                <c:pt idx="3356">
                  <c:v>3.44E-2</c:v>
                </c:pt>
                <c:pt idx="3357">
                  <c:v>3.44E-2</c:v>
                </c:pt>
                <c:pt idx="3358">
                  <c:v>3.44E-2</c:v>
                </c:pt>
                <c:pt idx="3359">
                  <c:v>3.44E-2</c:v>
                </c:pt>
                <c:pt idx="3360">
                  <c:v>3.44E-2</c:v>
                </c:pt>
                <c:pt idx="3361">
                  <c:v>3.44E-2</c:v>
                </c:pt>
                <c:pt idx="3362">
                  <c:v>3.44E-2</c:v>
                </c:pt>
                <c:pt idx="3363">
                  <c:v>3.44E-2</c:v>
                </c:pt>
                <c:pt idx="3364">
                  <c:v>3.44E-2</c:v>
                </c:pt>
                <c:pt idx="3365">
                  <c:v>3.44E-2</c:v>
                </c:pt>
                <c:pt idx="3366">
                  <c:v>3.44E-2</c:v>
                </c:pt>
                <c:pt idx="3367">
                  <c:v>3.44E-2</c:v>
                </c:pt>
                <c:pt idx="3368">
                  <c:v>3.2899999999999999E-2</c:v>
                </c:pt>
                <c:pt idx="3369">
                  <c:v>3.2899999999999999E-2</c:v>
                </c:pt>
                <c:pt idx="3370">
                  <c:v>3.2799999999999996E-2</c:v>
                </c:pt>
                <c:pt idx="3371">
                  <c:v>3.2799999999999996E-2</c:v>
                </c:pt>
                <c:pt idx="3372">
                  <c:v>3.2799999999999996E-2</c:v>
                </c:pt>
                <c:pt idx="3373">
                  <c:v>3.2799999999999996E-2</c:v>
                </c:pt>
                <c:pt idx="3374">
                  <c:v>3.2799999999999996E-2</c:v>
                </c:pt>
                <c:pt idx="3375">
                  <c:v>3.2799999999999996E-2</c:v>
                </c:pt>
                <c:pt idx="3376">
                  <c:v>3.3000000000000002E-2</c:v>
                </c:pt>
                <c:pt idx="3377">
                  <c:v>3.3300000000000003E-2</c:v>
                </c:pt>
                <c:pt idx="3378">
                  <c:v>3.3099999999999997E-2</c:v>
                </c:pt>
                <c:pt idx="3379">
                  <c:v>3.32E-2</c:v>
                </c:pt>
                <c:pt idx="3380">
                  <c:v>3.3799999999999997E-2</c:v>
                </c:pt>
                <c:pt idx="3381">
                  <c:v>3.3799999999999997E-2</c:v>
                </c:pt>
                <c:pt idx="3382">
                  <c:v>3.3799999999999997E-2</c:v>
                </c:pt>
                <c:pt idx="3383">
                  <c:v>3.39E-2</c:v>
                </c:pt>
                <c:pt idx="3384">
                  <c:v>3.39E-2</c:v>
                </c:pt>
                <c:pt idx="3385">
                  <c:v>3.39E-2</c:v>
                </c:pt>
                <c:pt idx="3386">
                  <c:v>3.4000000000000002E-2</c:v>
                </c:pt>
                <c:pt idx="3387">
                  <c:v>3.4000000000000002E-2</c:v>
                </c:pt>
                <c:pt idx="3388">
                  <c:v>3.4000000000000002E-2</c:v>
                </c:pt>
                <c:pt idx="3389">
                  <c:v>3.44E-2</c:v>
                </c:pt>
                <c:pt idx="3390">
                  <c:v>3.44E-2</c:v>
                </c:pt>
                <c:pt idx="3391">
                  <c:v>3.39E-2</c:v>
                </c:pt>
                <c:pt idx="3392">
                  <c:v>3.39E-2</c:v>
                </c:pt>
                <c:pt idx="3393">
                  <c:v>3.2599999999999997E-2</c:v>
                </c:pt>
                <c:pt idx="3394">
                  <c:v>3.15E-2</c:v>
                </c:pt>
                <c:pt idx="3395">
                  <c:v>3.1E-2</c:v>
                </c:pt>
                <c:pt idx="3396">
                  <c:v>3.0499999999999999E-2</c:v>
                </c:pt>
                <c:pt idx="3397">
                  <c:v>3.04E-2</c:v>
                </c:pt>
                <c:pt idx="3398">
                  <c:v>0.03</c:v>
                </c:pt>
                <c:pt idx="3399">
                  <c:v>0.03</c:v>
                </c:pt>
                <c:pt idx="3400">
                  <c:v>0.03</c:v>
                </c:pt>
                <c:pt idx="3401">
                  <c:v>0.03</c:v>
                </c:pt>
                <c:pt idx="3402">
                  <c:v>2.9900000000000003E-2</c:v>
                </c:pt>
                <c:pt idx="3403">
                  <c:v>2.9900000000000003E-2</c:v>
                </c:pt>
                <c:pt idx="3404">
                  <c:v>2.9900000000000003E-2</c:v>
                </c:pt>
                <c:pt idx="3405">
                  <c:v>2.9900000000000003E-2</c:v>
                </c:pt>
                <c:pt idx="3406">
                  <c:v>2.98E-2</c:v>
                </c:pt>
                <c:pt idx="3407">
                  <c:v>3.0299999999999997E-2</c:v>
                </c:pt>
                <c:pt idx="3408">
                  <c:v>3.0299999999999997E-2</c:v>
                </c:pt>
                <c:pt idx="3409">
                  <c:v>3.0299999999999997E-2</c:v>
                </c:pt>
                <c:pt idx="3410">
                  <c:v>3.0299999999999997E-2</c:v>
                </c:pt>
                <c:pt idx="3411">
                  <c:v>3.0299999999999997E-2</c:v>
                </c:pt>
                <c:pt idx="3412">
                  <c:v>3.0299999999999997E-2</c:v>
                </c:pt>
                <c:pt idx="3413">
                  <c:v>3.0299999999999997E-2</c:v>
                </c:pt>
                <c:pt idx="3414">
                  <c:v>3.0299999999999997E-2</c:v>
                </c:pt>
                <c:pt idx="3415">
                  <c:v>3.0200000000000001E-2</c:v>
                </c:pt>
                <c:pt idx="3416">
                  <c:v>0.03</c:v>
                </c:pt>
                <c:pt idx="3417">
                  <c:v>3.0099999999999998E-2</c:v>
                </c:pt>
                <c:pt idx="3418">
                  <c:v>2.9900000000000003E-2</c:v>
                </c:pt>
                <c:pt idx="3419">
                  <c:v>2.9900000000000003E-2</c:v>
                </c:pt>
                <c:pt idx="3420">
                  <c:v>2.9900000000000003E-2</c:v>
                </c:pt>
                <c:pt idx="3421">
                  <c:v>2.9900000000000003E-2</c:v>
                </c:pt>
                <c:pt idx="3422">
                  <c:v>2.98E-2</c:v>
                </c:pt>
                <c:pt idx="3423">
                  <c:v>2.98E-2</c:v>
                </c:pt>
                <c:pt idx="3424">
                  <c:v>2.98E-2</c:v>
                </c:pt>
                <c:pt idx="3425">
                  <c:v>2.9700000000000001E-2</c:v>
                </c:pt>
                <c:pt idx="3426">
                  <c:v>2.9600000000000001E-2</c:v>
                </c:pt>
                <c:pt idx="3427">
                  <c:v>2.9500000000000002E-2</c:v>
                </c:pt>
                <c:pt idx="3428">
                  <c:v>2.9399999999999999E-2</c:v>
                </c:pt>
                <c:pt idx="3429">
                  <c:v>2.8799999999999999E-2</c:v>
                </c:pt>
                <c:pt idx="3430">
                  <c:v>2.8799999999999999E-2</c:v>
                </c:pt>
                <c:pt idx="3431">
                  <c:v>2.8500000000000001E-2</c:v>
                </c:pt>
                <c:pt idx="3432">
                  <c:v>2.8399999999999998E-2</c:v>
                </c:pt>
                <c:pt idx="3433">
                  <c:v>2.8500000000000001E-2</c:v>
                </c:pt>
                <c:pt idx="3434">
                  <c:v>2.8900000000000002E-2</c:v>
                </c:pt>
                <c:pt idx="3435">
                  <c:v>2.8900000000000002E-2</c:v>
                </c:pt>
                <c:pt idx="3436">
                  <c:v>2.8500000000000001E-2</c:v>
                </c:pt>
                <c:pt idx="3437">
                  <c:v>2.8399999999999998E-2</c:v>
                </c:pt>
                <c:pt idx="3438">
                  <c:v>2.8399999999999998E-2</c:v>
                </c:pt>
                <c:pt idx="3439">
                  <c:v>2.8399999999999998E-2</c:v>
                </c:pt>
                <c:pt idx="3440">
                  <c:v>2.8399999999999998E-2</c:v>
                </c:pt>
                <c:pt idx="3441">
                  <c:v>2.8399999999999998E-2</c:v>
                </c:pt>
                <c:pt idx="3442">
                  <c:v>2.8399999999999998E-2</c:v>
                </c:pt>
                <c:pt idx="3443">
                  <c:v>2.8399999999999998E-2</c:v>
                </c:pt>
                <c:pt idx="3444">
                  <c:v>2.8399999999999998E-2</c:v>
                </c:pt>
                <c:pt idx="3445">
                  <c:v>2.8399999999999998E-2</c:v>
                </c:pt>
                <c:pt idx="3446">
                  <c:v>2.8399999999999998E-2</c:v>
                </c:pt>
                <c:pt idx="3447">
                  <c:v>2.8399999999999998E-2</c:v>
                </c:pt>
                <c:pt idx="3448">
                  <c:v>2.8399999999999998E-2</c:v>
                </c:pt>
                <c:pt idx="3449">
                  <c:v>2.8399999999999998E-2</c:v>
                </c:pt>
                <c:pt idx="3450">
                  <c:v>2.8399999999999998E-2</c:v>
                </c:pt>
                <c:pt idx="3451">
                  <c:v>2.8500000000000001E-2</c:v>
                </c:pt>
                <c:pt idx="3452">
                  <c:v>2.8500000000000001E-2</c:v>
                </c:pt>
                <c:pt idx="3453">
                  <c:v>2.8500000000000001E-2</c:v>
                </c:pt>
                <c:pt idx="3454">
                  <c:v>2.8399999999999998E-2</c:v>
                </c:pt>
                <c:pt idx="3455">
                  <c:v>2.8399999999999998E-2</c:v>
                </c:pt>
                <c:pt idx="3456">
                  <c:v>2.8399999999999998E-2</c:v>
                </c:pt>
                <c:pt idx="3457">
                  <c:v>2.8199999999999999E-2</c:v>
                </c:pt>
                <c:pt idx="3458">
                  <c:v>2.81E-2</c:v>
                </c:pt>
                <c:pt idx="3459">
                  <c:v>2.7799999999999998E-2</c:v>
                </c:pt>
                <c:pt idx="3460">
                  <c:v>2.76E-2</c:v>
                </c:pt>
                <c:pt idx="3461">
                  <c:v>2.7400000000000001E-2</c:v>
                </c:pt>
                <c:pt idx="3462">
                  <c:v>2.7400000000000001E-2</c:v>
                </c:pt>
                <c:pt idx="3463">
                  <c:v>2.7200000000000002E-2</c:v>
                </c:pt>
                <c:pt idx="3464">
                  <c:v>2.7200000000000002E-2</c:v>
                </c:pt>
                <c:pt idx="3465">
                  <c:v>2.7200000000000002E-2</c:v>
                </c:pt>
                <c:pt idx="3466">
                  <c:v>2.7200000000000002E-2</c:v>
                </c:pt>
                <c:pt idx="3467">
                  <c:v>2.7200000000000002E-2</c:v>
                </c:pt>
                <c:pt idx="3468">
                  <c:v>2.7099999999999999E-2</c:v>
                </c:pt>
                <c:pt idx="3469">
                  <c:v>2.7099999999999999E-2</c:v>
                </c:pt>
                <c:pt idx="3470">
                  <c:v>2.7099999999999999E-2</c:v>
                </c:pt>
                <c:pt idx="3471">
                  <c:v>2.7099999999999999E-2</c:v>
                </c:pt>
                <c:pt idx="3472">
                  <c:v>2.7400000000000001E-2</c:v>
                </c:pt>
                <c:pt idx="3473">
                  <c:v>2.7300000000000001E-2</c:v>
                </c:pt>
                <c:pt idx="3474">
                  <c:v>2.7200000000000002E-2</c:v>
                </c:pt>
                <c:pt idx="3475">
                  <c:v>2.7099999999999999E-2</c:v>
                </c:pt>
                <c:pt idx="3476">
                  <c:v>2.7099999999999999E-2</c:v>
                </c:pt>
                <c:pt idx="3477">
                  <c:v>2.7099999999999999E-2</c:v>
                </c:pt>
                <c:pt idx="3478">
                  <c:v>2.7099999999999999E-2</c:v>
                </c:pt>
                <c:pt idx="3479">
                  <c:v>2.7099999999999999E-2</c:v>
                </c:pt>
                <c:pt idx="3480">
                  <c:v>2.7099999999999999E-2</c:v>
                </c:pt>
                <c:pt idx="3481">
                  <c:v>2.7099999999999999E-2</c:v>
                </c:pt>
                <c:pt idx="3482">
                  <c:v>2.7099999999999999E-2</c:v>
                </c:pt>
                <c:pt idx="3483">
                  <c:v>2.7000000000000003E-2</c:v>
                </c:pt>
                <c:pt idx="3484">
                  <c:v>2.6800000000000001E-2</c:v>
                </c:pt>
                <c:pt idx="3485">
                  <c:v>2.6600000000000002E-2</c:v>
                </c:pt>
                <c:pt idx="3486">
                  <c:v>2.6800000000000001E-2</c:v>
                </c:pt>
                <c:pt idx="3487">
                  <c:v>2.6699999999999998E-2</c:v>
                </c:pt>
                <c:pt idx="3488">
                  <c:v>2.69E-2</c:v>
                </c:pt>
                <c:pt idx="3489">
                  <c:v>2.7000000000000003E-2</c:v>
                </c:pt>
                <c:pt idx="3490">
                  <c:v>2.7099999999999999E-2</c:v>
                </c:pt>
                <c:pt idx="3491">
                  <c:v>2.6800000000000001E-2</c:v>
                </c:pt>
                <c:pt idx="3492">
                  <c:v>2.6699999999999998E-2</c:v>
                </c:pt>
                <c:pt idx="3493">
                  <c:v>2.6699999999999998E-2</c:v>
                </c:pt>
                <c:pt idx="3494">
                  <c:v>2.6699999999999998E-2</c:v>
                </c:pt>
                <c:pt idx="3495">
                  <c:v>2.6699999999999998E-2</c:v>
                </c:pt>
                <c:pt idx="3496">
                  <c:v>2.6600000000000002E-2</c:v>
                </c:pt>
                <c:pt idx="3497">
                  <c:v>2.63E-2</c:v>
                </c:pt>
                <c:pt idx="3498">
                  <c:v>2.6000000000000002E-2</c:v>
                </c:pt>
                <c:pt idx="3499">
                  <c:v>2.5899999999999999E-2</c:v>
                </c:pt>
                <c:pt idx="3500">
                  <c:v>2.5899999999999999E-2</c:v>
                </c:pt>
                <c:pt idx="3501">
                  <c:v>2.5899999999999999E-2</c:v>
                </c:pt>
                <c:pt idx="3502">
                  <c:v>2.58E-2</c:v>
                </c:pt>
                <c:pt idx="3503">
                  <c:v>2.58E-2</c:v>
                </c:pt>
                <c:pt idx="3504">
                  <c:v>2.58E-2</c:v>
                </c:pt>
                <c:pt idx="3505">
                  <c:v>2.5699999999999997E-2</c:v>
                </c:pt>
                <c:pt idx="3506">
                  <c:v>2.5600000000000001E-2</c:v>
                </c:pt>
                <c:pt idx="3507">
                  <c:v>2.5699999999999997E-2</c:v>
                </c:pt>
                <c:pt idx="3508">
                  <c:v>2.5600000000000001E-2</c:v>
                </c:pt>
                <c:pt idx="3509">
                  <c:v>2.5600000000000001E-2</c:v>
                </c:pt>
                <c:pt idx="3510">
                  <c:v>2.5600000000000001E-2</c:v>
                </c:pt>
                <c:pt idx="3511">
                  <c:v>2.5600000000000001E-2</c:v>
                </c:pt>
                <c:pt idx="3512">
                  <c:v>2.5600000000000001E-2</c:v>
                </c:pt>
                <c:pt idx="3513">
                  <c:v>2.5600000000000001E-2</c:v>
                </c:pt>
                <c:pt idx="3514">
                  <c:v>2.5600000000000001E-2</c:v>
                </c:pt>
                <c:pt idx="3515">
                  <c:v>2.5699999999999997E-2</c:v>
                </c:pt>
                <c:pt idx="3516">
                  <c:v>2.5699999999999997E-2</c:v>
                </c:pt>
                <c:pt idx="3517">
                  <c:v>2.5699999999999997E-2</c:v>
                </c:pt>
                <c:pt idx="3518">
                  <c:v>2.5699999999999997E-2</c:v>
                </c:pt>
                <c:pt idx="3519">
                  <c:v>2.5699999999999997E-2</c:v>
                </c:pt>
                <c:pt idx="3520">
                  <c:v>2.5600000000000001E-2</c:v>
                </c:pt>
                <c:pt idx="3521">
                  <c:v>2.5399999999999999E-2</c:v>
                </c:pt>
                <c:pt idx="3522">
                  <c:v>2.5099999999999997E-2</c:v>
                </c:pt>
                <c:pt idx="3523">
                  <c:v>2.5099999999999997E-2</c:v>
                </c:pt>
                <c:pt idx="3524">
                  <c:v>2.5099999999999997E-2</c:v>
                </c:pt>
                <c:pt idx="3525">
                  <c:v>2.5099999999999997E-2</c:v>
                </c:pt>
                <c:pt idx="3526">
                  <c:v>2.5000000000000001E-2</c:v>
                </c:pt>
                <c:pt idx="3527">
                  <c:v>2.5099999999999997E-2</c:v>
                </c:pt>
                <c:pt idx="3528">
                  <c:v>2.52E-2</c:v>
                </c:pt>
                <c:pt idx="3529">
                  <c:v>2.52E-2</c:v>
                </c:pt>
                <c:pt idx="3530">
                  <c:v>2.5099999999999997E-2</c:v>
                </c:pt>
                <c:pt idx="3531">
                  <c:v>2.5099999999999997E-2</c:v>
                </c:pt>
                <c:pt idx="3532">
                  <c:v>2.5099999999999997E-2</c:v>
                </c:pt>
                <c:pt idx="3533">
                  <c:v>2.5099999999999997E-2</c:v>
                </c:pt>
                <c:pt idx="3534">
                  <c:v>2.52E-2</c:v>
                </c:pt>
                <c:pt idx="3535">
                  <c:v>2.5099999999999997E-2</c:v>
                </c:pt>
                <c:pt idx="3536">
                  <c:v>2.52E-2</c:v>
                </c:pt>
                <c:pt idx="3537">
                  <c:v>2.5099999999999997E-2</c:v>
                </c:pt>
                <c:pt idx="3538">
                  <c:v>2.5099999999999997E-2</c:v>
                </c:pt>
                <c:pt idx="3539">
                  <c:v>2.5099999999999997E-2</c:v>
                </c:pt>
                <c:pt idx="3540">
                  <c:v>2.5099999999999997E-2</c:v>
                </c:pt>
                <c:pt idx="3541">
                  <c:v>2.5099999999999997E-2</c:v>
                </c:pt>
                <c:pt idx="3542">
                  <c:v>2.5099999999999997E-2</c:v>
                </c:pt>
                <c:pt idx="3543">
                  <c:v>2.5099999999999997E-2</c:v>
                </c:pt>
                <c:pt idx="3544">
                  <c:v>2.5099999999999997E-2</c:v>
                </c:pt>
                <c:pt idx="3545">
                  <c:v>2.5000000000000001E-2</c:v>
                </c:pt>
                <c:pt idx="3546">
                  <c:v>2.5000000000000001E-2</c:v>
                </c:pt>
                <c:pt idx="3547">
                  <c:v>2.5000000000000001E-2</c:v>
                </c:pt>
                <c:pt idx="3548">
                  <c:v>2.5000000000000001E-2</c:v>
                </c:pt>
                <c:pt idx="3549">
                  <c:v>2.5000000000000001E-2</c:v>
                </c:pt>
                <c:pt idx="3550">
                  <c:v>2.5000000000000001E-2</c:v>
                </c:pt>
                <c:pt idx="3551">
                  <c:v>2.5000000000000001E-2</c:v>
                </c:pt>
                <c:pt idx="3552">
                  <c:v>2.5099999999999997E-2</c:v>
                </c:pt>
                <c:pt idx="3553">
                  <c:v>2.5000000000000001E-2</c:v>
                </c:pt>
                <c:pt idx="3554">
                  <c:v>2.5000000000000001E-2</c:v>
                </c:pt>
                <c:pt idx="3555">
                  <c:v>2.5099999999999997E-2</c:v>
                </c:pt>
                <c:pt idx="3556">
                  <c:v>2.52E-2</c:v>
                </c:pt>
                <c:pt idx="3557">
                  <c:v>2.52E-2</c:v>
                </c:pt>
                <c:pt idx="3558">
                  <c:v>2.52E-2</c:v>
                </c:pt>
                <c:pt idx="3559">
                  <c:v>2.53E-2</c:v>
                </c:pt>
                <c:pt idx="3560">
                  <c:v>2.53E-2</c:v>
                </c:pt>
                <c:pt idx="3561">
                  <c:v>2.53E-2</c:v>
                </c:pt>
                <c:pt idx="3562">
                  <c:v>2.53E-2</c:v>
                </c:pt>
                <c:pt idx="3563">
                  <c:v>2.53E-2</c:v>
                </c:pt>
                <c:pt idx="3564">
                  <c:v>2.53E-2</c:v>
                </c:pt>
                <c:pt idx="3565">
                  <c:v>2.53E-2</c:v>
                </c:pt>
                <c:pt idx="3566">
                  <c:v>2.53E-2</c:v>
                </c:pt>
                <c:pt idx="3567">
                  <c:v>2.53E-2</c:v>
                </c:pt>
                <c:pt idx="3568">
                  <c:v>2.5600000000000001E-2</c:v>
                </c:pt>
                <c:pt idx="3569">
                  <c:v>2.5699999999999997E-2</c:v>
                </c:pt>
                <c:pt idx="3570">
                  <c:v>2.5600000000000001E-2</c:v>
                </c:pt>
                <c:pt idx="3571">
                  <c:v>2.5399999999999999E-2</c:v>
                </c:pt>
                <c:pt idx="3572">
                  <c:v>2.5499999999999998E-2</c:v>
                </c:pt>
                <c:pt idx="3573">
                  <c:v>2.5399999999999999E-2</c:v>
                </c:pt>
                <c:pt idx="3574">
                  <c:v>2.5399999999999999E-2</c:v>
                </c:pt>
                <c:pt idx="3575">
                  <c:v>2.5399999999999999E-2</c:v>
                </c:pt>
                <c:pt idx="3576">
                  <c:v>2.5600000000000001E-2</c:v>
                </c:pt>
                <c:pt idx="3577">
                  <c:v>2.5699999999999997E-2</c:v>
                </c:pt>
                <c:pt idx="3578">
                  <c:v>2.5600000000000001E-2</c:v>
                </c:pt>
                <c:pt idx="3579">
                  <c:v>2.5699999999999997E-2</c:v>
                </c:pt>
                <c:pt idx="3580">
                  <c:v>2.5600000000000001E-2</c:v>
                </c:pt>
                <c:pt idx="3581">
                  <c:v>2.58E-2</c:v>
                </c:pt>
                <c:pt idx="3582">
                  <c:v>2.58E-2</c:v>
                </c:pt>
                <c:pt idx="3583">
                  <c:v>2.5899999999999999E-2</c:v>
                </c:pt>
                <c:pt idx="3584">
                  <c:v>2.58E-2</c:v>
                </c:pt>
                <c:pt idx="3585">
                  <c:v>2.5699999999999997E-2</c:v>
                </c:pt>
                <c:pt idx="3586">
                  <c:v>2.5699999999999997E-2</c:v>
                </c:pt>
                <c:pt idx="3587">
                  <c:v>2.5600000000000001E-2</c:v>
                </c:pt>
                <c:pt idx="3588">
                  <c:v>2.5499999999999998E-2</c:v>
                </c:pt>
                <c:pt idx="3589">
                  <c:v>2.5499999999999998E-2</c:v>
                </c:pt>
                <c:pt idx="3590">
                  <c:v>2.5499999999999998E-2</c:v>
                </c:pt>
                <c:pt idx="3591">
                  <c:v>2.5499999999999998E-2</c:v>
                </c:pt>
                <c:pt idx="3592">
                  <c:v>2.5499999999999998E-2</c:v>
                </c:pt>
                <c:pt idx="3593">
                  <c:v>2.5499999999999998E-2</c:v>
                </c:pt>
                <c:pt idx="3594">
                  <c:v>2.5499999999999998E-2</c:v>
                </c:pt>
                <c:pt idx="3595">
                  <c:v>2.5399999999999999E-2</c:v>
                </c:pt>
                <c:pt idx="3596">
                  <c:v>2.5399999999999999E-2</c:v>
                </c:pt>
                <c:pt idx="3597">
                  <c:v>2.5399999999999999E-2</c:v>
                </c:pt>
                <c:pt idx="3598">
                  <c:v>2.5399999999999999E-2</c:v>
                </c:pt>
                <c:pt idx="3599">
                  <c:v>2.5399999999999999E-2</c:v>
                </c:pt>
                <c:pt idx="3600">
                  <c:v>2.5399999999999999E-2</c:v>
                </c:pt>
                <c:pt idx="3601">
                  <c:v>2.5399999999999999E-2</c:v>
                </c:pt>
                <c:pt idx="3602">
                  <c:v>2.5399999999999999E-2</c:v>
                </c:pt>
                <c:pt idx="3603">
                  <c:v>2.5399999999999999E-2</c:v>
                </c:pt>
                <c:pt idx="3604">
                  <c:v>2.5399999999999999E-2</c:v>
                </c:pt>
                <c:pt idx="3605">
                  <c:v>2.5399999999999999E-2</c:v>
                </c:pt>
                <c:pt idx="3606">
                  <c:v>2.5499999999999998E-2</c:v>
                </c:pt>
                <c:pt idx="3607">
                  <c:v>2.5499999999999998E-2</c:v>
                </c:pt>
                <c:pt idx="3608">
                  <c:v>2.5600000000000001E-2</c:v>
                </c:pt>
                <c:pt idx="3609">
                  <c:v>2.5499999999999998E-2</c:v>
                </c:pt>
                <c:pt idx="3610">
                  <c:v>2.5600000000000001E-2</c:v>
                </c:pt>
                <c:pt idx="3611">
                  <c:v>2.5699999999999997E-2</c:v>
                </c:pt>
                <c:pt idx="3612">
                  <c:v>2.5699999999999997E-2</c:v>
                </c:pt>
                <c:pt idx="3613">
                  <c:v>2.58E-2</c:v>
                </c:pt>
                <c:pt idx="3614">
                  <c:v>2.6000000000000002E-2</c:v>
                </c:pt>
                <c:pt idx="3615">
                  <c:v>2.6000000000000002E-2</c:v>
                </c:pt>
                <c:pt idx="3616">
                  <c:v>2.6000000000000002E-2</c:v>
                </c:pt>
                <c:pt idx="3617">
                  <c:v>2.6099999999999998E-2</c:v>
                </c:pt>
                <c:pt idx="3618">
                  <c:v>2.7000000000000003E-2</c:v>
                </c:pt>
                <c:pt idx="3619">
                  <c:v>2.7200000000000002E-2</c:v>
                </c:pt>
                <c:pt idx="3620">
                  <c:v>2.7400000000000001E-2</c:v>
                </c:pt>
                <c:pt idx="3621">
                  <c:v>2.7400000000000001E-2</c:v>
                </c:pt>
                <c:pt idx="3622">
                  <c:v>2.75E-2</c:v>
                </c:pt>
                <c:pt idx="3623">
                  <c:v>2.76E-2</c:v>
                </c:pt>
                <c:pt idx="3624">
                  <c:v>2.76E-2</c:v>
                </c:pt>
                <c:pt idx="3625">
                  <c:v>2.76E-2</c:v>
                </c:pt>
                <c:pt idx="3626">
                  <c:v>2.76E-2</c:v>
                </c:pt>
                <c:pt idx="3627">
                  <c:v>2.76E-2</c:v>
                </c:pt>
                <c:pt idx="3628">
                  <c:v>2.7999999999999997E-2</c:v>
                </c:pt>
                <c:pt idx="3629">
                  <c:v>2.7999999999999997E-2</c:v>
                </c:pt>
                <c:pt idx="3630">
                  <c:v>2.7999999999999997E-2</c:v>
                </c:pt>
                <c:pt idx="3631">
                  <c:v>2.7999999999999997E-2</c:v>
                </c:pt>
                <c:pt idx="3632">
                  <c:v>2.81E-2</c:v>
                </c:pt>
                <c:pt idx="3633">
                  <c:v>2.81E-2</c:v>
                </c:pt>
                <c:pt idx="3634">
                  <c:v>2.8300000000000002E-2</c:v>
                </c:pt>
                <c:pt idx="3635">
                  <c:v>2.8300000000000002E-2</c:v>
                </c:pt>
                <c:pt idx="3636">
                  <c:v>2.8300000000000002E-2</c:v>
                </c:pt>
                <c:pt idx="3637">
                  <c:v>2.8300000000000002E-2</c:v>
                </c:pt>
                <c:pt idx="3638">
                  <c:v>2.8300000000000002E-2</c:v>
                </c:pt>
                <c:pt idx="3639">
                  <c:v>2.8300000000000002E-2</c:v>
                </c:pt>
                <c:pt idx="3640">
                  <c:v>2.8300000000000002E-2</c:v>
                </c:pt>
                <c:pt idx="3641">
                  <c:v>2.8399999999999998E-2</c:v>
                </c:pt>
                <c:pt idx="3642">
                  <c:v>2.8399999999999998E-2</c:v>
                </c:pt>
                <c:pt idx="3643">
                  <c:v>2.8399999999999998E-2</c:v>
                </c:pt>
                <c:pt idx="3644">
                  <c:v>2.8500000000000001E-2</c:v>
                </c:pt>
                <c:pt idx="3645">
                  <c:v>2.8500000000000001E-2</c:v>
                </c:pt>
                <c:pt idx="3646">
                  <c:v>2.8500000000000001E-2</c:v>
                </c:pt>
                <c:pt idx="3647">
                  <c:v>2.86E-2</c:v>
                </c:pt>
                <c:pt idx="3648">
                  <c:v>2.86E-2</c:v>
                </c:pt>
                <c:pt idx="3649">
                  <c:v>2.87E-2</c:v>
                </c:pt>
                <c:pt idx="3650">
                  <c:v>2.87E-2</c:v>
                </c:pt>
                <c:pt idx="3651">
                  <c:v>2.87E-2</c:v>
                </c:pt>
                <c:pt idx="3652">
                  <c:v>2.81E-2</c:v>
                </c:pt>
                <c:pt idx="3653">
                  <c:v>2.81E-2</c:v>
                </c:pt>
                <c:pt idx="3654">
                  <c:v>2.7699999999999999E-2</c:v>
                </c:pt>
                <c:pt idx="3655">
                  <c:v>2.76E-2</c:v>
                </c:pt>
                <c:pt idx="3656">
                  <c:v>2.75E-2</c:v>
                </c:pt>
                <c:pt idx="3657">
                  <c:v>2.7200000000000002E-2</c:v>
                </c:pt>
                <c:pt idx="3658">
                  <c:v>2.7000000000000003E-2</c:v>
                </c:pt>
                <c:pt idx="3659">
                  <c:v>2.7000000000000003E-2</c:v>
                </c:pt>
                <c:pt idx="3660">
                  <c:v>2.69E-2</c:v>
                </c:pt>
                <c:pt idx="3661">
                  <c:v>2.69E-2</c:v>
                </c:pt>
                <c:pt idx="3662">
                  <c:v>2.69E-2</c:v>
                </c:pt>
                <c:pt idx="3663">
                  <c:v>2.6800000000000001E-2</c:v>
                </c:pt>
                <c:pt idx="3664">
                  <c:v>2.6800000000000001E-2</c:v>
                </c:pt>
                <c:pt idx="3665">
                  <c:v>2.6800000000000001E-2</c:v>
                </c:pt>
                <c:pt idx="3666">
                  <c:v>2.6800000000000001E-2</c:v>
                </c:pt>
                <c:pt idx="3667">
                  <c:v>2.6800000000000001E-2</c:v>
                </c:pt>
                <c:pt idx="3668">
                  <c:v>2.6800000000000001E-2</c:v>
                </c:pt>
                <c:pt idx="3669">
                  <c:v>2.69E-2</c:v>
                </c:pt>
                <c:pt idx="3670">
                  <c:v>2.7000000000000003E-2</c:v>
                </c:pt>
                <c:pt idx="3671">
                  <c:v>2.7099999999999999E-2</c:v>
                </c:pt>
                <c:pt idx="3672">
                  <c:v>2.7000000000000003E-2</c:v>
                </c:pt>
                <c:pt idx="3673">
                  <c:v>2.7200000000000002E-2</c:v>
                </c:pt>
                <c:pt idx="3674">
                  <c:v>2.7300000000000001E-2</c:v>
                </c:pt>
                <c:pt idx="3675">
                  <c:v>2.7400000000000001E-2</c:v>
                </c:pt>
                <c:pt idx="3676">
                  <c:v>2.7400000000000001E-2</c:v>
                </c:pt>
                <c:pt idx="3677">
                  <c:v>2.75E-2</c:v>
                </c:pt>
                <c:pt idx="3678">
                  <c:v>2.75E-2</c:v>
                </c:pt>
                <c:pt idx="3679">
                  <c:v>2.7799999999999998E-2</c:v>
                </c:pt>
                <c:pt idx="3680">
                  <c:v>2.7799999999999998E-2</c:v>
                </c:pt>
                <c:pt idx="3681">
                  <c:v>2.7799999999999998E-2</c:v>
                </c:pt>
                <c:pt idx="3682">
                  <c:v>2.7799999999999998E-2</c:v>
                </c:pt>
                <c:pt idx="3683">
                  <c:v>2.7799999999999998E-2</c:v>
                </c:pt>
                <c:pt idx="3684">
                  <c:v>2.7799999999999998E-2</c:v>
                </c:pt>
                <c:pt idx="3685">
                  <c:v>2.7799999999999998E-2</c:v>
                </c:pt>
                <c:pt idx="3686">
                  <c:v>2.7799999999999998E-2</c:v>
                </c:pt>
                <c:pt idx="3687">
                  <c:v>2.7799999999999998E-2</c:v>
                </c:pt>
                <c:pt idx="3688">
                  <c:v>2.7799999999999998E-2</c:v>
                </c:pt>
                <c:pt idx="3689">
                  <c:v>2.7900000000000001E-2</c:v>
                </c:pt>
                <c:pt idx="3690">
                  <c:v>2.7999999999999997E-2</c:v>
                </c:pt>
                <c:pt idx="3691">
                  <c:v>2.7999999999999997E-2</c:v>
                </c:pt>
                <c:pt idx="3692">
                  <c:v>2.7999999999999997E-2</c:v>
                </c:pt>
                <c:pt idx="3693">
                  <c:v>2.81E-2</c:v>
                </c:pt>
                <c:pt idx="3694">
                  <c:v>2.81E-2</c:v>
                </c:pt>
                <c:pt idx="3695">
                  <c:v>2.81E-2</c:v>
                </c:pt>
                <c:pt idx="3696">
                  <c:v>2.81E-2</c:v>
                </c:pt>
                <c:pt idx="3697">
                  <c:v>2.81E-2</c:v>
                </c:pt>
                <c:pt idx="3698">
                  <c:v>2.81E-2</c:v>
                </c:pt>
                <c:pt idx="3699">
                  <c:v>2.81E-2</c:v>
                </c:pt>
                <c:pt idx="3700">
                  <c:v>2.8399999999999998E-2</c:v>
                </c:pt>
                <c:pt idx="3701">
                  <c:v>2.8300000000000002E-2</c:v>
                </c:pt>
                <c:pt idx="3702">
                  <c:v>2.8300000000000002E-2</c:v>
                </c:pt>
                <c:pt idx="3703">
                  <c:v>2.8300000000000002E-2</c:v>
                </c:pt>
                <c:pt idx="3704">
                  <c:v>2.8300000000000002E-2</c:v>
                </c:pt>
                <c:pt idx="3705">
                  <c:v>2.8199999999999999E-2</c:v>
                </c:pt>
                <c:pt idx="3706">
                  <c:v>2.8300000000000002E-2</c:v>
                </c:pt>
                <c:pt idx="3707">
                  <c:v>2.8300000000000002E-2</c:v>
                </c:pt>
                <c:pt idx="3708">
                  <c:v>2.8300000000000002E-2</c:v>
                </c:pt>
                <c:pt idx="3709">
                  <c:v>2.81E-2</c:v>
                </c:pt>
                <c:pt idx="3710">
                  <c:v>2.81E-2</c:v>
                </c:pt>
                <c:pt idx="3711">
                  <c:v>2.81E-2</c:v>
                </c:pt>
                <c:pt idx="3712">
                  <c:v>2.8199999999999999E-2</c:v>
                </c:pt>
                <c:pt idx="3713">
                  <c:v>2.8199999999999999E-2</c:v>
                </c:pt>
                <c:pt idx="3714">
                  <c:v>2.8199999999999999E-2</c:v>
                </c:pt>
                <c:pt idx="3715">
                  <c:v>2.8199999999999999E-2</c:v>
                </c:pt>
                <c:pt idx="3716">
                  <c:v>2.8199999999999999E-2</c:v>
                </c:pt>
                <c:pt idx="3717">
                  <c:v>2.8199999999999999E-2</c:v>
                </c:pt>
                <c:pt idx="3718">
                  <c:v>2.8199999999999999E-2</c:v>
                </c:pt>
                <c:pt idx="3719">
                  <c:v>2.8199999999999999E-2</c:v>
                </c:pt>
                <c:pt idx="3720">
                  <c:v>2.8199999999999999E-2</c:v>
                </c:pt>
                <c:pt idx="3721">
                  <c:v>2.8199999999999999E-2</c:v>
                </c:pt>
                <c:pt idx="3722">
                  <c:v>2.81E-2</c:v>
                </c:pt>
                <c:pt idx="3723">
                  <c:v>2.8199999999999999E-2</c:v>
                </c:pt>
                <c:pt idx="3724">
                  <c:v>2.8199999999999999E-2</c:v>
                </c:pt>
                <c:pt idx="3725">
                  <c:v>2.8199999999999999E-2</c:v>
                </c:pt>
                <c:pt idx="3726">
                  <c:v>2.8199999999999999E-2</c:v>
                </c:pt>
                <c:pt idx="3727">
                  <c:v>2.81E-2</c:v>
                </c:pt>
                <c:pt idx="3728">
                  <c:v>2.8199999999999999E-2</c:v>
                </c:pt>
                <c:pt idx="3729">
                  <c:v>2.8199999999999999E-2</c:v>
                </c:pt>
                <c:pt idx="3730">
                  <c:v>2.81E-2</c:v>
                </c:pt>
                <c:pt idx="3731">
                  <c:v>2.8199999999999999E-2</c:v>
                </c:pt>
                <c:pt idx="3732">
                  <c:v>2.8300000000000002E-2</c:v>
                </c:pt>
                <c:pt idx="3733">
                  <c:v>2.8300000000000002E-2</c:v>
                </c:pt>
                <c:pt idx="3734">
                  <c:v>2.8199999999999999E-2</c:v>
                </c:pt>
                <c:pt idx="3735">
                  <c:v>2.8199999999999999E-2</c:v>
                </c:pt>
                <c:pt idx="3736">
                  <c:v>2.8199999999999999E-2</c:v>
                </c:pt>
                <c:pt idx="3737">
                  <c:v>2.8199999999999999E-2</c:v>
                </c:pt>
                <c:pt idx="3738">
                  <c:v>2.81E-2</c:v>
                </c:pt>
                <c:pt idx="3739">
                  <c:v>2.81E-2</c:v>
                </c:pt>
                <c:pt idx="3740">
                  <c:v>2.81E-2</c:v>
                </c:pt>
                <c:pt idx="3741">
                  <c:v>2.81E-2</c:v>
                </c:pt>
                <c:pt idx="3742">
                  <c:v>2.8199999999999999E-2</c:v>
                </c:pt>
                <c:pt idx="3743">
                  <c:v>2.8199999999999999E-2</c:v>
                </c:pt>
                <c:pt idx="3744">
                  <c:v>2.81E-2</c:v>
                </c:pt>
                <c:pt idx="3745">
                  <c:v>2.81E-2</c:v>
                </c:pt>
                <c:pt idx="3746">
                  <c:v>2.81E-2</c:v>
                </c:pt>
                <c:pt idx="3747">
                  <c:v>2.81E-2</c:v>
                </c:pt>
                <c:pt idx="3748">
                  <c:v>2.81E-2</c:v>
                </c:pt>
                <c:pt idx="3749">
                  <c:v>2.81E-2</c:v>
                </c:pt>
                <c:pt idx="3750">
                  <c:v>2.81E-2</c:v>
                </c:pt>
                <c:pt idx="3751">
                  <c:v>2.81E-2</c:v>
                </c:pt>
                <c:pt idx="3752">
                  <c:v>2.8199999999999999E-2</c:v>
                </c:pt>
                <c:pt idx="3753">
                  <c:v>2.81E-2</c:v>
                </c:pt>
                <c:pt idx="3754">
                  <c:v>2.81E-2</c:v>
                </c:pt>
                <c:pt idx="3755">
                  <c:v>2.81E-2</c:v>
                </c:pt>
                <c:pt idx="3756">
                  <c:v>2.8399999999999998E-2</c:v>
                </c:pt>
                <c:pt idx="3757">
                  <c:v>2.8500000000000001E-2</c:v>
                </c:pt>
                <c:pt idx="3758">
                  <c:v>2.8500000000000001E-2</c:v>
                </c:pt>
                <c:pt idx="3759">
                  <c:v>2.86E-2</c:v>
                </c:pt>
                <c:pt idx="3760">
                  <c:v>2.86E-2</c:v>
                </c:pt>
                <c:pt idx="3761">
                  <c:v>2.87E-2</c:v>
                </c:pt>
                <c:pt idx="3762">
                  <c:v>2.87E-2</c:v>
                </c:pt>
                <c:pt idx="3763">
                  <c:v>2.87E-2</c:v>
                </c:pt>
                <c:pt idx="3764">
                  <c:v>2.8799999999999999E-2</c:v>
                </c:pt>
                <c:pt idx="3765">
                  <c:v>2.92E-2</c:v>
                </c:pt>
                <c:pt idx="3766">
                  <c:v>2.9100000000000001E-2</c:v>
                </c:pt>
                <c:pt idx="3767">
                  <c:v>2.9399999999999999E-2</c:v>
                </c:pt>
                <c:pt idx="3768">
                  <c:v>2.9500000000000002E-2</c:v>
                </c:pt>
                <c:pt idx="3769">
                  <c:v>2.92E-2</c:v>
                </c:pt>
                <c:pt idx="3770">
                  <c:v>2.92E-2</c:v>
                </c:pt>
                <c:pt idx="3771">
                  <c:v>2.92E-2</c:v>
                </c:pt>
                <c:pt idx="3772">
                  <c:v>2.9300000000000003E-2</c:v>
                </c:pt>
                <c:pt idx="3773">
                  <c:v>2.92E-2</c:v>
                </c:pt>
                <c:pt idx="3774">
                  <c:v>2.92E-2</c:v>
                </c:pt>
                <c:pt idx="3775">
                  <c:v>2.92E-2</c:v>
                </c:pt>
                <c:pt idx="3776">
                  <c:v>2.92E-2</c:v>
                </c:pt>
                <c:pt idx="3777">
                  <c:v>2.92E-2</c:v>
                </c:pt>
                <c:pt idx="3778">
                  <c:v>2.92E-2</c:v>
                </c:pt>
                <c:pt idx="3779">
                  <c:v>2.92E-2</c:v>
                </c:pt>
                <c:pt idx="3780">
                  <c:v>2.92E-2</c:v>
                </c:pt>
                <c:pt idx="3781">
                  <c:v>2.92E-2</c:v>
                </c:pt>
                <c:pt idx="3782">
                  <c:v>2.92E-2</c:v>
                </c:pt>
                <c:pt idx="3783">
                  <c:v>2.92E-2</c:v>
                </c:pt>
                <c:pt idx="3784">
                  <c:v>2.92E-2</c:v>
                </c:pt>
                <c:pt idx="3785">
                  <c:v>2.92E-2</c:v>
                </c:pt>
                <c:pt idx="3786">
                  <c:v>2.9100000000000001E-2</c:v>
                </c:pt>
                <c:pt idx="3787">
                  <c:v>2.9100000000000001E-2</c:v>
                </c:pt>
                <c:pt idx="3788">
                  <c:v>2.9100000000000001E-2</c:v>
                </c:pt>
                <c:pt idx="3789">
                  <c:v>2.8999999999999998E-2</c:v>
                </c:pt>
                <c:pt idx="3790">
                  <c:v>2.8999999999999998E-2</c:v>
                </c:pt>
                <c:pt idx="3791">
                  <c:v>2.8999999999999998E-2</c:v>
                </c:pt>
                <c:pt idx="3792">
                  <c:v>2.8999999999999998E-2</c:v>
                </c:pt>
                <c:pt idx="3793">
                  <c:v>2.9100000000000001E-2</c:v>
                </c:pt>
                <c:pt idx="3794">
                  <c:v>2.9100000000000001E-2</c:v>
                </c:pt>
                <c:pt idx="3795">
                  <c:v>2.9100000000000001E-2</c:v>
                </c:pt>
                <c:pt idx="3796">
                  <c:v>2.9100000000000001E-2</c:v>
                </c:pt>
                <c:pt idx="3797">
                  <c:v>2.9100000000000001E-2</c:v>
                </c:pt>
                <c:pt idx="3798">
                  <c:v>2.9100000000000001E-2</c:v>
                </c:pt>
                <c:pt idx="3799">
                  <c:v>2.9100000000000001E-2</c:v>
                </c:pt>
                <c:pt idx="3800">
                  <c:v>2.92E-2</c:v>
                </c:pt>
                <c:pt idx="3801">
                  <c:v>2.92E-2</c:v>
                </c:pt>
                <c:pt idx="3802">
                  <c:v>2.92E-2</c:v>
                </c:pt>
                <c:pt idx="3803">
                  <c:v>2.9300000000000003E-2</c:v>
                </c:pt>
                <c:pt idx="3804">
                  <c:v>2.9500000000000002E-2</c:v>
                </c:pt>
                <c:pt idx="3805">
                  <c:v>2.9300000000000003E-2</c:v>
                </c:pt>
                <c:pt idx="3806">
                  <c:v>2.9300000000000003E-2</c:v>
                </c:pt>
                <c:pt idx="3807">
                  <c:v>2.9300000000000003E-2</c:v>
                </c:pt>
                <c:pt idx="3808">
                  <c:v>2.9300000000000003E-2</c:v>
                </c:pt>
                <c:pt idx="3809">
                  <c:v>2.9300000000000003E-2</c:v>
                </c:pt>
                <c:pt idx="3810">
                  <c:v>2.9300000000000003E-2</c:v>
                </c:pt>
                <c:pt idx="3811">
                  <c:v>2.9300000000000003E-2</c:v>
                </c:pt>
                <c:pt idx="3812">
                  <c:v>2.9399999999999999E-2</c:v>
                </c:pt>
                <c:pt idx="3813">
                  <c:v>2.9300000000000003E-2</c:v>
                </c:pt>
                <c:pt idx="3814">
                  <c:v>2.9399999999999999E-2</c:v>
                </c:pt>
                <c:pt idx="3815">
                  <c:v>2.9399999999999999E-2</c:v>
                </c:pt>
                <c:pt idx="3816">
                  <c:v>2.9300000000000003E-2</c:v>
                </c:pt>
                <c:pt idx="3817">
                  <c:v>2.9399999999999999E-2</c:v>
                </c:pt>
                <c:pt idx="3818">
                  <c:v>2.9399999999999999E-2</c:v>
                </c:pt>
                <c:pt idx="3819">
                  <c:v>2.9500000000000002E-2</c:v>
                </c:pt>
                <c:pt idx="3820">
                  <c:v>2.9600000000000001E-2</c:v>
                </c:pt>
                <c:pt idx="3821">
                  <c:v>2.9500000000000002E-2</c:v>
                </c:pt>
                <c:pt idx="3822">
                  <c:v>2.9700000000000001E-2</c:v>
                </c:pt>
                <c:pt idx="3823">
                  <c:v>3.1200000000000002E-2</c:v>
                </c:pt>
                <c:pt idx="3824">
                  <c:v>3.1300000000000001E-2</c:v>
                </c:pt>
                <c:pt idx="3825">
                  <c:v>3.1200000000000002E-2</c:v>
                </c:pt>
                <c:pt idx="3826">
                  <c:v>3.1200000000000002E-2</c:v>
                </c:pt>
                <c:pt idx="3827">
                  <c:v>3.1200000000000002E-2</c:v>
                </c:pt>
                <c:pt idx="3828">
                  <c:v>3.1200000000000002E-2</c:v>
                </c:pt>
                <c:pt idx="3829">
                  <c:v>3.1200000000000002E-2</c:v>
                </c:pt>
                <c:pt idx="3830">
                  <c:v>3.1200000000000002E-2</c:v>
                </c:pt>
                <c:pt idx="3831">
                  <c:v>3.1200000000000002E-2</c:v>
                </c:pt>
                <c:pt idx="3832">
                  <c:v>3.1200000000000002E-2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C8-479F-8496-9D4D1BE744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한국은행 기준금리</c:v>
                </c:pt>
              </c:strCache>
            </c:strRef>
          </c:tx>
          <c:spPr>
            <a:ln w="28575" cap="rnd">
              <a:solidFill>
                <a:srgbClr val="525252"/>
              </a:solidFill>
              <a:round/>
            </a:ln>
            <a:effectLst/>
          </c:spPr>
          <c:marker>
            <c:symbol val="none"/>
          </c:marker>
          <c:cat>
            <c:numRef>
              <c:f>Sheet1!$A$2:$A$4355</c:f>
              <c:numCache>
                <c:formatCode>yyyy/mm/dd;@</c:formatCode>
                <c:ptCount val="4354"/>
                <c:pt idx="0">
                  <c:v>40910</c:v>
                </c:pt>
                <c:pt idx="1">
                  <c:v>40911</c:v>
                </c:pt>
                <c:pt idx="2">
                  <c:v>40912</c:v>
                </c:pt>
                <c:pt idx="3">
                  <c:v>40913</c:v>
                </c:pt>
                <c:pt idx="4">
                  <c:v>40914</c:v>
                </c:pt>
                <c:pt idx="5">
                  <c:v>40917</c:v>
                </c:pt>
                <c:pt idx="6">
                  <c:v>40918</c:v>
                </c:pt>
                <c:pt idx="7">
                  <c:v>40919</c:v>
                </c:pt>
                <c:pt idx="8">
                  <c:v>40920</c:v>
                </c:pt>
                <c:pt idx="9">
                  <c:v>40921</c:v>
                </c:pt>
                <c:pt idx="10">
                  <c:v>40924</c:v>
                </c:pt>
                <c:pt idx="11">
                  <c:v>40925</c:v>
                </c:pt>
                <c:pt idx="12">
                  <c:v>40926</c:v>
                </c:pt>
                <c:pt idx="13">
                  <c:v>40927</c:v>
                </c:pt>
                <c:pt idx="14">
                  <c:v>40928</c:v>
                </c:pt>
                <c:pt idx="15">
                  <c:v>40931</c:v>
                </c:pt>
                <c:pt idx="16">
                  <c:v>40932</c:v>
                </c:pt>
                <c:pt idx="17">
                  <c:v>40933</c:v>
                </c:pt>
                <c:pt idx="18">
                  <c:v>40934</c:v>
                </c:pt>
                <c:pt idx="19">
                  <c:v>40935</c:v>
                </c:pt>
                <c:pt idx="20">
                  <c:v>40938</c:v>
                </c:pt>
                <c:pt idx="21">
                  <c:v>40939</c:v>
                </c:pt>
                <c:pt idx="22">
                  <c:v>40940</c:v>
                </c:pt>
                <c:pt idx="23">
                  <c:v>40941</c:v>
                </c:pt>
                <c:pt idx="24">
                  <c:v>40942</c:v>
                </c:pt>
                <c:pt idx="25">
                  <c:v>40945</c:v>
                </c:pt>
                <c:pt idx="26">
                  <c:v>40946</c:v>
                </c:pt>
                <c:pt idx="27">
                  <c:v>40947</c:v>
                </c:pt>
                <c:pt idx="28">
                  <c:v>40948</c:v>
                </c:pt>
                <c:pt idx="29">
                  <c:v>40949</c:v>
                </c:pt>
                <c:pt idx="30">
                  <c:v>40952</c:v>
                </c:pt>
                <c:pt idx="31">
                  <c:v>40953</c:v>
                </c:pt>
                <c:pt idx="32">
                  <c:v>40954</c:v>
                </c:pt>
                <c:pt idx="33">
                  <c:v>40955</c:v>
                </c:pt>
                <c:pt idx="34">
                  <c:v>40956</c:v>
                </c:pt>
                <c:pt idx="35">
                  <c:v>40959</c:v>
                </c:pt>
                <c:pt idx="36">
                  <c:v>40960</c:v>
                </c:pt>
                <c:pt idx="37">
                  <c:v>40961</c:v>
                </c:pt>
                <c:pt idx="38">
                  <c:v>40962</c:v>
                </c:pt>
                <c:pt idx="39">
                  <c:v>40963</c:v>
                </c:pt>
                <c:pt idx="40">
                  <c:v>40966</c:v>
                </c:pt>
                <c:pt idx="41">
                  <c:v>40967</c:v>
                </c:pt>
                <c:pt idx="42">
                  <c:v>40968</c:v>
                </c:pt>
                <c:pt idx="43">
                  <c:v>40969</c:v>
                </c:pt>
                <c:pt idx="44">
                  <c:v>40970</c:v>
                </c:pt>
                <c:pt idx="45">
                  <c:v>40973</c:v>
                </c:pt>
                <c:pt idx="46">
                  <c:v>40974</c:v>
                </c:pt>
                <c:pt idx="47">
                  <c:v>40975</c:v>
                </c:pt>
                <c:pt idx="48">
                  <c:v>40976</c:v>
                </c:pt>
                <c:pt idx="49">
                  <c:v>40977</c:v>
                </c:pt>
                <c:pt idx="50">
                  <c:v>40980</c:v>
                </c:pt>
                <c:pt idx="51">
                  <c:v>40981</c:v>
                </c:pt>
                <c:pt idx="52">
                  <c:v>40982</c:v>
                </c:pt>
                <c:pt idx="53">
                  <c:v>40983</c:v>
                </c:pt>
                <c:pt idx="54">
                  <c:v>40984</c:v>
                </c:pt>
                <c:pt idx="55">
                  <c:v>40987</c:v>
                </c:pt>
                <c:pt idx="56">
                  <c:v>40988</c:v>
                </c:pt>
                <c:pt idx="57">
                  <c:v>40989</c:v>
                </c:pt>
                <c:pt idx="58">
                  <c:v>40990</c:v>
                </c:pt>
                <c:pt idx="59">
                  <c:v>40991</c:v>
                </c:pt>
                <c:pt idx="60">
                  <c:v>40994</c:v>
                </c:pt>
                <c:pt idx="61">
                  <c:v>40995</c:v>
                </c:pt>
                <c:pt idx="62">
                  <c:v>40996</c:v>
                </c:pt>
                <c:pt idx="63">
                  <c:v>40997</c:v>
                </c:pt>
                <c:pt idx="64">
                  <c:v>40998</c:v>
                </c:pt>
                <c:pt idx="65">
                  <c:v>41001</c:v>
                </c:pt>
                <c:pt idx="66">
                  <c:v>41002</c:v>
                </c:pt>
                <c:pt idx="67">
                  <c:v>41003</c:v>
                </c:pt>
                <c:pt idx="68">
                  <c:v>41004</c:v>
                </c:pt>
                <c:pt idx="69">
                  <c:v>41005</c:v>
                </c:pt>
                <c:pt idx="70">
                  <c:v>41008</c:v>
                </c:pt>
                <c:pt idx="71">
                  <c:v>41009</c:v>
                </c:pt>
                <c:pt idx="72">
                  <c:v>41010</c:v>
                </c:pt>
                <c:pt idx="73">
                  <c:v>41011</c:v>
                </c:pt>
                <c:pt idx="74">
                  <c:v>41012</c:v>
                </c:pt>
                <c:pt idx="75">
                  <c:v>41015</c:v>
                </c:pt>
                <c:pt idx="76">
                  <c:v>41016</c:v>
                </c:pt>
                <c:pt idx="77">
                  <c:v>41017</c:v>
                </c:pt>
                <c:pt idx="78">
                  <c:v>41018</c:v>
                </c:pt>
                <c:pt idx="79">
                  <c:v>41019</c:v>
                </c:pt>
                <c:pt idx="80">
                  <c:v>41022</c:v>
                </c:pt>
                <c:pt idx="81">
                  <c:v>41023</c:v>
                </c:pt>
                <c:pt idx="82">
                  <c:v>41024</c:v>
                </c:pt>
                <c:pt idx="83">
                  <c:v>41025</c:v>
                </c:pt>
                <c:pt idx="84">
                  <c:v>41026</c:v>
                </c:pt>
                <c:pt idx="85">
                  <c:v>41029</c:v>
                </c:pt>
                <c:pt idx="86">
                  <c:v>41030</c:v>
                </c:pt>
                <c:pt idx="87">
                  <c:v>41031</c:v>
                </c:pt>
                <c:pt idx="88">
                  <c:v>41032</c:v>
                </c:pt>
                <c:pt idx="89">
                  <c:v>41033</c:v>
                </c:pt>
                <c:pt idx="90">
                  <c:v>41036</c:v>
                </c:pt>
                <c:pt idx="91">
                  <c:v>41037</c:v>
                </c:pt>
                <c:pt idx="92">
                  <c:v>41038</c:v>
                </c:pt>
                <c:pt idx="93">
                  <c:v>41039</c:v>
                </c:pt>
                <c:pt idx="94">
                  <c:v>41040</c:v>
                </c:pt>
                <c:pt idx="95">
                  <c:v>41043</c:v>
                </c:pt>
                <c:pt idx="96">
                  <c:v>41044</c:v>
                </c:pt>
                <c:pt idx="97">
                  <c:v>41045</c:v>
                </c:pt>
                <c:pt idx="98">
                  <c:v>41046</c:v>
                </c:pt>
                <c:pt idx="99">
                  <c:v>41047</c:v>
                </c:pt>
                <c:pt idx="100">
                  <c:v>41050</c:v>
                </c:pt>
                <c:pt idx="101">
                  <c:v>41051</c:v>
                </c:pt>
                <c:pt idx="102">
                  <c:v>41052</c:v>
                </c:pt>
                <c:pt idx="103">
                  <c:v>41053</c:v>
                </c:pt>
                <c:pt idx="104">
                  <c:v>41054</c:v>
                </c:pt>
                <c:pt idx="105">
                  <c:v>41057</c:v>
                </c:pt>
                <c:pt idx="106">
                  <c:v>41058</c:v>
                </c:pt>
                <c:pt idx="107">
                  <c:v>41059</c:v>
                </c:pt>
                <c:pt idx="108">
                  <c:v>41060</c:v>
                </c:pt>
                <c:pt idx="109">
                  <c:v>41061</c:v>
                </c:pt>
                <c:pt idx="110">
                  <c:v>41064</c:v>
                </c:pt>
                <c:pt idx="111">
                  <c:v>41065</c:v>
                </c:pt>
                <c:pt idx="112">
                  <c:v>41066</c:v>
                </c:pt>
                <c:pt idx="113">
                  <c:v>41067</c:v>
                </c:pt>
                <c:pt idx="114">
                  <c:v>41068</c:v>
                </c:pt>
                <c:pt idx="115">
                  <c:v>41071</c:v>
                </c:pt>
                <c:pt idx="116">
                  <c:v>41072</c:v>
                </c:pt>
                <c:pt idx="117">
                  <c:v>41073</c:v>
                </c:pt>
                <c:pt idx="118">
                  <c:v>41074</c:v>
                </c:pt>
                <c:pt idx="119">
                  <c:v>41075</c:v>
                </c:pt>
                <c:pt idx="120">
                  <c:v>41078</c:v>
                </c:pt>
                <c:pt idx="121">
                  <c:v>41079</c:v>
                </c:pt>
                <c:pt idx="122">
                  <c:v>41080</c:v>
                </c:pt>
                <c:pt idx="123">
                  <c:v>41081</c:v>
                </c:pt>
                <c:pt idx="124">
                  <c:v>41082</c:v>
                </c:pt>
                <c:pt idx="125">
                  <c:v>41085</c:v>
                </c:pt>
                <c:pt idx="126">
                  <c:v>41086</c:v>
                </c:pt>
                <c:pt idx="127">
                  <c:v>41087</c:v>
                </c:pt>
                <c:pt idx="128">
                  <c:v>41088</c:v>
                </c:pt>
                <c:pt idx="129">
                  <c:v>41089</c:v>
                </c:pt>
                <c:pt idx="130">
                  <c:v>41092</c:v>
                </c:pt>
                <c:pt idx="131">
                  <c:v>41093</c:v>
                </c:pt>
                <c:pt idx="132">
                  <c:v>41094</c:v>
                </c:pt>
                <c:pt idx="133">
                  <c:v>41095</c:v>
                </c:pt>
                <c:pt idx="134">
                  <c:v>41096</c:v>
                </c:pt>
                <c:pt idx="135">
                  <c:v>41099</c:v>
                </c:pt>
                <c:pt idx="136">
                  <c:v>41100</c:v>
                </c:pt>
                <c:pt idx="137">
                  <c:v>41101</c:v>
                </c:pt>
                <c:pt idx="138">
                  <c:v>41102</c:v>
                </c:pt>
                <c:pt idx="139">
                  <c:v>41103</c:v>
                </c:pt>
                <c:pt idx="140">
                  <c:v>41106</c:v>
                </c:pt>
                <c:pt idx="141">
                  <c:v>41107</c:v>
                </c:pt>
                <c:pt idx="142">
                  <c:v>41108</c:v>
                </c:pt>
                <c:pt idx="143">
                  <c:v>41109</c:v>
                </c:pt>
                <c:pt idx="144">
                  <c:v>41110</c:v>
                </c:pt>
                <c:pt idx="145">
                  <c:v>41113</c:v>
                </c:pt>
                <c:pt idx="146">
                  <c:v>41114</c:v>
                </c:pt>
                <c:pt idx="147">
                  <c:v>41115</c:v>
                </c:pt>
                <c:pt idx="148">
                  <c:v>41116</c:v>
                </c:pt>
                <c:pt idx="149">
                  <c:v>41117</c:v>
                </c:pt>
                <c:pt idx="150">
                  <c:v>41120</c:v>
                </c:pt>
                <c:pt idx="151">
                  <c:v>41121</c:v>
                </c:pt>
                <c:pt idx="152">
                  <c:v>41122</c:v>
                </c:pt>
                <c:pt idx="153">
                  <c:v>41123</c:v>
                </c:pt>
                <c:pt idx="154">
                  <c:v>41124</c:v>
                </c:pt>
                <c:pt idx="155">
                  <c:v>41127</c:v>
                </c:pt>
                <c:pt idx="156">
                  <c:v>41128</c:v>
                </c:pt>
                <c:pt idx="157">
                  <c:v>41129</c:v>
                </c:pt>
                <c:pt idx="158">
                  <c:v>41130</c:v>
                </c:pt>
                <c:pt idx="159">
                  <c:v>41131</c:v>
                </c:pt>
                <c:pt idx="160">
                  <c:v>41134</c:v>
                </c:pt>
                <c:pt idx="161">
                  <c:v>41135</c:v>
                </c:pt>
                <c:pt idx="162">
                  <c:v>41136</c:v>
                </c:pt>
                <c:pt idx="163">
                  <c:v>41137</c:v>
                </c:pt>
                <c:pt idx="164">
                  <c:v>41138</c:v>
                </c:pt>
                <c:pt idx="165">
                  <c:v>41141</c:v>
                </c:pt>
                <c:pt idx="166">
                  <c:v>41142</c:v>
                </c:pt>
                <c:pt idx="167">
                  <c:v>41143</c:v>
                </c:pt>
                <c:pt idx="168">
                  <c:v>41144</c:v>
                </c:pt>
                <c:pt idx="169">
                  <c:v>41145</c:v>
                </c:pt>
                <c:pt idx="170">
                  <c:v>41148</c:v>
                </c:pt>
                <c:pt idx="171">
                  <c:v>41149</c:v>
                </c:pt>
                <c:pt idx="172">
                  <c:v>41150</c:v>
                </c:pt>
                <c:pt idx="173">
                  <c:v>41151</c:v>
                </c:pt>
                <c:pt idx="174">
                  <c:v>41152</c:v>
                </c:pt>
                <c:pt idx="175">
                  <c:v>41155</c:v>
                </c:pt>
                <c:pt idx="176">
                  <c:v>41156</c:v>
                </c:pt>
                <c:pt idx="177">
                  <c:v>41157</c:v>
                </c:pt>
                <c:pt idx="178">
                  <c:v>41158</c:v>
                </c:pt>
                <c:pt idx="179">
                  <c:v>41159</c:v>
                </c:pt>
                <c:pt idx="180">
                  <c:v>41162</c:v>
                </c:pt>
                <c:pt idx="181">
                  <c:v>41163</c:v>
                </c:pt>
                <c:pt idx="182">
                  <c:v>41164</c:v>
                </c:pt>
                <c:pt idx="183">
                  <c:v>41165</c:v>
                </c:pt>
                <c:pt idx="184">
                  <c:v>41166</c:v>
                </c:pt>
                <c:pt idx="185">
                  <c:v>41169</c:v>
                </c:pt>
                <c:pt idx="186">
                  <c:v>41170</c:v>
                </c:pt>
                <c:pt idx="187">
                  <c:v>41171</c:v>
                </c:pt>
                <c:pt idx="188">
                  <c:v>41172</c:v>
                </c:pt>
                <c:pt idx="189">
                  <c:v>41173</c:v>
                </c:pt>
                <c:pt idx="190">
                  <c:v>41176</c:v>
                </c:pt>
                <c:pt idx="191">
                  <c:v>41177</c:v>
                </c:pt>
                <c:pt idx="192">
                  <c:v>41178</c:v>
                </c:pt>
                <c:pt idx="193">
                  <c:v>41179</c:v>
                </c:pt>
                <c:pt idx="194">
                  <c:v>41180</c:v>
                </c:pt>
                <c:pt idx="195">
                  <c:v>41183</c:v>
                </c:pt>
                <c:pt idx="196">
                  <c:v>41184</c:v>
                </c:pt>
                <c:pt idx="197">
                  <c:v>41185</c:v>
                </c:pt>
                <c:pt idx="198">
                  <c:v>41186</c:v>
                </c:pt>
                <c:pt idx="199">
                  <c:v>41187</c:v>
                </c:pt>
                <c:pt idx="200">
                  <c:v>41190</c:v>
                </c:pt>
                <c:pt idx="201">
                  <c:v>41191</c:v>
                </c:pt>
                <c:pt idx="202">
                  <c:v>41192</c:v>
                </c:pt>
                <c:pt idx="203">
                  <c:v>41193</c:v>
                </c:pt>
                <c:pt idx="204">
                  <c:v>41194</c:v>
                </c:pt>
                <c:pt idx="205">
                  <c:v>41197</c:v>
                </c:pt>
                <c:pt idx="206">
                  <c:v>41198</c:v>
                </c:pt>
                <c:pt idx="207">
                  <c:v>41199</c:v>
                </c:pt>
                <c:pt idx="208">
                  <c:v>41200</c:v>
                </c:pt>
                <c:pt idx="209">
                  <c:v>41201</c:v>
                </c:pt>
                <c:pt idx="210">
                  <c:v>41204</c:v>
                </c:pt>
                <c:pt idx="211">
                  <c:v>41205</c:v>
                </c:pt>
                <c:pt idx="212">
                  <c:v>41206</c:v>
                </c:pt>
                <c:pt idx="213">
                  <c:v>41207</c:v>
                </c:pt>
                <c:pt idx="214">
                  <c:v>41208</c:v>
                </c:pt>
                <c:pt idx="215">
                  <c:v>41211</c:v>
                </c:pt>
                <c:pt idx="216">
                  <c:v>41212</c:v>
                </c:pt>
                <c:pt idx="217">
                  <c:v>41213</c:v>
                </c:pt>
                <c:pt idx="218">
                  <c:v>41214</c:v>
                </c:pt>
                <c:pt idx="219">
                  <c:v>41215</c:v>
                </c:pt>
                <c:pt idx="220">
                  <c:v>41218</c:v>
                </c:pt>
                <c:pt idx="221">
                  <c:v>41219</c:v>
                </c:pt>
                <c:pt idx="222">
                  <c:v>41220</c:v>
                </c:pt>
                <c:pt idx="223">
                  <c:v>41221</c:v>
                </c:pt>
                <c:pt idx="224">
                  <c:v>41222</c:v>
                </c:pt>
                <c:pt idx="225">
                  <c:v>41225</c:v>
                </c:pt>
                <c:pt idx="226">
                  <c:v>41226</c:v>
                </c:pt>
                <c:pt idx="227">
                  <c:v>41227</c:v>
                </c:pt>
                <c:pt idx="228">
                  <c:v>41228</c:v>
                </c:pt>
                <c:pt idx="229">
                  <c:v>41229</c:v>
                </c:pt>
                <c:pt idx="230">
                  <c:v>41232</c:v>
                </c:pt>
                <c:pt idx="231">
                  <c:v>41233</c:v>
                </c:pt>
                <c:pt idx="232">
                  <c:v>41234</c:v>
                </c:pt>
                <c:pt idx="233">
                  <c:v>41235</c:v>
                </c:pt>
                <c:pt idx="234">
                  <c:v>41236</c:v>
                </c:pt>
                <c:pt idx="235">
                  <c:v>41239</c:v>
                </c:pt>
                <c:pt idx="236">
                  <c:v>41240</c:v>
                </c:pt>
                <c:pt idx="237">
                  <c:v>41241</c:v>
                </c:pt>
                <c:pt idx="238">
                  <c:v>41242</c:v>
                </c:pt>
                <c:pt idx="239">
                  <c:v>41243</c:v>
                </c:pt>
                <c:pt idx="240">
                  <c:v>41246</c:v>
                </c:pt>
                <c:pt idx="241">
                  <c:v>41247</c:v>
                </c:pt>
                <c:pt idx="242">
                  <c:v>41248</c:v>
                </c:pt>
                <c:pt idx="243">
                  <c:v>41249</c:v>
                </c:pt>
                <c:pt idx="244">
                  <c:v>41250</c:v>
                </c:pt>
                <c:pt idx="245">
                  <c:v>41253</c:v>
                </c:pt>
                <c:pt idx="246">
                  <c:v>41254</c:v>
                </c:pt>
                <c:pt idx="247">
                  <c:v>41255</c:v>
                </c:pt>
                <c:pt idx="248">
                  <c:v>41256</c:v>
                </c:pt>
                <c:pt idx="249">
                  <c:v>41257</c:v>
                </c:pt>
                <c:pt idx="250">
                  <c:v>41260</c:v>
                </c:pt>
                <c:pt idx="251">
                  <c:v>41261</c:v>
                </c:pt>
                <c:pt idx="252">
                  <c:v>41262</c:v>
                </c:pt>
                <c:pt idx="253">
                  <c:v>41263</c:v>
                </c:pt>
                <c:pt idx="254">
                  <c:v>41264</c:v>
                </c:pt>
                <c:pt idx="255">
                  <c:v>41267</c:v>
                </c:pt>
                <c:pt idx="256">
                  <c:v>41268</c:v>
                </c:pt>
                <c:pt idx="257">
                  <c:v>41269</c:v>
                </c:pt>
                <c:pt idx="258">
                  <c:v>41270</c:v>
                </c:pt>
                <c:pt idx="259">
                  <c:v>41271</c:v>
                </c:pt>
                <c:pt idx="260">
                  <c:v>41274</c:v>
                </c:pt>
                <c:pt idx="261">
                  <c:v>41275</c:v>
                </c:pt>
                <c:pt idx="262">
                  <c:v>41276</c:v>
                </c:pt>
                <c:pt idx="263">
                  <c:v>41277</c:v>
                </c:pt>
                <c:pt idx="264">
                  <c:v>41278</c:v>
                </c:pt>
                <c:pt idx="265">
                  <c:v>41281</c:v>
                </c:pt>
                <c:pt idx="266">
                  <c:v>41282</c:v>
                </c:pt>
                <c:pt idx="267">
                  <c:v>41283</c:v>
                </c:pt>
                <c:pt idx="268">
                  <c:v>41284</c:v>
                </c:pt>
                <c:pt idx="269">
                  <c:v>41285</c:v>
                </c:pt>
                <c:pt idx="270">
                  <c:v>41288</c:v>
                </c:pt>
                <c:pt idx="271">
                  <c:v>41289</c:v>
                </c:pt>
                <c:pt idx="272">
                  <c:v>41290</c:v>
                </c:pt>
                <c:pt idx="273">
                  <c:v>41291</c:v>
                </c:pt>
                <c:pt idx="274">
                  <c:v>41292</c:v>
                </c:pt>
                <c:pt idx="275">
                  <c:v>41295</c:v>
                </c:pt>
                <c:pt idx="276">
                  <c:v>41296</c:v>
                </c:pt>
                <c:pt idx="277">
                  <c:v>41297</c:v>
                </c:pt>
                <c:pt idx="278">
                  <c:v>41298</c:v>
                </c:pt>
                <c:pt idx="279">
                  <c:v>41299</c:v>
                </c:pt>
                <c:pt idx="280">
                  <c:v>41302</c:v>
                </c:pt>
                <c:pt idx="281">
                  <c:v>41303</c:v>
                </c:pt>
                <c:pt idx="282">
                  <c:v>41304</c:v>
                </c:pt>
                <c:pt idx="283">
                  <c:v>41305</c:v>
                </c:pt>
                <c:pt idx="284">
                  <c:v>41306</c:v>
                </c:pt>
                <c:pt idx="285">
                  <c:v>41309</c:v>
                </c:pt>
                <c:pt idx="286">
                  <c:v>41310</c:v>
                </c:pt>
                <c:pt idx="287">
                  <c:v>41311</c:v>
                </c:pt>
                <c:pt idx="288">
                  <c:v>41312</c:v>
                </c:pt>
                <c:pt idx="289">
                  <c:v>41313</c:v>
                </c:pt>
                <c:pt idx="290">
                  <c:v>41316</c:v>
                </c:pt>
                <c:pt idx="291">
                  <c:v>41317</c:v>
                </c:pt>
                <c:pt idx="292">
                  <c:v>41318</c:v>
                </c:pt>
                <c:pt idx="293">
                  <c:v>41319</c:v>
                </c:pt>
                <c:pt idx="294">
                  <c:v>41320</c:v>
                </c:pt>
                <c:pt idx="295">
                  <c:v>41323</c:v>
                </c:pt>
                <c:pt idx="296">
                  <c:v>41324</c:v>
                </c:pt>
                <c:pt idx="297">
                  <c:v>41325</c:v>
                </c:pt>
                <c:pt idx="298">
                  <c:v>41326</c:v>
                </c:pt>
                <c:pt idx="299">
                  <c:v>41327</c:v>
                </c:pt>
                <c:pt idx="300">
                  <c:v>41330</c:v>
                </c:pt>
                <c:pt idx="301">
                  <c:v>41331</c:v>
                </c:pt>
                <c:pt idx="302">
                  <c:v>41332</c:v>
                </c:pt>
                <c:pt idx="303">
                  <c:v>41333</c:v>
                </c:pt>
                <c:pt idx="304">
                  <c:v>41334</c:v>
                </c:pt>
                <c:pt idx="305">
                  <c:v>41337</c:v>
                </c:pt>
                <c:pt idx="306">
                  <c:v>41338</c:v>
                </c:pt>
                <c:pt idx="307">
                  <c:v>41339</c:v>
                </c:pt>
                <c:pt idx="308">
                  <c:v>41340</c:v>
                </c:pt>
                <c:pt idx="309">
                  <c:v>41341</c:v>
                </c:pt>
                <c:pt idx="310">
                  <c:v>41344</c:v>
                </c:pt>
                <c:pt idx="311">
                  <c:v>41345</c:v>
                </c:pt>
                <c:pt idx="312">
                  <c:v>41346</c:v>
                </c:pt>
                <c:pt idx="313">
                  <c:v>41347</c:v>
                </c:pt>
                <c:pt idx="314">
                  <c:v>41348</c:v>
                </c:pt>
                <c:pt idx="315">
                  <c:v>41351</c:v>
                </c:pt>
                <c:pt idx="316">
                  <c:v>41352</c:v>
                </c:pt>
                <c:pt idx="317">
                  <c:v>41353</c:v>
                </c:pt>
                <c:pt idx="318">
                  <c:v>41354</c:v>
                </c:pt>
                <c:pt idx="319">
                  <c:v>41355</c:v>
                </c:pt>
                <c:pt idx="320">
                  <c:v>41358</c:v>
                </c:pt>
                <c:pt idx="321">
                  <c:v>41359</c:v>
                </c:pt>
                <c:pt idx="322">
                  <c:v>41360</c:v>
                </c:pt>
                <c:pt idx="323">
                  <c:v>41361</c:v>
                </c:pt>
                <c:pt idx="324">
                  <c:v>41362</c:v>
                </c:pt>
                <c:pt idx="325">
                  <c:v>41365</c:v>
                </c:pt>
                <c:pt idx="326">
                  <c:v>41366</c:v>
                </c:pt>
                <c:pt idx="327">
                  <c:v>41367</c:v>
                </c:pt>
                <c:pt idx="328">
                  <c:v>41368</c:v>
                </c:pt>
                <c:pt idx="329">
                  <c:v>41369</c:v>
                </c:pt>
                <c:pt idx="330">
                  <c:v>41372</c:v>
                </c:pt>
                <c:pt idx="331">
                  <c:v>41373</c:v>
                </c:pt>
                <c:pt idx="332">
                  <c:v>41374</c:v>
                </c:pt>
                <c:pt idx="333">
                  <c:v>41375</c:v>
                </c:pt>
                <c:pt idx="334">
                  <c:v>41376</c:v>
                </c:pt>
                <c:pt idx="335">
                  <c:v>41379</c:v>
                </c:pt>
                <c:pt idx="336">
                  <c:v>41380</c:v>
                </c:pt>
                <c:pt idx="337">
                  <c:v>41381</c:v>
                </c:pt>
                <c:pt idx="338">
                  <c:v>41382</c:v>
                </c:pt>
                <c:pt idx="339">
                  <c:v>41383</c:v>
                </c:pt>
                <c:pt idx="340">
                  <c:v>41386</c:v>
                </c:pt>
                <c:pt idx="341">
                  <c:v>41387</c:v>
                </c:pt>
                <c:pt idx="342">
                  <c:v>41388</c:v>
                </c:pt>
                <c:pt idx="343">
                  <c:v>41389</c:v>
                </c:pt>
                <c:pt idx="344">
                  <c:v>41390</c:v>
                </c:pt>
                <c:pt idx="345">
                  <c:v>41393</c:v>
                </c:pt>
                <c:pt idx="346">
                  <c:v>41394</c:v>
                </c:pt>
                <c:pt idx="347">
                  <c:v>41395</c:v>
                </c:pt>
                <c:pt idx="348">
                  <c:v>41396</c:v>
                </c:pt>
                <c:pt idx="349">
                  <c:v>41397</c:v>
                </c:pt>
                <c:pt idx="350">
                  <c:v>41400</c:v>
                </c:pt>
                <c:pt idx="351">
                  <c:v>41401</c:v>
                </c:pt>
                <c:pt idx="352">
                  <c:v>41402</c:v>
                </c:pt>
                <c:pt idx="353">
                  <c:v>41403</c:v>
                </c:pt>
                <c:pt idx="354">
                  <c:v>41404</c:v>
                </c:pt>
                <c:pt idx="355">
                  <c:v>41407</c:v>
                </c:pt>
                <c:pt idx="356">
                  <c:v>41408</c:v>
                </c:pt>
                <c:pt idx="357">
                  <c:v>41409</c:v>
                </c:pt>
                <c:pt idx="358">
                  <c:v>41410</c:v>
                </c:pt>
                <c:pt idx="359">
                  <c:v>41411</c:v>
                </c:pt>
                <c:pt idx="360">
                  <c:v>41414</c:v>
                </c:pt>
                <c:pt idx="361">
                  <c:v>41415</c:v>
                </c:pt>
                <c:pt idx="362">
                  <c:v>41416</c:v>
                </c:pt>
                <c:pt idx="363">
                  <c:v>41417</c:v>
                </c:pt>
                <c:pt idx="364">
                  <c:v>41418</c:v>
                </c:pt>
                <c:pt idx="365">
                  <c:v>41421</c:v>
                </c:pt>
                <c:pt idx="366">
                  <c:v>41422</c:v>
                </c:pt>
                <c:pt idx="367">
                  <c:v>41423</c:v>
                </c:pt>
                <c:pt idx="368">
                  <c:v>41424</c:v>
                </c:pt>
                <c:pt idx="369">
                  <c:v>41425</c:v>
                </c:pt>
                <c:pt idx="370">
                  <c:v>41428</c:v>
                </c:pt>
                <c:pt idx="371">
                  <c:v>41429</c:v>
                </c:pt>
                <c:pt idx="372">
                  <c:v>41430</c:v>
                </c:pt>
                <c:pt idx="373">
                  <c:v>41431</c:v>
                </c:pt>
                <c:pt idx="374">
                  <c:v>41432</c:v>
                </c:pt>
                <c:pt idx="375">
                  <c:v>41435</c:v>
                </c:pt>
                <c:pt idx="376">
                  <c:v>41436</c:v>
                </c:pt>
                <c:pt idx="377">
                  <c:v>41437</c:v>
                </c:pt>
                <c:pt idx="378">
                  <c:v>41438</c:v>
                </c:pt>
                <c:pt idx="379">
                  <c:v>41439</c:v>
                </c:pt>
                <c:pt idx="380">
                  <c:v>41442</c:v>
                </c:pt>
                <c:pt idx="381">
                  <c:v>41443</c:v>
                </c:pt>
                <c:pt idx="382">
                  <c:v>41444</c:v>
                </c:pt>
                <c:pt idx="383">
                  <c:v>41445</c:v>
                </c:pt>
                <c:pt idx="384">
                  <c:v>41446</c:v>
                </c:pt>
                <c:pt idx="385">
                  <c:v>41449</c:v>
                </c:pt>
                <c:pt idx="386">
                  <c:v>41450</c:v>
                </c:pt>
                <c:pt idx="387">
                  <c:v>41451</c:v>
                </c:pt>
                <c:pt idx="388">
                  <c:v>41452</c:v>
                </c:pt>
                <c:pt idx="389">
                  <c:v>41453</c:v>
                </c:pt>
                <c:pt idx="390">
                  <c:v>41456</c:v>
                </c:pt>
                <c:pt idx="391">
                  <c:v>41457</c:v>
                </c:pt>
                <c:pt idx="392">
                  <c:v>41458</c:v>
                </c:pt>
                <c:pt idx="393">
                  <c:v>41459</c:v>
                </c:pt>
                <c:pt idx="394">
                  <c:v>41460</c:v>
                </c:pt>
                <c:pt idx="395">
                  <c:v>41463</c:v>
                </c:pt>
                <c:pt idx="396">
                  <c:v>41464</c:v>
                </c:pt>
                <c:pt idx="397">
                  <c:v>41465</c:v>
                </c:pt>
                <c:pt idx="398">
                  <c:v>41466</c:v>
                </c:pt>
                <c:pt idx="399">
                  <c:v>41467</c:v>
                </c:pt>
                <c:pt idx="400">
                  <c:v>41470</c:v>
                </c:pt>
                <c:pt idx="401">
                  <c:v>41471</c:v>
                </c:pt>
                <c:pt idx="402">
                  <c:v>41472</c:v>
                </c:pt>
                <c:pt idx="403">
                  <c:v>41473</c:v>
                </c:pt>
                <c:pt idx="404">
                  <c:v>41474</c:v>
                </c:pt>
                <c:pt idx="405">
                  <c:v>41477</c:v>
                </c:pt>
                <c:pt idx="406">
                  <c:v>41478</c:v>
                </c:pt>
                <c:pt idx="407">
                  <c:v>41479</c:v>
                </c:pt>
                <c:pt idx="408">
                  <c:v>41480</c:v>
                </c:pt>
                <c:pt idx="409">
                  <c:v>41481</c:v>
                </c:pt>
                <c:pt idx="410">
                  <c:v>41484</c:v>
                </c:pt>
                <c:pt idx="411">
                  <c:v>41485</c:v>
                </c:pt>
                <c:pt idx="412">
                  <c:v>41486</c:v>
                </c:pt>
                <c:pt idx="413">
                  <c:v>41487</c:v>
                </c:pt>
                <c:pt idx="414">
                  <c:v>41488</c:v>
                </c:pt>
                <c:pt idx="415">
                  <c:v>41491</c:v>
                </c:pt>
                <c:pt idx="416">
                  <c:v>41492</c:v>
                </c:pt>
                <c:pt idx="417">
                  <c:v>41493</c:v>
                </c:pt>
                <c:pt idx="418">
                  <c:v>41494</c:v>
                </c:pt>
                <c:pt idx="419">
                  <c:v>41495</c:v>
                </c:pt>
                <c:pt idx="420">
                  <c:v>41498</c:v>
                </c:pt>
                <c:pt idx="421">
                  <c:v>41499</c:v>
                </c:pt>
                <c:pt idx="422">
                  <c:v>41500</c:v>
                </c:pt>
                <c:pt idx="423">
                  <c:v>41501</c:v>
                </c:pt>
                <c:pt idx="424">
                  <c:v>41502</c:v>
                </c:pt>
                <c:pt idx="425">
                  <c:v>41505</c:v>
                </c:pt>
                <c:pt idx="426">
                  <c:v>41506</c:v>
                </c:pt>
                <c:pt idx="427">
                  <c:v>41507</c:v>
                </c:pt>
                <c:pt idx="428">
                  <c:v>41508</c:v>
                </c:pt>
                <c:pt idx="429">
                  <c:v>41509</c:v>
                </c:pt>
                <c:pt idx="430">
                  <c:v>41512</c:v>
                </c:pt>
                <c:pt idx="431">
                  <c:v>41513</c:v>
                </c:pt>
                <c:pt idx="432">
                  <c:v>41514</c:v>
                </c:pt>
                <c:pt idx="433">
                  <c:v>41515</c:v>
                </c:pt>
                <c:pt idx="434">
                  <c:v>41516</c:v>
                </c:pt>
                <c:pt idx="435">
                  <c:v>41519</c:v>
                </c:pt>
                <c:pt idx="436">
                  <c:v>41520</c:v>
                </c:pt>
                <c:pt idx="437">
                  <c:v>41521</c:v>
                </c:pt>
                <c:pt idx="438">
                  <c:v>41522</c:v>
                </c:pt>
                <c:pt idx="439">
                  <c:v>41523</c:v>
                </c:pt>
                <c:pt idx="440">
                  <c:v>41526</c:v>
                </c:pt>
                <c:pt idx="441">
                  <c:v>41527</c:v>
                </c:pt>
                <c:pt idx="442">
                  <c:v>41528</c:v>
                </c:pt>
                <c:pt idx="443">
                  <c:v>41529</c:v>
                </c:pt>
                <c:pt idx="444">
                  <c:v>41530</c:v>
                </c:pt>
                <c:pt idx="445">
                  <c:v>41533</c:v>
                </c:pt>
                <c:pt idx="446">
                  <c:v>41534</c:v>
                </c:pt>
                <c:pt idx="447">
                  <c:v>41535</c:v>
                </c:pt>
                <c:pt idx="448">
                  <c:v>41536</c:v>
                </c:pt>
                <c:pt idx="449">
                  <c:v>41537</c:v>
                </c:pt>
                <c:pt idx="450">
                  <c:v>41540</c:v>
                </c:pt>
                <c:pt idx="451">
                  <c:v>41541</c:v>
                </c:pt>
                <c:pt idx="452">
                  <c:v>41542</c:v>
                </c:pt>
                <c:pt idx="453">
                  <c:v>41543</c:v>
                </c:pt>
                <c:pt idx="454">
                  <c:v>41544</c:v>
                </c:pt>
                <c:pt idx="455">
                  <c:v>41547</c:v>
                </c:pt>
                <c:pt idx="456">
                  <c:v>41548</c:v>
                </c:pt>
                <c:pt idx="457">
                  <c:v>41549</c:v>
                </c:pt>
                <c:pt idx="458">
                  <c:v>41550</c:v>
                </c:pt>
                <c:pt idx="459">
                  <c:v>41551</c:v>
                </c:pt>
                <c:pt idx="460">
                  <c:v>41554</c:v>
                </c:pt>
                <c:pt idx="461">
                  <c:v>41555</c:v>
                </c:pt>
                <c:pt idx="462">
                  <c:v>41556</c:v>
                </c:pt>
                <c:pt idx="463">
                  <c:v>41557</c:v>
                </c:pt>
                <c:pt idx="464">
                  <c:v>41558</c:v>
                </c:pt>
                <c:pt idx="465">
                  <c:v>41561</c:v>
                </c:pt>
                <c:pt idx="466">
                  <c:v>41562</c:v>
                </c:pt>
                <c:pt idx="467">
                  <c:v>41563</c:v>
                </c:pt>
                <c:pt idx="468">
                  <c:v>41564</c:v>
                </c:pt>
                <c:pt idx="469">
                  <c:v>41565</c:v>
                </c:pt>
                <c:pt idx="470">
                  <c:v>41568</c:v>
                </c:pt>
                <c:pt idx="471">
                  <c:v>41569</c:v>
                </c:pt>
                <c:pt idx="472">
                  <c:v>41570</c:v>
                </c:pt>
                <c:pt idx="473">
                  <c:v>41571</c:v>
                </c:pt>
                <c:pt idx="474">
                  <c:v>41572</c:v>
                </c:pt>
                <c:pt idx="475">
                  <c:v>41575</c:v>
                </c:pt>
                <c:pt idx="476">
                  <c:v>41576</c:v>
                </c:pt>
                <c:pt idx="477">
                  <c:v>41577</c:v>
                </c:pt>
                <c:pt idx="478">
                  <c:v>41578</c:v>
                </c:pt>
                <c:pt idx="479">
                  <c:v>41579</c:v>
                </c:pt>
                <c:pt idx="480">
                  <c:v>41582</c:v>
                </c:pt>
                <c:pt idx="481">
                  <c:v>41583</c:v>
                </c:pt>
                <c:pt idx="482">
                  <c:v>41584</c:v>
                </c:pt>
                <c:pt idx="483">
                  <c:v>41585</c:v>
                </c:pt>
                <c:pt idx="484">
                  <c:v>41586</c:v>
                </c:pt>
                <c:pt idx="485">
                  <c:v>41589</c:v>
                </c:pt>
                <c:pt idx="486">
                  <c:v>41590</c:v>
                </c:pt>
                <c:pt idx="487">
                  <c:v>41591</c:v>
                </c:pt>
                <c:pt idx="488">
                  <c:v>41592</c:v>
                </c:pt>
                <c:pt idx="489">
                  <c:v>41593</c:v>
                </c:pt>
                <c:pt idx="490">
                  <c:v>41596</c:v>
                </c:pt>
                <c:pt idx="491">
                  <c:v>41597</c:v>
                </c:pt>
                <c:pt idx="492">
                  <c:v>41598</c:v>
                </c:pt>
                <c:pt idx="493">
                  <c:v>41599</c:v>
                </c:pt>
                <c:pt idx="494">
                  <c:v>41600</c:v>
                </c:pt>
                <c:pt idx="495">
                  <c:v>41603</c:v>
                </c:pt>
                <c:pt idx="496">
                  <c:v>41604</c:v>
                </c:pt>
                <c:pt idx="497">
                  <c:v>41605</c:v>
                </c:pt>
                <c:pt idx="498">
                  <c:v>41606</c:v>
                </c:pt>
                <c:pt idx="499">
                  <c:v>41607</c:v>
                </c:pt>
                <c:pt idx="500">
                  <c:v>41610</c:v>
                </c:pt>
                <c:pt idx="501">
                  <c:v>41611</c:v>
                </c:pt>
                <c:pt idx="502">
                  <c:v>41612</c:v>
                </c:pt>
                <c:pt idx="503">
                  <c:v>41613</c:v>
                </c:pt>
                <c:pt idx="504">
                  <c:v>41614</c:v>
                </c:pt>
                <c:pt idx="505">
                  <c:v>41617</c:v>
                </c:pt>
                <c:pt idx="506">
                  <c:v>41618</c:v>
                </c:pt>
                <c:pt idx="507">
                  <c:v>41619</c:v>
                </c:pt>
                <c:pt idx="508">
                  <c:v>41620</c:v>
                </c:pt>
                <c:pt idx="509">
                  <c:v>41621</c:v>
                </c:pt>
                <c:pt idx="510">
                  <c:v>41624</c:v>
                </c:pt>
                <c:pt idx="511">
                  <c:v>41625</c:v>
                </c:pt>
                <c:pt idx="512">
                  <c:v>41626</c:v>
                </c:pt>
                <c:pt idx="513">
                  <c:v>41627</c:v>
                </c:pt>
                <c:pt idx="514">
                  <c:v>41628</c:v>
                </c:pt>
                <c:pt idx="515">
                  <c:v>41631</c:v>
                </c:pt>
                <c:pt idx="516">
                  <c:v>41632</c:v>
                </c:pt>
                <c:pt idx="517">
                  <c:v>41633</c:v>
                </c:pt>
                <c:pt idx="518">
                  <c:v>41634</c:v>
                </c:pt>
                <c:pt idx="519">
                  <c:v>41635</c:v>
                </c:pt>
                <c:pt idx="520">
                  <c:v>41638</c:v>
                </c:pt>
                <c:pt idx="521">
                  <c:v>41639</c:v>
                </c:pt>
                <c:pt idx="522">
                  <c:v>41640</c:v>
                </c:pt>
                <c:pt idx="523">
                  <c:v>41641</c:v>
                </c:pt>
                <c:pt idx="524">
                  <c:v>41642</c:v>
                </c:pt>
                <c:pt idx="525">
                  <c:v>41645</c:v>
                </c:pt>
                <c:pt idx="526">
                  <c:v>41646</c:v>
                </c:pt>
                <c:pt idx="527">
                  <c:v>41647</c:v>
                </c:pt>
                <c:pt idx="528">
                  <c:v>41648</c:v>
                </c:pt>
                <c:pt idx="529">
                  <c:v>41649</c:v>
                </c:pt>
                <c:pt idx="530">
                  <c:v>41652</c:v>
                </c:pt>
                <c:pt idx="531">
                  <c:v>41653</c:v>
                </c:pt>
                <c:pt idx="532">
                  <c:v>41654</c:v>
                </c:pt>
                <c:pt idx="533">
                  <c:v>41655</c:v>
                </c:pt>
                <c:pt idx="534">
                  <c:v>41656</c:v>
                </c:pt>
                <c:pt idx="535">
                  <c:v>41659</c:v>
                </c:pt>
                <c:pt idx="536">
                  <c:v>41660</c:v>
                </c:pt>
                <c:pt idx="537">
                  <c:v>41661</c:v>
                </c:pt>
                <c:pt idx="538">
                  <c:v>41662</c:v>
                </c:pt>
                <c:pt idx="539">
                  <c:v>41663</c:v>
                </c:pt>
                <c:pt idx="540">
                  <c:v>41666</c:v>
                </c:pt>
                <c:pt idx="541">
                  <c:v>41667</c:v>
                </c:pt>
                <c:pt idx="542">
                  <c:v>41668</c:v>
                </c:pt>
                <c:pt idx="543">
                  <c:v>41669</c:v>
                </c:pt>
                <c:pt idx="544">
                  <c:v>41670</c:v>
                </c:pt>
                <c:pt idx="545">
                  <c:v>41673</c:v>
                </c:pt>
                <c:pt idx="546">
                  <c:v>41674</c:v>
                </c:pt>
                <c:pt idx="547">
                  <c:v>41675</c:v>
                </c:pt>
                <c:pt idx="548">
                  <c:v>41676</c:v>
                </c:pt>
                <c:pt idx="549">
                  <c:v>41677</c:v>
                </c:pt>
                <c:pt idx="550">
                  <c:v>41680</c:v>
                </c:pt>
                <c:pt idx="551">
                  <c:v>41681</c:v>
                </c:pt>
                <c:pt idx="552">
                  <c:v>41682</c:v>
                </c:pt>
                <c:pt idx="553">
                  <c:v>41683</c:v>
                </c:pt>
                <c:pt idx="554">
                  <c:v>41684</c:v>
                </c:pt>
                <c:pt idx="555">
                  <c:v>41687</c:v>
                </c:pt>
                <c:pt idx="556">
                  <c:v>41688</c:v>
                </c:pt>
                <c:pt idx="557">
                  <c:v>41689</c:v>
                </c:pt>
                <c:pt idx="558">
                  <c:v>41690</c:v>
                </c:pt>
                <c:pt idx="559">
                  <c:v>41691</c:v>
                </c:pt>
                <c:pt idx="560">
                  <c:v>41694</c:v>
                </c:pt>
                <c:pt idx="561">
                  <c:v>41695</c:v>
                </c:pt>
                <c:pt idx="562">
                  <c:v>41696</c:v>
                </c:pt>
                <c:pt idx="563">
                  <c:v>41697</c:v>
                </c:pt>
                <c:pt idx="564">
                  <c:v>41698</c:v>
                </c:pt>
                <c:pt idx="565">
                  <c:v>41701</c:v>
                </c:pt>
                <c:pt idx="566">
                  <c:v>41702</c:v>
                </c:pt>
                <c:pt idx="567">
                  <c:v>41703</c:v>
                </c:pt>
                <c:pt idx="568">
                  <c:v>41704</c:v>
                </c:pt>
                <c:pt idx="569">
                  <c:v>41705</c:v>
                </c:pt>
                <c:pt idx="570">
                  <c:v>41708</c:v>
                </c:pt>
                <c:pt idx="571">
                  <c:v>41709</c:v>
                </c:pt>
                <c:pt idx="572">
                  <c:v>41710</c:v>
                </c:pt>
                <c:pt idx="573">
                  <c:v>41711</c:v>
                </c:pt>
                <c:pt idx="574">
                  <c:v>41712</c:v>
                </c:pt>
                <c:pt idx="575">
                  <c:v>41715</c:v>
                </c:pt>
                <c:pt idx="576">
                  <c:v>41716</c:v>
                </c:pt>
                <c:pt idx="577">
                  <c:v>41717</c:v>
                </c:pt>
                <c:pt idx="578">
                  <c:v>41718</c:v>
                </c:pt>
                <c:pt idx="579">
                  <c:v>41719</c:v>
                </c:pt>
                <c:pt idx="580">
                  <c:v>41722</c:v>
                </c:pt>
                <c:pt idx="581">
                  <c:v>41723</c:v>
                </c:pt>
                <c:pt idx="582">
                  <c:v>41724</c:v>
                </c:pt>
                <c:pt idx="583">
                  <c:v>41725</c:v>
                </c:pt>
                <c:pt idx="584">
                  <c:v>41726</c:v>
                </c:pt>
                <c:pt idx="585">
                  <c:v>41729</c:v>
                </c:pt>
                <c:pt idx="586">
                  <c:v>41730</c:v>
                </c:pt>
                <c:pt idx="587">
                  <c:v>41731</c:v>
                </c:pt>
                <c:pt idx="588">
                  <c:v>41732</c:v>
                </c:pt>
                <c:pt idx="589">
                  <c:v>41733</c:v>
                </c:pt>
                <c:pt idx="590">
                  <c:v>41736</c:v>
                </c:pt>
                <c:pt idx="591">
                  <c:v>41737</c:v>
                </c:pt>
                <c:pt idx="592">
                  <c:v>41738</c:v>
                </c:pt>
                <c:pt idx="593">
                  <c:v>41739</c:v>
                </c:pt>
                <c:pt idx="594">
                  <c:v>41740</c:v>
                </c:pt>
                <c:pt idx="595">
                  <c:v>41743</c:v>
                </c:pt>
                <c:pt idx="596">
                  <c:v>41744</c:v>
                </c:pt>
                <c:pt idx="597">
                  <c:v>41745</c:v>
                </c:pt>
                <c:pt idx="598">
                  <c:v>41746</c:v>
                </c:pt>
                <c:pt idx="599">
                  <c:v>41747</c:v>
                </c:pt>
                <c:pt idx="600">
                  <c:v>41750</c:v>
                </c:pt>
                <c:pt idx="601">
                  <c:v>41751</c:v>
                </c:pt>
                <c:pt idx="602">
                  <c:v>41752</c:v>
                </c:pt>
                <c:pt idx="603">
                  <c:v>41753</c:v>
                </c:pt>
                <c:pt idx="604">
                  <c:v>41754</c:v>
                </c:pt>
                <c:pt idx="605">
                  <c:v>41757</c:v>
                </c:pt>
                <c:pt idx="606">
                  <c:v>41758</c:v>
                </c:pt>
                <c:pt idx="607">
                  <c:v>41759</c:v>
                </c:pt>
                <c:pt idx="608">
                  <c:v>41760</c:v>
                </c:pt>
                <c:pt idx="609">
                  <c:v>41761</c:v>
                </c:pt>
                <c:pt idx="610">
                  <c:v>41764</c:v>
                </c:pt>
                <c:pt idx="611">
                  <c:v>41765</c:v>
                </c:pt>
                <c:pt idx="612">
                  <c:v>41766</c:v>
                </c:pt>
                <c:pt idx="613">
                  <c:v>41767</c:v>
                </c:pt>
                <c:pt idx="614">
                  <c:v>41768</c:v>
                </c:pt>
                <c:pt idx="615">
                  <c:v>41771</c:v>
                </c:pt>
                <c:pt idx="616">
                  <c:v>41772</c:v>
                </c:pt>
                <c:pt idx="617">
                  <c:v>41773</c:v>
                </c:pt>
                <c:pt idx="618">
                  <c:v>41774</c:v>
                </c:pt>
                <c:pt idx="619">
                  <c:v>41775</c:v>
                </c:pt>
                <c:pt idx="620">
                  <c:v>41778</c:v>
                </c:pt>
                <c:pt idx="621">
                  <c:v>41779</c:v>
                </c:pt>
                <c:pt idx="622">
                  <c:v>41780</c:v>
                </c:pt>
                <c:pt idx="623">
                  <c:v>41781</c:v>
                </c:pt>
                <c:pt idx="624">
                  <c:v>41782</c:v>
                </c:pt>
                <c:pt idx="625">
                  <c:v>41785</c:v>
                </c:pt>
                <c:pt idx="626">
                  <c:v>41786</c:v>
                </c:pt>
                <c:pt idx="627">
                  <c:v>41787</c:v>
                </c:pt>
                <c:pt idx="628">
                  <c:v>41788</c:v>
                </c:pt>
                <c:pt idx="629">
                  <c:v>41789</c:v>
                </c:pt>
                <c:pt idx="630">
                  <c:v>41792</c:v>
                </c:pt>
                <c:pt idx="631">
                  <c:v>41793</c:v>
                </c:pt>
                <c:pt idx="632">
                  <c:v>41794</c:v>
                </c:pt>
                <c:pt idx="633">
                  <c:v>41795</c:v>
                </c:pt>
                <c:pt idx="634">
                  <c:v>41796</c:v>
                </c:pt>
                <c:pt idx="635">
                  <c:v>41799</c:v>
                </c:pt>
                <c:pt idx="636">
                  <c:v>41800</c:v>
                </c:pt>
                <c:pt idx="637">
                  <c:v>41801</c:v>
                </c:pt>
                <c:pt idx="638">
                  <c:v>41802</c:v>
                </c:pt>
                <c:pt idx="639">
                  <c:v>41803</c:v>
                </c:pt>
                <c:pt idx="640">
                  <c:v>41806</c:v>
                </c:pt>
                <c:pt idx="641">
                  <c:v>41807</c:v>
                </c:pt>
                <c:pt idx="642">
                  <c:v>41808</c:v>
                </c:pt>
                <c:pt idx="643">
                  <c:v>41809</c:v>
                </c:pt>
                <c:pt idx="644">
                  <c:v>41810</c:v>
                </c:pt>
                <c:pt idx="645">
                  <c:v>41813</c:v>
                </c:pt>
                <c:pt idx="646">
                  <c:v>41814</c:v>
                </c:pt>
                <c:pt idx="647">
                  <c:v>41815</c:v>
                </c:pt>
                <c:pt idx="648">
                  <c:v>41816</c:v>
                </c:pt>
                <c:pt idx="649">
                  <c:v>41817</c:v>
                </c:pt>
                <c:pt idx="650">
                  <c:v>41820</c:v>
                </c:pt>
                <c:pt idx="651">
                  <c:v>41821</c:v>
                </c:pt>
                <c:pt idx="652">
                  <c:v>41822</c:v>
                </c:pt>
                <c:pt idx="653">
                  <c:v>41823</c:v>
                </c:pt>
                <c:pt idx="654">
                  <c:v>41824</c:v>
                </c:pt>
                <c:pt idx="655">
                  <c:v>41827</c:v>
                </c:pt>
                <c:pt idx="656">
                  <c:v>41828</c:v>
                </c:pt>
                <c:pt idx="657">
                  <c:v>41829</c:v>
                </c:pt>
                <c:pt idx="658">
                  <c:v>41830</c:v>
                </c:pt>
                <c:pt idx="659">
                  <c:v>41831</c:v>
                </c:pt>
                <c:pt idx="660">
                  <c:v>41834</c:v>
                </c:pt>
                <c:pt idx="661">
                  <c:v>41835</c:v>
                </c:pt>
                <c:pt idx="662">
                  <c:v>41836</c:v>
                </c:pt>
                <c:pt idx="663">
                  <c:v>41837</c:v>
                </c:pt>
                <c:pt idx="664">
                  <c:v>41838</c:v>
                </c:pt>
                <c:pt idx="665">
                  <c:v>41841</c:v>
                </c:pt>
                <c:pt idx="666">
                  <c:v>41842</c:v>
                </c:pt>
                <c:pt idx="667">
                  <c:v>41843</c:v>
                </c:pt>
                <c:pt idx="668">
                  <c:v>41844</c:v>
                </c:pt>
                <c:pt idx="669">
                  <c:v>41845</c:v>
                </c:pt>
                <c:pt idx="670">
                  <c:v>41848</c:v>
                </c:pt>
                <c:pt idx="671">
                  <c:v>41849</c:v>
                </c:pt>
                <c:pt idx="672">
                  <c:v>41850</c:v>
                </c:pt>
                <c:pt idx="673">
                  <c:v>41851</c:v>
                </c:pt>
                <c:pt idx="674">
                  <c:v>41852</c:v>
                </c:pt>
                <c:pt idx="675">
                  <c:v>41855</c:v>
                </c:pt>
                <c:pt idx="676">
                  <c:v>41856</c:v>
                </c:pt>
                <c:pt idx="677">
                  <c:v>41857</c:v>
                </c:pt>
                <c:pt idx="678">
                  <c:v>41858</c:v>
                </c:pt>
                <c:pt idx="679">
                  <c:v>41859</c:v>
                </c:pt>
                <c:pt idx="680">
                  <c:v>41862</c:v>
                </c:pt>
                <c:pt idx="681">
                  <c:v>41863</c:v>
                </c:pt>
                <c:pt idx="682">
                  <c:v>41864</c:v>
                </c:pt>
                <c:pt idx="683">
                  <c:v>41865</c:v>
                </c:pt>
                <c:pt idx="684">
                  <c:v>41866</c:v>
                </c:pt>
                <c:pt idx="685">
                  <c:v>41869</c:v>
                </c:pt>
                <c:pt idx="686">
                  <c:v>41870</c:v>
                </c:pt>
                <c:pt idx="687">
                  <c:v>41871</c:v>
                </c:pt>
                <c:pt idx="688">
                  <c:v>41872</c:v>
                </c:pt>
                <c:pt idx="689">
                  <c:v>41873</c:v>
                </c:pt>
                <c:pt idx="690">
                  <c:v>41876</c:v>
                </c:pt>
                <c:pt idx="691">
                  <c:v>41877</c:v>
                </c:pt>
                <c:pt idx="692">
                  <c:v>41878</c:v>
                </c:pt>
                <c:pt idx="693">
                  <c:v>41879</c:v>
                </c:pt>
                <c:pt idx="694">
                  <c:v>41880</c:v>
                </c:pt>
                <c:pt idx="695">
                  <c:v>41883</c:v>
                </c:pt>
                <c:pt idx="696">
                  <c:v>41884</c:v>
                </c:pt>
                <c:pt idx="697">
                  <c:v>41885</c:v>
                </c:pt>
                <c:pt idx="698">
                  <c:v>41886</c:v>
                </c:pt>
                <c:pt idx="699">
                  <c:v>41887</c:v>
                </c:pt>
                <c:pt idx="700">
                  <c:v>41890</c:v>
                </c:pt>
                <c:pt idx="701">
                  <c:v>41891</c:v>
                </c:pt>
                <c:pt idx="702">
                  <c:v>41892</c:v>
                </c:pt>
                <c:pt idx="703">
                  <c:v>41893</c:v>
                </c:pt>
                <c:pt idx="704">
                  <c:v>41894</c:v>
                </c:pt>
                <c:pt idx="705">
                  <c:v>41897</c:v>
                </c:pt>
                <c:pt idx="706">
                  <c:v>41898</c:v>
                </c:pt>
                <c:pt idx="707">
                  <c:v>41899</c:v>
                </c:pt>
                <c:pt idx="708">
                  <c:v>41900</c:v>
                </c:pt>
                <c:pt idx="709">
                  <c:v>41901</c:v>
                </c:pt>
                <c:pt idx="710">
                  <c:v>41904</c:v>
                </c:pt>
                <c:pt idx="711">
                  <c:v>41905</c:v>
                </c:pt>
                <c:pt idx="712">
                  <c:v>41906</c:v>
                </c:pt>
                <c:pt idx="713">
                  <c:v>41907</c:v>
                </c:pt>
                <c:pt idx="714">
                  <c:v>41908</c:v>
                </c:pt>
                <c:pt idx="715">
                  <c:v>41911</c:v>
                </c:pt>
                <c:pt idx="716">
                  <c:v>41912</c:v>
                </c:pt>
                <c:pt idx="717">
                  <c:v>41913</c:v>
                </c:pt>
                <c:pt idx="718">
                  <c:v>41914</c:v>
                </c:pt>
                <c:pt idx="719">
                  <c:v>41915</c:v>
                </c:pt>
                <c:pt idx="720">
                  <c:v>41918</c:v>
                </c:pt>
                <c:pt idx="721">
                  <c:v>41919</c:v>
                </c:pt>
                <c:pt idx="722">
                  <c:v>41920</c:v>
                </c:pt>
                <c:pt idx="723">
                  <c:v>41921</c:v>
                </c:pt>
                <c:pt idx="724">
                  <c:v>41922</c:v>
                </c:pt>
                <c:pt idx="725">
                  <c:v>41925</c:v>
                </c:pt>
                <c:pt idx="726">
                  <c:v>41926</c:v>
                </c:pt>
                <c:pt idx="727">
                  <c:v>41927</c:v>
                </c:pt>
                <c:pt idx="728">
                  <c:v>41928</c:v>
                </c:pt>
                <c:pt idx="729">
                  <c:v>41929</c:v>
                </c:pt>
                <c:pt idx="730">
                  <c:v>41932</c:v>
                </c:pt>
                <c:pt idx="731">
                  <c:v>41933</c:v>
                </c:pt>
                <c:pt idx="732">
                  <c:v>41934</c:v>
                </c:pt>
                <c:pt idx="733">
                  <c:v>41935</c:v>
                </c:pt>
                <c:pt idx="734">
                  <c:v>41936</c:v>
                </c:pt>
                <c:pt idx="735">
                  <c:v>41939</c:v>
                </c:pt>
                <c:pt idx="736">
                  <c:v>41940</c:v>
                </c:pt>
                <c:pt idx="737">
                  <c:v>41941</c:v>
                </c:pt>
                <c:pt idx="738">
                  <c:v>41942</c:v>
                </c:pt>
                <c:pt idx="739">
                  <c:v>41943</c:v>
                </c:pt>
                <c:pt idx="740">
                  <c:v>41946</c:v>
                </c:pt>
                <c:pt idx="741">
                  <c:v>41947</c:v>
                </c:pt>
                <c:pt idx="742">
                  <c:v>41948</c:v>
                </c:pt>
                <c:pt idx="743">
                  <c:v>41949</c:v>
                </c:pt>
                <c:pt idx="744">
                  <c:v>41950</c:v>
                </c:pt>
                <c:pt idx="745">
                  <c:v>41953</c:v>
                </c:pt>
                <c:pt idx="746">
                  <c:v>41954</c:v>
                </c:pt>
                <c:pt idx="747">
                  <c:v>41955</c:v>
                </c:pt>
                <c:pt idx="748">
                  <c:v>41956</c:v>
                </c:pt>
                <c:pt idx="749">
                  <c:v>41957</c:v>
                </c:pt>
                <c:pt idx="750">
                  <c:v>41960</c:v>
                </c:pt>
                <c:pt idx="751">
                  <c:v>41961</c:v>
                </c:pt>
                <c:pt idx="752">
                  <c:v>41962</c:v>
                </c:pt>
                <c:pt idx="753">
                  <c:v>41963</c:v>
                </c:pt>
                <c:pt idx="754">
                  <c:v>41964</c:v>
                </c:pt>
                <c:pt idx="755">
                  <c:v>41967</c:v>
                </c:pt>
                <c:pt idx="756">
                  <c:v>41968</c:v>
                </c:pt>
                <c:pt idx="757">
                  <c:v>41969</c:v>
                </c:pt>
                <c:pt idx="758">
                  <c:v>41970</c:v>
                </c:pt>
                <c:pt idx="759">
                  <c:v>41971</c:v>
                </c:pt>
                <c:pt idx="760">
                  <c:v>41974</c:v>
                </c:pt>
                <c:pt idx="761">
                  <c:v>41975</c:v>
                </c:pt>
                <c:pt idx="762">
                  <c:v>41976</c:v>
                </c:pt>
                <c:pt idx="763">
                  <c:v>41977</c:v>
                </c:pt>
                <c:pt idx="764">
                  <c:v>41978</c:v>
                </c:pt>
                <c:pt idx="765">
                  <c:v>41981</c:v>
                </c:pt>
                <c:pt idx="766">
                  <c:v>41982</c:v>
                </c:pt>
                <c:pt idx="767">
                  <c:v>41983</c:v>
                </c:pt>
                <c:pt idx="768">
                  <c:v>41984</c:v>
                </c:pt>
                <c:pt idx="769">
                  <c:v>41985</c:v>
                </c:pt>
                <c:pt idx="770">
                  <c:v>41988</c:v>
                </c:pt>
                <c:pt idx="771">
                  <c:v>41989</c:v>
                </c:pt>
                <c:pt idx="772">
                  <c:v>41990</c:v>
                </c:pt>
                <c:pt idx="773">
                  <c:v>41991</c:v>
                </c:pt>
                <c:pt idx="774">
                  <c:v>41992</c:v>
                </c:pt>
                <c:pt idx="775">
                  <c:v>41995</c:v>
                </c:pt>
                <c:pt idx="776">
                  <c:v>41996</c:v>
                </c:pt>
                <c:pt idx="777">
                  <c:v>41997</c:v>
                </c:pt>
                <c:pt idx="778">
                  <c:v>41998</c:v>
                </c:pt>
                <c:pt idx="779">
                  <c:v>41999</c:v>
                </c:pt>
                <c:pt idx="780">
                  <c:v>42002</c:v>
                </c:pt>
                <c:pt idx="781">
                  <c:v>42003</c:v>
                </c:pt>
                <c:pt idx="782">
                  <c:v>42004</c:v>
                </c:pt>
                <c:pt idx="783">
                  <c:v>42005</c:v>
                </c:pt>
                <c:pt idx="784">
                  <c:v>42006</c:v>
                </c:pt>
                <c:pt idx="785">
                  <c:v>42009</c:v>
                </c:pt>
                <c:pt idx="786">
                  <c:v>42010</c:v>
                </c:pt>
                <c:pt idx="787">
                  <c:v>42011</c:v>
                </c:pt>
                <c:pt idx="788">
                  <c:v>42012</c:v>
                </c:pt>
                <c:pt idx="789">
                  <c:v>42013</c:v>
                </c:pt>
                <c:pt idx="790">
                  <c:v>42016</c:v>
                </c:pt>
                <c:pt idx="791">
                  <c:v>42017</c:v>
                </c:pt>
                <c:pt idx="792">
                  <c:v>42018</c:v>
                </c:pt>
                <c:pt idx="793">
                  <c:v>42019</c:v>
                </c:pt>
                <c:pt idx="794">
                  <c:v>42020</c:v>
                </c:pt>
                <c:pt idx="795">
                  <c:v>42023</c:v>
                </c:pt>
                <c:pt idx="796">
                  <c:v>42024</c:v>
                </c:pt>
                <c:pt idx="797">
                  <c:v>42025</c:v>
                </c:pt>
                <c:pt idx="798">
                  <c:v>42026</c:v>
                </c:pt>
                <c:pt idx="799">
                  <c:v>42027</c:v>
                </c:pt>
                <c:pt idx="800">
                  <c:v>42030</c:v>
                </c:pt>
                <c:pt idx="801">
                  <c:v>42031</c:v>
                </c:pt>
                <c:pt idx="802">
                  <c:v>42032</c:v>
                </c:pt>
                <c:pt idx="803">
                  <c:v>42033</c:v>
                </c:pt>
                <c:pt idx="804">
                  <c:v>42034</c:v>
                </c:pt>
                <c:pt idx="805">
                  <c:v>42037</c:v>
                </c:pt>
                <c:pt idx="806">
                  <c:v>42038</c:v>
                </c:pt>
                <c:pt idx="807">
                  <c:v>42039</c:v>
                </c:pt>
                <c:pt idx="808">
                  <c:v>42040</c:v>
                </c:pt>
                <c:pt idx="809">
                  <c:v>42041</c:v>
                </c:pt>
                <c:pt idx="810">
                  <c:v>42044</c:v>
                </c:pt>
                <c:pt idx="811">
                  <c:v>42045</c:v>
                </c:pt>
                <c:pt idx="812">
                  <c:v>42046</c:v>
                </c:pt>
                <c:pt idx="813">
                  <c:v>42047</c:v>
                </c:pt>
                <c:pt idx="814">
                  <c:v>42048</c:v>
                </c:pt>
                <c:pt idx="815">
                  <c:v>42051</c:v>
                </c:pt>
                <c:pt idx="816">
                  <c:v>42052</c:v>
                </c:pt>
                <c:pt idx="817">
                  <c:v>42053</c:v>
                </c:pt>
                <c:pt idx="818">
                  <c:v>42054</c:v>
                </c:pt>
                <c:pt idx="819">
                  <c:v>42055</c:v>
                </c:pt>
                <c:pt idx="820">
                  <c:v>42058</c:v>
                </c:pt>
                <c:pt idx="821">
                  <c:v>42059</c:v>
                </c:pt>
                <c:pt idx="822">
                  <c:v>42060</c:v>
                </c:pt>
                <c:pt idx="823">
                  <c:v>42061</c:v>
                </c:pt>
                <c:pt idx="824">
                  <c:v>42062</c:v>
                </c:pt>
                <c:pt idx="825">
                  <c:v>42065</c:v>
                </c:pt>
                <c:pt idx="826">
                  <c:v>42066</c:v>
                </c:pt>
                <c:pt idx="827">
                  <c:v>42067</c:v>
                </c:pt>
                <c:pt idx="828">
                  <c:v>42068</c:v>
                </c:pt>
                <c:pt idx="829">
                  <c:v>42069</c:v>
                </c:pt>
                <c:pt idx="830">
                  <c:v>42072</c:v>
                </c:pt>
                <c:pt idx="831">
                  <c:v>42073</c:v>
                </c:pt>
                <c:pt idx="832">
                  <c:v>42074</c:v>
                </c:pt>
                <c:pt idx="833">
                  <c:v>42075</c:v>
                </c:pt>
                <c:pt idx="834">
                  <c:v>42076</c:v>
                </c:pt>
                <c:pt idx="835">
                  <c:v>42079</c:v>
                </c:pt>
                <c:pt idx="836">
                  <c:v>42080</c:v>
                </c:pt>
                <c:pt idx="837">
                  <c:v>42081</c:v>
                </c:pt>
                <c:pt idx="838">
                  <c:v>42082</c:v>
                </c:pt>
                <c:pt idx="839">
                  <c:v>42083</c:v>
                </c:pt>
                <c:pt idx="840">
                  <c:v>42086</c:v>
                </c:pt>
                <c:pt idx="841">
                  <c:v>42087</c:v>
                </c:pt>
                <c:pt idx="842">
                  <c:v>42088</c:v>
                </c:pt>
                <c:pt idx="843">
                  <c:v>42089</c:v>
                </c:pt>
                <c:pt idx="844">
                  <c:v>42090</c:v>
                </c:pt>
                <c:pt idx="845">
                  <c:v>42093</c:v>
                </c:pt>
                <c:pt idx="846">
                  <c:v>42094</c:v>
                </c:pt>
                <c:pt idx="847">
                  <c:v>42095</c:v>
                </c:pt>
                <c:pt idx="848">
                  <c:v>42096</c:v>
                </c:pt>
                <c:pt idx="849">
                  <c:v>42097</c:v>
                </c:pt>
                <c:pt idx="850">
                  <c:v>42100</c:v>
                </c:pt>
                <c:pt idx="851">
                  <c:v>42101</c:v>
                </c:pt>
                <c:pt idx="852">
                  <c:v>42102</c:v>
                </c:pt>
                <c:pt idx="853">
                  <c:v>42103</c:v>
                </c:pt>
                <c:pt idx="854">
                  <c:v>42104</c:v>
                </c:pt>
                <c:pt idx="855">
                  <c:v>42107</c:v>
                </c:pt>
                <c:pt idx="856">
                  <c:v>42108</c:v>
                </c:pt>
                <c:pt idx="857">
                  <c:v>42109</c:v>
                </c:pt>
                <c:pt idx="858">
                  <c:v>42110</c:v>
                </c:pt>
                <c:pt idx="859">
                  <c:v>42111</c:v>
                </c:pt>
                <c:pt idx="860">
                  <c:v>42114</c:v>
                </c:pt>
                <c:pt idx="861">
                  <c:v>42115</c:v>
                </c:pt>
                <c:pt idx="862">
                  <c:v>42116</c:v>
                </c:pt>
                <c:pt idx="863">
                  <c:v>42117</c:v>
                </c:pt>
                <c:pt idx="864">
                  <c:v>42118</c:v>
                </c:pt>
                <c:pt idx="865">
                  <c:v>42121</c:v>
                </c:pt>
                <c:pt idx="866">
                  <c:v>42122</c:v>
                </c:pt>
                <c:pt idx="867">
                  <c:v>42123</c:v>
                </c:pt>
                <c:pt idx="868">
                  <c:v>42124</c:v>
                </c:pt>
                <c:pt idx="869">
                  <c:v>42125</c:v>
                </c:pt>
                <c:pt idx="870">
                  <c:v>42128</c:v>
                </c:pt>
                <c:pt idx="871">
                  <c:v>42129</c:v>
                </c:pt>
                <c:pt idx="872">
                  <c:v>42130</c:v>
                </c:pt>
                <c:pt idx="873">
                  <c:v>42131</c:v>
                </c:pt>
                <c:pt idx="874">
                  <c:v>42132</c:v>
                </c:pt>
                <c:pt idx="875">
                  <c:v>42135</c:v>
                </c:pt>
                <c:pt idx="876">
                  <c:v>42136</c:v>
                </c:pt>
                <c:pt idx="877">
                  <c:v>42137</c:v>
                </c:pt>
                <c:pt idx="878">
                  <c:v>42138</c:v>
                </c:pt>
                <c:pt idx="879">
                  <c:v>42139</c:v>
                </c:pt>
                <c:pt idx="880">
                  <c:v>42142</c:v>
                </c:pt>
                <c:pt idx="881">
                  <c:v>42143</c:v>
                </c:pt>
                <c:pt idx="882">
                  <c:v>42144</c:v>
                </c:pt>
                <c:pt idx="883">
                  <c:v>42145</c:v>
                </c:pt>
                <c:pt idx="884">
                  <c:v>42146</c:v>
                </c:pt>
                <c:pt idx="885">
                  <c:v>42149</c:v>
                </c:pt>
                <c:pt idx="886">
                  <c:v>42150</c:v>
                </c:pt>
                <c:pt idx="887">
                  <c:v>42151</c:v>
                </c:pt>
                <c:pt idx="888">
                  <c:v>42152</c:v>
                </c:pt>
                <c:pt idx="889">
                  <c:v>42153</c:v>
                </c:pt>
                <c:pt idx="890">
                  <c:v>42156</c:v>
                </c:pt>
                <c:pt idx="891">
                  <c:v>42157</c:v>
                </c:pt>
                <c:pt idx="892">
                  <c:v>42158</c:v>
                </c:pt>
                <c:pt idx="893">
                  <c:v>42159</c:v>
                </c:pt>
                <c:pt idx="894">
                  <c:v>42160</c:v>
                </c:pt>
                <c:pt idx="895">
                  <c:v>42163</c:v>
                </c:pt>
                <c:pt idx="896">
                  <c:v>42164</c:v>
                </c:pt>
                <c:pt idx="897">
                  <c:v>42165</c:v>
                </c:pt>
                <c:pt idx="898">
                  <c:v>42166</c:v>
                </c:pt>
                <c:pt idx="899">
                  <c:v>42167</c:v>
                </c:pt>
                <c:pt idx="900">
                  <c:v>42170</c:v>
                </c:pt>
                <c:pt idx="901">
                  <c:v>42171</c:v>
                </c:pt>
                <c:pt idx="902">
                  <c:v>42172</c:v>
                </c:pt>
                <c:pt idx="903">
                  <c:v>42173</c:v>
                </c:pt>
                <c:pt idx="904">
                  <c:v>42174</c:v>
                </c:pt>
                <c:pt idx="905">
                  <c:v>42177</c:v>
                </c:pt>
                <c:pt idx="906">
                  <c:v>42178</c:v>
                </c:pt>
                <c:pt idx="907">
                  <c:v>42179</c:v>
                </c:pt>
                <c:pt idx="908">
                  <c:v>42180</c:v>
                </c:pt>
                <c:pt idx="909">
                  <c:v>42181</c:v>
                </c:pt>
                <c:pt idx="910">
                  <c:v>42184</c:v>
                </c:pt>
                <c:pt idx="911">
                  <c:v>42185</c:v>
                </c:pt>
                <c:pt idx="912">
                  <c:v>42186</c:v>
                </c:pt>
                <c:pt idx="913">
                  <c:v>42187</c:v>
                </c:pt>
                <c:pt idx="914">
                  <c:v>42188</c:v>
                </c:pt>
                <c:pt idx="915">
                  <c:v>42191</c:v>
                </c:pt>
                <c:pt idx="916">
                  <c:v>42192</c:v>
                </c:pt>
                <c:pt idx="917">
                  <c:v>42193</c:v>
                </c:pt>
                <c:pt idx="918">
                  <c:v>42194</c:v>
                </c:pt>
                <c:pt idx="919">
                  <c:v>42195</c:v>
                </c:pt>
                <c:pt idx="920">
                  <c:v>42198</c:v>
                </c:pt>
                <c:pt idx="921">
                  <c:v>42199</c:v>
                </c:pt>
                <c:pt idx="922">
                  <c:v>42200</c:v>
                </c:pt>
                <c:pt idx="923">
                  <c:v>42201</c:v>
                </c:pt>
                <c:pt idx="924">
                  <c:v>42202</c:v>
                </c:pt>
                <c:pt idx="925">
                  <c:v>42205</c:v>
                </c:pt>
                <c:pt idx="926">
                  <c:v>42206</c:v>
                </c:pt>
                <c:pt idx="927">
                  <c:v>42207</c:v>
                </c:pt>
                <c:pt idx="928">
                  <c:v>42208</c:v>
                </c:pt>
                <c:pt idx="929">
                  <c:v>42209</c:v>
                </c:pt>
                <c:pt idx="930">
                  <c:v>42212</c:v>
                </c:pt>
                <c:pt idx="931">
                  <c:v>42213</c:v>
                </c:pt>
                <c:pt idx="932">
                  <c:v>42214</c:v>
                </c:pt>
                <c:pt idx="933">
                  <c:v>42215</c:v>
                </c:pt>
                <c:pt idx="934">
                  <c:v>42216</c:v>
                </c:pt>
                <c:pt idx="935">
                  <c:v>42219</c:v>
                </c:pt>
                <c:pt idx="936">
                  <c:v>42220</c:v>
                </c:pt>
                <c:pt idx="937">
                  <c:v>42221</c:v>
                </c:pt>
                <c:pt idx="938">
                  <c:v>42222</c:v>
                </c:pt>
                <c:pt idx="939">
                  <c:v>42223</c:v>
                </c:pt>
                <c:pt idx="940">
                  <c:v>42226</c:v>
                </c:pt>
                <c:pt idx="941">
                  <c:v>42227</c:v>
                </c:pt>
                <c:pt idx="942">
                  <c:v>42228</c:v>
                </c:pt>
                <c:pt idx="943">
                  <c:v>42229</c:v>
                </c:pt>
                <c:pt idx="944">
                  <c:v>42230</c:v>
                </c:pt>
                <c:pt idx="945">
                  <c:v>42233</c:v>
                </c:pt>
                <c:pt idx="946">
                  <c:v>42234</c:v>
                </c:pt>
                <c:pt idx="947">
                  <c:v>42235</c:v>
                </c:pt>
                <c:pt idx="948">
                  <c:v>42236</c:v>
                </c:pt>
                <c:pt idx="949">
                  <c:v>42237</c:v>
                </c:pt>
                <c:pt idx="950">
                  <c:v>42240</c:v>
                </c:pt>
                <c:pt idx="951">
                  <c:v>42241</c:v>
                </c:pt>
                <c:pt idx="952">
                  <c:v>42242</c:v>
                </c:pt>
                <c:pt idx="953">
                  <c:v>42243</c:v>
                </c:pt>
                <c:pt idx="954">
                  <c:v>42244</c:v>
                </c:pt>
                <c:pt idx="955">
                  <c:v>42247</c:v>
                </c:pt>
                <c:pt idx="956">
                  <c:v>42248</c:v>
                </c:pt>
                <c:pt idx="957">
                  <c:v>42249</c:v>
                </c:pt>
                <c:pt idx="958">
                  <c:v>42250</c:v>
                </c:pt>
                <c:pt idx="959">
                  <c:v>42251</c:v>
                </c:pt>
                <c:pt idx="960">
                  <c:v>42254</c:v>
                </c:pt>
                <c:pt idx="961">
                  <c:v>42255</c:v>
                </c:pt>
                <c:pt idx="962">
                  <c:v>42256</c:v>
                </c:pt>
                <c:pt idx="963">
                  <c:v>42257</c:v>
                </c:pt>
                <c:pt idx="964">
                  <c:v>42258</c:v>
                </c:pt>
                <c:pt idx="965">
                  <c:v>42261</c:v>
                </c:pt>
                <c:pt idx="966">
                  <c:v>42262</c:v>
                </c:pt>
                <c:pt idx="967">
                  <c:v>42263</c:v>
                </c:pt>
                <c:pt idx="968">
                  <c:v>42264</c:v>
                </c:pt>
                <c:pt idx="969">
                  <c:v>42265</c:v>
                </c:pt>
                <c:pt idx="970">
                  <c:v>42268</c:v>
                </c:pt>
                <c:pt idx="971">
                  <c:v>42269</c:v>
                </c:pt>
                <c:pt idx="972">
                  <c:v>42270</c:v>
                </c:pt>
                <c:pt idx="973">
                  <c:v>42271</c:v>
                </c:pt>
                <c:pt idx="974">
                  <c:v>42272</c:v>
                </c:pt>
                <c:pt idx="975">
                  <c:v>42275</c:v>
                </c:pt>
                <c:pt idx="976">
                  <c:v>42276</c:v>
                </c:pt>
                <c:pt idx="977">
                  <c:v>42277</c:v>
                </c:pt>
                <c:pt idx="978">
                  <c:v>42278</c:v>
                </c:pt>
                <c:pt idx="979">
                  <c:v>42279</c:v>
                </c:pt>
                <c:pt idx="980">
                  <c:v>42282</c:v>
                </c:pt>
                <c:pt idx="981">
                  <c:v>42283</c:v>
                </c:pt>
                <c:pt idx="982">
                  <c:v>42284</c:v>
                </c:pt>
                <c:pt idx="983">
                  <c:v>42285</c:v>
                </c:pt>
                <c:pt idx="984">
                  <c:v>42286</c:v>
                </c:pt>
                <c:pt idx="985">
                  <c:v>42289</c:v>
                </c:pt>
                <c:pt idx="986">
                  <c:v>42290</c:v>
                </c:pt>
                <c:pt idx="987">
                  <c:v>42291</c:v>
                </c:pt>
                <c:pt idx="988">
                  <c:v>42292</c:v>
                </c:pt>
                <c:pt idx="989">
                  <c:v>42293</c:v>
                </c:pt>
                <c:pt idx="990">
                  <c:v>42296</c:v>
                </c:pt>
                <c:pt idx="991">
                  <c:v>42297</c:v>
                </c:pt>
                <c:pt idx="992">
                  <c:v>42298</c:v>
                </c:pt>
                <c:pt idx="993">
                  <c:v>42299</c:v>
                </c:pt>
                <c:pt idx="994">
                  <c:v>42300</c:v>
                </c:pt>
                <c:pt idx="995">
                  <c:v>42303</c:v>
                </c:pt>
                <c:pt idx="996">
                  <c:v>42304</c:v>
                </c:pt>
                <c:pt idx="997">
                  <c:v>42305</c:v>
                </c:pt>
                <c:pt idx="998">
                  <c:v>42306</c:v>
                </c:pt>
                <c:pt idx="999">
                  <c:v>42307</c:v>
                </c:pt>
                <c:pt idx="1000">
                  <c:v>42310</c:v>
                </c:pt>
                <c:pt idx="1001">
                  <c:v>42311</c:v>
                </c:pt>
                <c:pt idx="1002">
                  <c:v>42312</c:v>
                </c:pt>
                <c:pt idx="1003">
                  <c:v>42313</c:v>
                </c:pt>
                <c:pt idx="1004">
                  <c:v>42314</c:v>
                </c:pt>
                <c:pt idx="1005">
                  <c:v>42317</c:v>
                </c:pt>
                <c:pt idx="1006">
                  <c:v>42318</c:v>
                </c:pt>
                <c:pt idx="1007">
                  <c:v>42319</c:v>
                </c:pt>
                <c:pt idx="1008">
                  <c:v>42320</c:v>
                </c:pt>
                <c:pt idx="1009">
                  <c:v>42321</c:v>
                </c:pt>
                <c:pt idx="1010">
                  <c:v>42324</c:v>
                </c:pt>
                <c:pt idx="1011">
                  <c:v>42325</c:v>
                </c:pt>
                <c:pt idx="1012">
                  <c:v>42326</c:v>
                </c:pt>
                <c:pt idx="1013">
                  <c:v>42327</c:v>
                </c:pt>
                <c:pt idx="1014">
                  <c:v>42328</c:v>
                </c:pt>
                <c:pt idx="1015">
                  <c:v>42331</c:v>
                </c:pt>
                <c:pt idx="1016">
                  <c:v>42332</c:v>
                </c:pt>
                <c:pt idx="1017">
                  <c:v>42333</c:v>
                </c:pt>
                <c:pt idx="1018">
                  <c:v>42334</c:v>
                </c:pt>
                <c:pt idx="1019">
                  <c:v>42335</c:v>
                </c:pt>
                <c:pt idx="1020">
                  <c:v>42338</c:v>
                </c:pt>
                <c:pt idx="1021">
                  <c:v>42339</c:v>
                </c:pt>
                <c:pt idx="1022">
                  <c:v>42340</c:v>
                </c:pt>
                <c:pt idx="1023">
                  <c:v>42341</c:v>
                </c:pt>
                <c:pt idx="1024">
                  <c:v>42342</c:v>
                </c:pt>
                <c:pt idx="1025">
                  <c:v>42345</c:v>
                </c:pt>
                <c:pt idx="1026">
                  <c:v>42346</c:v>
                </c:pt>
                <c:pt idx="1027">
                  <c:v>42347</c:v>
                </c:pt>
                <c:pt idx="1028">
                  <c:v>42348</c:v>
                </c:pt>
                <c:pt idx="1029">
                  <c:v>42349</c:v>
                </c:pt>
                <c:pt idx="1030">
                  <c:v>42352</c:v>
                </c:pt>
                <c:pt idx="1031">
                  <c:v>42353</c:v>
                </c:pt>
                <c:pt idx="1032">
                  <c:v>42354</c:v>
                </c:pt>
                <c:pt idx="1033">
                  <c:v>42355</c:v>
                </c:pt>
                <c:pt idx="1034">
                  <c:v>42356</c:v>
                </c:pt>
                <c:pt idx="1035">
                  <c:v>42359</c:v>
                </c:pt>
                <c:pt idx="1036">
                  <c:v>42360</c:v>
                </c:pt>
                <c:pt idx="1037">
                  <c:v>42361</c:v>
                </c:pt>
                <c:pt idx="1038">
                  <c:v>42362</c:v>
                </c:pt>
                <c:pt idx="1039">
                  <c:v>42363</c:v>
                </c:pt>
                <c:pt idx="1040">
                  <c:v>42366</c:v>
                </c:pt>
                <c:pt idx="1041">
                  <c:v>42367</c:v>
                </c:pt>
                <c:pt idx="1042">
                  <c:v>42368</c:v>
                </c:pt>
                <c:pt idx="1043">
                  <c:v>42369</c:v>
                </c:pt>
                <c:pt idx="1044">
                  <c:v>42370</c:v>
                </c:pt>
                <c:pt idx="1045">
                  <c:v>42373</c:v>
                </c:pt>
                <c:pt idx="1046">
                  <c:v>42374</c:v>
                </c:pt>
                <c:pt idx="1047">
                  <c:v>42375</c:v>
                </c:pt>
                <c:pt idx="1048">
                  <c:v>42376</c:v>
                </c:pt>
                <c:pt idx="1049">
                  <c:v>42377</c:v>
                </c:pt>
                <c:pt idx="1050">
                  <c:v>42380</c:v>
                </c:pt>
                <c:pt idx="1051">
                  <c:v>42381</c:v>
                </c:pt>
                <c:pt idx="1052">
                  <c:v>42382</c:v>
                </c:pt>
                <c:pt idx="1053">
                  <c:v>42383</c:v>
                </c:pt>
                <c:pt idx="1054">
                  <c:v>42384</c:v>
                </c:pt>
                <c:pt idx="1055">
                  <c:v>42387</c:v>
                </c:pt>
                <c:pt idx="1056">
                  <c:v>42388</c:v>
                </c:pt>
                <c:pt idx="1057">
                  <c:v>42389</c:v>
                </c:pt>
                <c:pt idx="1058">
                  <c:v>42390</c:v>
                </c:pt>
                <c:pt idx="1059">
                  <c:v>42391</c:v>
                </c:pt>
                <c:pt idx="1060">
                  <c:v>42394</c:v>
                </c:pt>
                <c:pt idx="1061">
                  <c:v>42395</c:v>
                </c:pt>
                <c:pt idx="1062">
                  <c:v>42396</c:v>
                </c:pt>
                <c:pt idx="1063">
                  <c:v>42397</c:v>
                </c:pt>
                <c:pt idx="1064">
                  <c:v>42398</c:v>
                </c:pt>
                <c:pt idx="1065">
                  <c:v>42401</c:v>
                </c:pt>
                <c:pt idx="1066">
                  <c:v>42402</c:v>
                </c:pt>
                <c:pt idx="1067">
                  <c:v>42403</c:v>
                </c:pt>
                <c:pt idx="1068">
                  <c:v>42404</c:v>
                </c:pt>
                <c:pt idx="1069">
                  <c:v>42405</c:v>
                </c:pt>
                <c:pt idx="1070">
                  <c:v>42408</c:v>
                </c:pt>
                <c:pt idx="1071">
                  <c:v>42409</c:v>
                </c:pt>
                <c:pt idx="1072">
                  <c:v>42410</c:v>
                </c:pt>
                <c:pt idx="1073">
                  <c:v>42411</c:v>
                </c:pt>
                <c:pt idx="1074">
                  <c:v>42412</c:v>
                </c:pt>
                <c:pt idx="1075">
                  <c:v>42415</c:v>
                </c:pt>
                <c:pt idx="1076">
                  <c:v>42416</c:v>
                </c:pt>
                <c:pt idx="1077">
                  <c:v>42417</c:v>
                </c:pt>
                <c:pt idx="1078">
                  <c:v>42418</c:v>
                </c:pt>
                <c:pt idx="1079">
                  <c:v>42419</c:v>
                </c:pt>
                <c:pt idx="1080">
                  <c:v>42422</c:v>
                </c:pt>
                <c:pt idx="1081">
                  <c:v>42423</c:v>
                </c:pt>
                <c:pt idx="1082">
                  <c:v>42424</c:v>
                </c:pt>
                <c:pt idx="1083">
                  <c:v>42425</c:v>
                </c:pt>
                <c:pt idx="1084">
                  <c:v>42426</c:v>
                </c:pt>
                <c:pt idx="1085">
                  <c:v>42429</c:v>
                </c:pt>
                <c:pt idx="1086">
                  <c:v>42430</c:v>
                </c:pt>
                <c:pt idx="1087">
                  <c:v>42431</c:v>
                </c:pt>
                <c:pt idx="1088">
                  <c:v>42432</c:v>
                </c:pt>
                <c:pt idx="1089">
                  <c:v>42433</c:v>
                </c:pt>
                <c:pt idx="1090">
                  <c:v>42436</c:v>
                </c:pt>
                <c:pt idx="1091">
                  <c:v>42437</c:v>
                </c:pt>
                <c:pt idx="1092">
                  <c:v>42438</c:v>
                </c:pt>
                <c:pt idx="1093">
                  <c:v>42439</c:v>
                </c:pt>
                <c:pt idx="1094">
                  <c:v>42440</c:v>
                </c:pt>
                <c:pt idx="1095">
                  <c:v>42443</c:v>
                </c:pt>
                <c:pt idx="1096">
                  <c:v>42444</c:v>
                </c:pt>
                <c:pt idx="1097">
                  <c:v>42445</c:v>
                </c:pt>
                <c:pt idx="1098">
                  <c:v>42446</c:v>
                </c:pt>
                <c:pt idx="1099">
                  <c:v>42447</c:v>
                </c:pt>
                <c:pt idx="1100">
                  <c:v>42450</c:v>
                </c:pt>
                <c:pt idx="1101">
                  <c:v>42451</c:v>
                </c:pt>
                <c:pt idx="1102">
                  <c:v>42452</c:v>
                </c:pt>
                <c:pt idx="1103">
                  <c:v>42453</c:v>
                </c:pt>
                <c:pt idx="1104">
                  <c:v>42454</c:v>
                </c:pt>
                <c:pt idx="1105">
                  <c:v>42457</c:v>
                </c:pt>
                <c:pt idx="1106">
                  <c:v>42458</c:v>
                </c:pt>
                <c:pt idx="1107">
                  <c:v>42459</c:v>
                </c:pt>
                <c:pt idx="1108">
                  <c:v>42460</c:v>
                </c:pt>
                <c:pt idx="1109">
                  <c:v>42461</c:v>
                </c:pt>
                <c:pt idx="1110">
                  <c:v>42464</c:v>
                </c:pt>
                <c:pt idx="1111">
                  <c:v>42465</c:v>
                </c:pt>
                <c:pt idx="1112">
                  <c:v>42466</c:v>
                </c:pt>
                <c:pt idx="1113">
                  <c:v>42467</c:v>
                </c:pt>
                <c:pt idx="1114">
                  <c:v>42468</c:v>
                </c:pt>
                <c:pt idx="1115">
                  <c:v>42471</c:v>
                </c:pt>
                <c:pt idx="1116">
                  <c:v>42472</c:v>
                </c:pt>
                <c:pt idx="1117">
                  <c:v>42473</c:v>
                </c:pt>
                <c:pt idx="1118">
                  <c:v>42474</c:v>
                </c:pt>
                <c:pt idx="1119">
                  <c:v>42475</c:v>
                </c:pt>
                <c:pt idx="1120">
                  <c:v>42478</c:v>
                </c:pt>
                <c:pt idx="1121">
                  <c:v>42479</c:v>
                </c:pt>
                <c:pt idx="1122">
                  <c:v>42480</c:v>
                </c:pt>
                <c:pt idx="1123">
                  <c:v>42481</c:v>
                </c:pt>
                <c:pt idx="1124">
                  <c:v>42482</c:v>
                </c:pt>
                <c:pt idx="1125">
                  <c:v>42485</c:v>
                </c:pt>
                <c:pt idx="1126">
                  <c:v>42486</c:v>
                </c:pt>
                <c:pt idx="1127">
                  <c:v>42487</c:v>
                </c:pt>
                <c:pt idx="1128">
                  <c:v>42488</c:v>
                </c:pt>
                <c:pt idx="1129">
                  <c:v>42489</c:v>
                </c:pt>
                <c:pt idx="1130">
                  <c:v>42492</c:v>
                </c:pt>
                <c:pt idx="1131">
                  <c:v>42493</c:v>
                </c:pt>
                <c:pt idx="1132">
                  <c:v>42494</c:v>
                </c:pt>
                <c:pt idx="1133">
                  <c:v>42495</c:v>
                </c:pt>
                <c:pt idx="1134">
                  <c:v>42496</c:v>
                </c:pt>
                <c:pt idx="1135">
                  <c:v>42499</c:v>
                </c:pt>
                <c:pt idx="1136">
                  <c:v>42500</c:v>
                </c:pt>
                <c:pt idx="1137">
                  <c:v>42501</c:v>
                </c:pt>
                <c:pt idx="1138">
                  <c:v>42502</c:v>
                </c:pt>
                <c:pt idx="1139">
                  <c:v>42503</c:v>
                </c:pt>
                <c:pt idx="1140">
                  <c:v>42506</c:v>
                </c:pt>
                <c:pt idx="1141">
                  <c:v>42507</c:v>
                </c:pt>
                <c:pt idx="1142">
                  <c:v>42508</c:v>
                </c:pt>
                <c:pt idx="1143">
                  <c:v>42509</c:v>
                </c:pt>
                <c:pt idx="1144">
                  <c:v>42510</c:v>
                </c:pt>
                <c:pt idx="1145">
                  <c:v>42513</c:v>
                </c:pt>
                <c:pt idx="1146">
                  <c:v>42514</c:v>
                </c:pt>
                <c:pt idx="1147">
                  <c:v>42515</c:v>
                </c:pt>
                <c:pt idx="1148">
                  <c:v>42516</c:v>
                </c:pt>
                <c:pt idx="1149">
                  <c:v>42517</c:v>
                </c:pt>
                <c:pt idx="1150">
                  <c:v>42520</c:v>
                </c:pt>
                <c:pt idx="1151">
                  <c:v>42521</c:v>
                </c:pt>
                <c:pt idx="1152">
                  <c:v>42522</c:v>
                </c:pt>
                <c:pt idx="1153">
                  <c:v>42523</c:v>
                </c:pt>
                <c:pt idx="1154">
                  <c:v>42524</c:v>
                </c:pt>
                <c:pt idx="1155">
                  <c:v>42527</c:v>
                </c:pt>
                <c:pt idx="1156">
                  <c:v>42528</c:v>
                </c:pt>
                <c:pt idx="1157">
                  <c:v>42529</c:v>
                </c:pt>
                <c:pt idx="1158">
                  <c:v>42530</c:v>
                </c:pt>
                <c:pt idx="1159">
                  <c:v>42531</c:v>
                </c:pt>
                <c:pt idx="1160">
                  <c:v>42534</c:v>
                </c:pt>
                <c:pt idx="1161">
                  <c:v>42535</c:v>
                </c:pt>
                <c:pt idx="1162">
                  <c:v>42536</c:v>
                </c:pt>
                <c:pt idx="1163">
                  <c:v>42537</c:v>
                </c:pt>
                <c:pt idx="1164">
                  <c:v>42538</c:v>
                </c:pt>
                <c:pt idx="1165">
                  <c:v>42541</c:v>
                </c:pt>
                <c:pt idx="1166">
                  <c:v>42542</c:v>
                </c:pt>
                <c:pt idx="1167">
                  <c:v>42543</c:v>
                </c:pt>
                <c:pt idx="1168">
                  <c:v>42544</c:v>
                </c:pt>
                <c:pt idx="1169">
                  <c:v>42545</c:v>
                </c:pt>
                <c:pt idx="1170">
                  <c:v>42548</c:v>
                </c:pt>
                <c:pt idx="1171">
                  <c:v>42549</c:v>
                </c:pt>
                <c:pt idx="1172">
                  <c:v>42550</c:v>
                </c:pt>
                <c:pt idx="1173">
                  <c:v>42551</c:v>
                </c:pt>
                <c:pt idx="1174">
                  <c:v>42552</c:v>
                </c:pt>
                <c:pt idx="1175">
                  <c:v>42555</c:v>
                </c:pt>
                <c:pt idx="1176">
                  <c:v>42556</c:v>
                </c:pt>
                <c:pt idx="1177">
                  <c:v>42557</c:v>
                </c:pt>
                <c:pt idx="1178">
                  <c:v>42558</c:v>
                </c:pt>
                <c:pt idx="1179">
                  <c:v>42559</c:v>
                </c:pt>
                <c:pt idx="1180">
                  <c:v>42562</c:v>
                </c:pt>
                <c:pt idx="1181">
                  <c:v>42563</c:v>
                </c:pt>
                <c:pt idx="1182">
                  <c:v>42564</c:v>
                </c:pt>
                <c:pt idx="1183">
                  <c:v>42565</c:v>
                </c:pt>
                <c:pt idx="1184">
                  <c:v>42566</c:v>
                </c:pt>
                <c:pt idx="1185">
                  <c:v>42569</c:v>
                </c:pt>
                <c:pt idx="1186">
                  <c:v>42570</c:v>
                </c:pt>
                <c:pt idx="1187">
                  <c:v>42571</c:v>
                </c:pt>
                <c:pt idx="1188">
                  <c:v>42572</c:v>
                </c:pt>
                <c:pt idx="1189">
                  <c:v>42573</c:v>
                </c:pt>
                <c:pt idx="1190">
                  <c:v>42576</c:v>
                </c:pt>
                <c:pt idx="1191">
                  <c:v>42577</c:v>
                </c:pt>
                <c:pt idx="1192">
                  <c:v>42578</c:v>
                </c:pt>
                <c:pt idx="1193">
                  <c:v>42579</c:v>
                </c:pt>
                <c:pt idx="1194">
                  <c:v>42580</c:v>
                </c:pt>
                <c:pt idx="1195">
                  <c:v>42583</c:v>
                </c:pt>
                <c:pt idx="1196">
                  <c:v>42584</c:v>
                </c:pt>
                <c:pt idx="1197">
                  <c:v>42585</c:v>
                </c:pt>
                <c:pt idx="1198">
                  <c:v>42586</c:v>
                </c:pt>
                <c:pt idx="1199">
                  <c:v>42587</c:v>
                </c:pt>
                <c:pt idx="1200">
                  <c:v>42590</c:v>
                </c:pt>
                <c:pt idx="1201">
                  <c:v>42591</c:v>
                </c:pt>
                <c:pt idx="1202">
                  <c:v>42592</c:v>
                </c:pt>
                <c:pt idx="1203">
                  <c:v>42593</c:v>
                </c:pt>
                <c:pt idx="1204">
                  <c:v>42594</c:v>
                </c:pt>
                <c:pt idx="1205">
                  <c:v>42597</c:v>
                </c:pt>
                <c:pt idx="1206">
                  <c:v>42598</c:v>
                </c:pt>
                <c:pt idx="1207">
                  <c:v>42599</c:v>
                </c:pt>
                <c:pt idx="1208">
                  <c:v>42600</c:v>
                </c:pt>
                <c:pt idx="1209">
                  <c:v>42601</c:v>
                </c:pt>
                <c:pt idx="1210">
                  <c:v>42604</c:v>
                </c:pt>
                <c:pt idx="1211">
                  <c:v>42605</c:v>
                </c:pt>
                <c:pt idx="1212">
                  <c:v>42606</c:v>
                </c:pt>
                <c:pt idx="1213">
                  <c:v>42607</c:v>
                </c:pt>
                <c:pt idx="1214">
                  <c:v>42608</c:v>
                </c:pt>
                <c:pt idx="1215">
                  <c:v>42611</c:v>
                </c:pt>
                <c:pt idx="1216">
                  <c:v>42612</c:v>
                </c:pt>
                <c:pt idx="1217">
                  <c:v>42613</c:v>
                </c:pt>
                <c:pt idx="1218">
                  <c:v>42614</c:v>
                </c:pt>
                <c:pt idx="1219">
                  <c:v>42615</c:v>
                </c:pt>
                <c:pt idx="1220">
                  <c:v>42618</c:v>
                </c:pt>
                <c:pt idx="1221">
                  <c:v>42619</c:v>
                </c:pt>
                <c:pt idx="1222">
                  <c:v>42620</c:v>
                </c:pt>
                <c:pt idx="1223">
                  <c:v>42621</c:v>
                </c:pt>
                <c:pt idx="1224">
                  <c:v>42622</c:v>
                </c:pt>
                <c:pt idx="1225">
                  <c:v>42625</c:v>
                </c:pt>
                <c:pt idx="1226">
                  <c:v>42626</c:v>
                </c:pt>
                <c:pt idx="1227">
                  <c:v>42627</c:v>
                </c:pt>
                <c:pt idx="1228">
                  <c:v>42628</c:v>
                </c:pt>
                <c:pt idx="1229">
                  <c:v>42629</c:v>
                </c:pt>
                <c:pt idx="1230">
                  <c:v>42632</c:v>
                </c:pt>
                <c:pt idx="1231">
                  <c:v>42633</c:v>
                </c:pt>
                <c:pt idx="1232">
                  <c:v>42634</c:v>
                </c:pt>
                <c:pt idx="1233">
                  <c:v>42635</c:v>
                </c:pt>
                <c:pt idx="1234">
                  <c:v>42636</c:v>
                </c:pt>
                <c:pt idx="1235">
                  <c:v>42639</c:v>
                </c:pt>
                <c:pt idx="1236">
                  <c:v>42640</c:v>
                </c:pt>
                <c:pt idx="1237">
                  <c:v>42641</c:v>
                </c:pt>
                <c:pt idx="1238">
                  <c:v>42642</c:v>
                </c:pt>
                <c:pt idx="1239">
                  <c:v>42643</c:v>
                </c:pt>
                <c:pt idx="1240">
                  <c:v>42646</c:v>
                </c:pt>
                <c:pt idx="1241">
                  <c:v>42647</c:v>
                </c:pt>
                <c:pt idx="1242">
                  <c:v>42648</c:v>
                </c:pt>
                <c:pt idx="1243">
                  <c:v>42649</c:v>
                </c:pt>
                <c:pt idx="1244">
                  <c:v>42650</c:v>
                </c:pt>
                <c:pt idx="1245">
                  <c:v>42653</c:v>
                </c:pt>
                <c:pt idx="1246">
                  <c:v>42654</c:v>
                </c:pt>
                <c:pt idx="1247">
                  <c:v>42655</c:v>
                </c:pt>
                <c:pt idx="1248">
                  <c:v>42656</c:v>
                </c:pt>
                <c:pt idx="1249">
                  <c:v>42657</c:v>
                </c:pt>
                <c:pt idx="1250">
                  <c:v>42660</c:v>
                </c:pt>
                <c:pt idx="1251">
                  <c:v>42661</c:v>
                </c:pt>
                <c:pt idx="1252">
                  <c:v>42662</c:v>
                </c:pt>
                <c:pt idx="1253">
                  <c:v>42663</c:v>
                </c:pt>
                <c:pt idx="1254">
                  <c:v>42664</c:v>
                </c:pt>
                <c:pt idx="1255">
                  <c:v>42667</c:v>
                </c:pt>
                <c:pt idx="1256">
                  <c:v>42668</c:v>
                </c:pt>
                <c:pt idx="1257">
                  <c:v>42669</c:v>
                </c:pt>
                <c:pt idx="1258">
                  <c:v>42670</c:v>
                </c:pt>
                <c:pt idx="1259">
                  <c:v>42671</c:v>
                </c:pt>
                <c:pt idx="1260">
                  <c:v>42674</c:v>
                </c:pt>
                <c:pt idx="1261">
                  <c:v>42675</c:v>
                </c:pt>
                <c:pt idx="1262">
                  <c:v>42676</c:v>
                </c:pt>
                <c:pt idx="1263">
                  <c:v>42677</c:v>
                </c:pt>
                <c:pt idx="1264">
                  <c:v>42678</c:v>
                </c:pt>
                <c:pt idx="1265">
                  <c:v>42681</c:v>
                </c:pt>
                <c:pt idx="1266">
                  <c:v>42682</c:v>
                </c:pt>
                <c:pt idx="1267">
                  <c:v>42683</c:v>
                </c:pt>
                <c:pt idx="1268">
                  <c:v>42684</c:v>
                </c:pt>
                <c:pt idx="1269">
                  <c:v>42685</c:v>
                </c:pt>
                <c:pt idx="1270">
                  <c:v>42688</c:v>
                </c:pt>
                <c:pt idx="1271">
                  <c:v>42689</c:v>
                </c:pt>
                <c:pt idx="1272">
                  <c:v>42690</c:v>
                </c:pt>
                <c:pt idx="1273">
                  <c:v>42691</c:v>
                </c:pt>
                <c:pt idx="1274">
                  <c:v>42692</c:v>
                </c:pt>
                <c:pt idx="1275">
                  <c:v>42695</c:v>
                </c:pt>
                <c:pt idx="1276">
                  <c:v>42696</c:v>
                </c:pt>
                <c:pt idx="1277">
                  <c:v>42697</c:v>
                </c:pt>
                <c:pt idx="1278">
                  <c:v>42698</c:v>
                </c:pt>
                <c:pt idx="1279">
                  <c:v>42699</c:v>
                </c:pt>
                <c:pt idx="1280">
                  <c:v>42702</c:v>
                </c:pt>
                <c:pt idx="1281">
                  <c:v>42703</c:v>
                </c:pt>
                <c:pt idx="1282">
                  <c:v>42704</c:v>
                </c:pt>
                <c:pt idx="1283">
                  <c:v>42705</c:v>
                </c:pt>
                <c:pt idx="1284">
                  <c:v>42706</c:v>
                </c:pt>
                <c:pt idx="1285">
                  <c:v>42709</c:v>
                </c:pt>
                <c:pt idx="1286">
                  <c:v>42710</c:v>
                </c:pt>
                <c:pt idx="1287">
                  <c:v>42711</c:v>
                </c:pt>
                <c:pt idx="1288">
                  <c:v>42712</c:v>
                </c:pt>
                <c:pt idx="1289">
                  <c:v>42713</c:v>
                </c:pt>
                <c:pt idx="1290">
                  <c:v>42716</c:v>
                </c:pt>
                <c:pt idx="1291">
                  <c:v>42717</c:v>
                </c:pt>
                <c:pt idx="1292">
                  <c:v>42718</c:v>
                </c:pt>
                <c:pt idx="1293">
                  <c:v>42719</c:v>
                </c:pt>
                <c:pt idx="1294">
                  <c:v>42720</c:v>
                </c:pt>
                <c:pt idx="1295">
                  <c:v>42723</c:v>
                </c:pt>
                <c:pt idx="1296">
                  <c:v>42724</c:v>
                </c:pt>
                <c:pt idx="1297">
                  <c:v>42725</c:v>
                </c:pt>
                <c:pt idx="1298">
                  <c:v>42726</c:v>
                </c:pt>
                <c:pt idx="1299">
                  <c:v>42727</c:v>
                </c:pt>
                <c:pt idx="1300">
                  <c:v>42730</c:v>
                </c:pt>
                <c:pt idx="1301">
                  <c:v>42731</c:v>
                </c:pt>
                <c:pt idx="1302">
                  <c:v>42732</c:v>
                </c:pt>
                <c:pt idx="1303">
                  <c:v>42733</c:v>
                </c:pt>
                <c:pt idx="1304">
                  <c:v>42734</c:v>
                </c:pt>
                <c:pt idx="1305">
                  <c:v>42737</c:v>
                </c:pt>
                <c:pt idx="1306">
                  <c:v>42738</c:v>
                </c:pt>
                <c:pt idx="1307">
                  <c:v>42739</c:v>
                </c:pt>
                <c:pt idx="1308">
                  <c:v>42740</c:v>
                </c:pt>
                <c:pt idx="1309">
                  <c:v>42741</c:v>
                </c:pt>
                <c:pt idx="1310">
                  <c:v>42744</c:v>
                </c:pt>
                <c:pt idx="1311">
                  <c:v>42745</c:v>
                </c:pt>
                <c:pt idx="1312">
                  <c:v>42746</c:v>
                </c:pt>
                <c:pt idx="1313">
                  <c:v>42747</c:v>
                </c:pt>
                <c:pt idx="1314">
                  <c:v>42748</c:v>
                </c:pt>
                <c:pt idx="1315">
                  <c:v>42751</c:v>
                </c:pt>
                <c:pt idx="1316">
                  <c:v>42752</c:v>
                </c:pt>
                <c:pt idx="1317">
                  <c:v>42753</c:v>
                </c:pt>
                <c:pt idx="1318">
                  <c:v>42754</c:v>
                </c:pt>
                <c:pt idx="1319">
                  <c:v>42755</c:v>
                </c:pt>
                <c:pt idx="1320">
                  <c:v>42758</c:v>
                </c:pt>
                <c:pt idx="1321">
                  <c:v>42759</c:v>
                </c:pt>
                <c:pt idx="1322">
                  <c:v>42760</c:v>
                </c:pt>
                <c:pt idx="1323">
                  <c:v>42761</c:v>
                </c:pt>
                <c:pt idx="1324">
                  <c:v>42762</c:v>
                </c:pt>
                <c:pt idx="1325">
                  <c:v>42765</c:v>
                </c:pt>
                <c:pt idx="1326">
                  <c:v>42766</c:v>
                </c:pt>
                <c:pt idx="1327">
                  <c:v>42767</c:v>
                </c:pt>
                <c:pt idx="1328">
                  <c:v>42768</c:v>
                </c:pt>
                <c:pt idx="1329">
                  <c:v>42769</c:v>
                </c:pt>
                <c:pt idx="1330">
                  <c:v>42772</c:v>
                </c:pt>
                <c:pt idx="1331">
                  <c:v>42773</c:v>
                </c:pt>
                <c:pt idx="1332">
                  <c:v>42774</c:v>
                </c:pt>
                <c:pt idx="1333">
                  <c:v>42775</c:v>
                </c:pt>
                <c:pt idx="1334">
                  <c:v>42776</c:v>
                </c:pt>
                <c:pt idx="1335">
                  <c:v>42779</c:v>
                </c:pt>
                <c:pt idx="1336">
                  <c:v>42780</c:v>
                </c:pt>
                <c:pt idx="1337">
                  <c:v>42781</c:v>
                </c:pt>
                <c:pt idx="1338">
                  <c:v>42782</c:v>
                </c:pt>
                <c:pt idx="1339">
                  <c:v>42783</c:v>
                </c:pt>
                <c:pt idx="1340">
                  <c:v>42786</c:v>
                </c:pt>
                <c:pt idx="1341">
                  <c:v>42787</c:v>
                </c:pt>
                <c:pt idx="1342">
                  <c:v>42788</c:v>
                </c:pt>
                <c:pt idx="1343">
                  <c:v>42789</c:v>
                </c:pt>
                <c:pt idx="1344">
                  <c:v>42790</c:v>
                </c:pt>
                <c:pt idx="1345">
                  <c:v>42793</c:v>
                </c:pt>
                <c:pt idx="1346">
                  <c:v>42794</c:v>
                </c:pt>
                <c:pt idx="1347">
                  <c:v>42795</c:v>
                </c:pt>
                <c:pt idx="1348">
                  <c:v>42796</c:v>
                </c:pt>
                <c:pt idx="1349">
                  <c:v>42797</c:v>
                </c:pt>
                <c:pt idx="1350">
                  <c:v>42800</c:v>
                </c:pt>
                <c:pt idx="1351">
                  <c:v>42801</c:v>
                </c:pt>
                <c:pt idx="1352">
                  <c:v>42802</c:v>
                </c:pt>
                <c:pt idx="1353">
                  <c:v>42803</c:v>
                </c:pt>
                <c:pt idx="1354">
                  <c:v>42804</c:v>
                </c:pt>
                <c:pt idx="1355">
                  <c:v>42807</c:v>
                </c:pt>
                <c:pt idx="1356">
                  <c:v>42808</c:v>
                </c:pt>
                <c:pt idx="1357">
                  <c:v>42809</c:v>
                </c:pt>
                <c:pt idx="1358">
                  <c:v>42810</c:v>
                </c:pt>
                <c:pt idx="1359">
                  <c:v>42811</c:v>
                </c:pt>
                <c:pt idx="1360">
                  <c:v>42814</c:v>
                </c:pt>
                <c:pt idx="1361">
                  <c:v>42815</c:v>
                </c:pt>
                <c:pt idx="1362">
                  <c:v>42816</c:v>
                </c:pt>
                <c:pt idx="1363">
                  <c:v>42817</c:v>
                </c:pt>
                <c:pt idx="1364">
                  <c:v>42818</c:v>
                </c:pt>
                <c:pt idx="1365">
                  <c:v>42821</c:v>
                </c:pt>
                <c:pt idx="1366">
                  <c:v>42822</c:v>
                </c:pt>
                <c:pt idx="1367">
                  <c:v>42823</c:v>
                </c:pt>
                <c:pt idx="1368">
                  <c:v>42824</c:v>
                </c:pt>
                <c:pt idx="1369">
                  <c:v>42825</c:v>
                </c:pt>
                <c:pt idx="1370">
                  <c:v>42828</c:v>
                </c:pt>
                <c:pt idx="1371">
                  <c:v>42829</c:v>
                </c:pt>
                <c:pt idx="1372">
                  <c:v>42830</c:v>
                </c:pt>
                <c:pt idx="1373">
                  <c:v>42831</c:v>
                </c:pt>
                <c:pt idx="1374">
                  <c:v>42832</c:v>
                </c:pt>
                <c:pt idx="1375">
                  <c:v>42835</c:v>
                </c:pt>
                <c:pt idx="1376">
                  <c:v>42836</c:v>
                </c:pt>
                <c:pt idx="1377">
                  <c:v>42837</c:v>
                </c:pt>
                <c:pt idx="1378">
                  <c:v>42838</c:v>
                </c:pt>
                <c:pt idx="1379">
                  <c:v>42839</c:v>
                </c:pt>
                <c:pt idx="1380">
                  <c:v>42842</c:v>
                </c:pt>
                <c:pt idx="1381">
                  <c:v>42843</c:v>
                </c:pt>
                <c:pt idx="1382">
                  <c:v>42844</c:v>
                </c:pt>
                <c:pt idx="1383">
                  <c:v>42845</c:v>
                </c:pt>
                <c:pt idx="1384">
                  <c:v>42846</c:v>
                </c:pt>
                <c:pt idx="1385">
                  <c:v>42849</c:v>
                </c:pt>
                <c:pt idx="1386">
                  <c:v>42850</c:v>
                </c:pt>
                <c:pt idx="1387">
                  <c:v>42851</c:v>
                </c:pt>
                <c:pt idx="1388">
                  <c:v>42852</c:v>
                </c:pt>
                <c:pt idx="1389">
                  <c:v>42853</c:v>
                </c:pt>
                <c:pt idx="1390">
                  <c:v>42856</c:v>
                </c:pt>
                <c:pt idx="1391">
                  <c:v>42857</c:v>
                </c:pt>
                <c:pt idx="1392">
                  <c:v>42858</c:v>
                </c:pt>
                <c:pt idx="1393">
                  <c:v>42859</c:v>
                </c:pt>
                <c:pt idx="1394">
                  <c:v>42860</c:v>
                </c:pt>
                <c:pt idx="1395">
                  <c:v>42863</c:v>
                </c:pt>
                <c:pt idx="1396">
                  <c:v>42864</c:v>
                </c:pt>
                <c:pt idx="1397">
                  <c:v>42865</c:v>
                </c:pt>
                <c:pt idx="1398">
                  <c:v>42866</c:v>
                </c:pt>
                <c:pt idx="1399">
                  <c:v>42867</c:v>
                </c:pt>
                <c:pt idx="1400">
                  <c:v>42870</c:v>
                </c:pt>
                <c:pt idx="1401">
                  <c:v>42871</c:v>
                </c:pt>
                <c:pt idx="1402">
                  <c:v>42872</c:v>
                </c:pt>
                <c:pt idx="1403">
                  <c:v>42873</c:v>
                </c:pt>
                <c:pt idx="1404">
                  <c:v>42874</c:v>
                </c:pt>
                <c:pt idx="1405">
                  <c:v>42877</c:v>
                </c:pt>
                <c:pt idx="1406">
                  <c:v>42878</c:v>
                </c:pt>
                <c:pt idx="1407">
                  <c:v>42879</c:v>
                </c:pt>
                <c:pt idx="1408">
                  <c:v>42880</c:v>
                </c:pt>
                <c:pt idx="1409">
                  <c:v>42881</c:v>
                </c:pt>
                <c:pt idx="1410">
                  <c:v>42884</c:v>
                </c:pt>
                <c:pt idx="1411">
                  <c:v>42885</c:v>
                </c:pt>
                <c:pt idx="1412">
                  <c:v>42886</c:v>
                </c:pt>
                <c:pt idx="1413">
                  <c:v>42887</c:v>
                </c:pt>
                <c:pt idx="1414">
                  <c:v>42888</c:v>
                </c:pt>
                <c:pt idx="1415">
                  <c:v>42891</c:v>
                </c:pt>
                <c:pt idx="1416">
                  <c:v>42892</c:v>
                </c:pt>
                <c:pt idx="1417">
                  <c:v>42893</c:v>
                </c:pt>
                <c:pt idx="1418">
                  <c:v>42894</c:v>
                </c:pt>
                <c:pt idx="1419">
                  <c:v>42895</c:v>
                </c:pt>
                <c:pt idx="1420">
                  <c:v>42898</c:v>
                </c:pt>
                <c:pt idx="1421">
                  <c:v>42899</c:v>
                </c:pt>
                <c:pt idx="1422">
                  <c:v>42900</c:v>
                </c:pt>
                <c:pt idx="1423">
                  <c:v>42901</c:v>
                </c:pt>
                <c:pt idx="1424">
                  <c:v>42902</c:v>
                </c:pt>
                <c:pt idx="1425">
                  <c:v>42905</c:v>
                </c:pt>
                <c:pt idx="1426">
                  <c:v>42906</c:v>
                </c:pt>
                <c:pt idx="1427">
                  <c:v>42907</c:v>
                </c:pt>
                <c:pt idx="1428">
                  <c:v>42908</c:v>
                </c:pt>
                <c:pt idx="1429">
                  <c:v>42909</c:v>
                </c:pt>
                <c:pt idx="1430">
                  <c:v>42912</c:v>
                </c:pt>
                <c:pt idx="1431">
                  <c:v>42913</c:v>
                </c:pt>
                <c:pt idx="1432">
                  <c:v>42914</c:v>
                </c:pt>
                <c:pt idx="1433">
                  <c:v>42915</c:v>
                </c:pt>
                <c:pt idx="1434">
                  <c:v>42916</c:v>
                </c:pt>
                <c:pt idx="1435">
                  <c:v>42919</c:v>
                </c:pt>
                <c:pt idx="1436">
                  <c:v>42920</c:v>
                </c:pt>
                <c:pt idx="1437">
                  <c:v>42921</c:v>
                </c:pt>
                <c:pt idx="1438">
                  <c:v>42922</c:v>
                </c:pt>
                <c:pt idx="1439">
                  <c:v>42923</c:v>
                </c:pt>
                <c:pt idx="1440">
                  <c:v>42926</c:v>
                </c:pt>
                <c:pt idx="1441">
                  <c:v>42927</c:v>
                </c:pt>
                <c:pt idx="1442">
                  <c:v>42928</c:v>
                </c:pt>
                <c:pt idx="1443">
                  <c:v>42929</c:v>
                </c:pt>
                <c:pt idx="1444">
                  <c:v>42930</c:v>
                </c:pt>
                <c:pt idx="1445">
                  <c:v>42933</c:v>
                </c:pt>
                <c:pt idx="1446">
                  <c:v>42934</c:v>
                </c:pt>
                <c:pt idx="1447">
                  <c:v>42935</c:v>
                </c:pt>
                <c:pt idx="1448">
                  <c:v>42936</c:v>
                </c:pt>
                <c:pt idx="1449">
                  <c:v>42937</c:v>
                </c:pt>
                <c:pt idx="1450">
                  <c:v>42940</c:v>
                </c:pt>
                <c:pt idx="1451">
                  <c:v>42941</c:v>
                </c:pt>
                <c:pt idx="1452">
                  <c:v>42942</c:v>
                </c:pt>
                <c:pt idx="1453">
                  <c:v>42943</c:v>
                </c:pt>
                <c:pt idx="1454">
                  <c:v>42944</c:v>
                </c:pt>
                <c:pt idx="1455">
                  <c:v>42947</c:v>
                </c:pt>
                <c:pt idx="1456">
                  <c:v>42948</c:v>
                </c:pt>
                <c:pt idx="1457">
                  <c:v>42949</c:v>
                </c:pt>
                <c:pt idx="1458">
                  <c:v>42950</c:v>
                </c:pt>
                <c:pt idx="1459">
                  <c:v>42951</c:v>
                </c:pt>
                <c:pt idx="1460">
                  <c:v>42954</c:v>
                </c:pt>
                <c:pt idx="1461">
                  <c:v>42955</c:v>
                </c:pt>
                <c:pt idx="1462">
                  <c:v>42956</c:v>
                </c:pt>
                <c:pt idx="1463">
                  <c:v>42957</c:v>
                </c:pt>
                <c:pt idx="1464">
                  <c:v>42958</c:v>
                </c:pt>
                <c:pt idx="1465">
                  <c:v>42961</c:v>
                </c:pt>
                <c:pt idx="1466">
                  <c:v>42962</c:v>
                </c:pt>
                <c:pt idx="1467">
                  <c:v>42963</c:v>
                </c:pt>
                <c:pt idx="1468">
                  <c:v>42964</c:v>
                </c:pt>
                <c:pt idx="1469">
                  <c:v>42965</c:v>
                </c:pt>
                <c:pt idx="1470">
                  <c:v>42968</c:v>
                </c:pt>
                <c:pt idx="1471">
                  <c:v>42969</c:v>
                </c:pt>
                <c:pt idx="1472">
                  <c:v>42970</c:v>
                </c:pt>
                <c:pt idx="1473">
                  <c:v>42971</c:v>
                </c:pt>
                <c:pt idx="1474">
                  <c:v>42972</c:v>
                </c:pt>
                <c:pt idx="1475">
                  <c:v>42975</c:v>
                </c:pt>
                <c:pt idx="1476">
                  <c:v>42976</c:v>
                </c:pt>
                <c:pt idx="1477">
                  <c:v>42977</c:v>
                </c:pt>
                <c:pt idx="1478">
                  <c:v>42978</c:v>
                </c:pt>
                <c:pt idx="1479">
                  <c:v>42979</c:v>
                </c:pt>
                <c:pt idx="1480">
                  <c:v>42982</c:v>
                </c:pt>
                <c:pt idx="1481">
                  <c:v>42983</c:v>
                </c:pt>
                <c:pt idx="1482">
                  <c:v>42984</c:v>
                </c:pt>
                <c:pt idx="1483">
                  <c:v>42985</c:v>
                </c:pt>
                <c:pt idx="1484">
                  <c:v>42986</c:v>
                </c:pt>
                <c:pt idx="1485">
                  <c:v>42989</c:v>
                </c:pt>
                <c:pt idx="1486">
                  <c:v>42990</c:v>
                </c:pt>
                <c:pt idx="1487">
                  <c:v>42991</c:v>
                </c:pt>
                <c:pt idx="1488">
                  <c:v>42992</c:v>
                </c:pt>
                <c:pt idx="1489">
                  <c:v>42993</c:v>
                </c:pt>
                <c:pt idx="1490">
                  <c:v>42996</c:v>
                </c:pt>
                <c:pt idx="1491">
                  <c:v>42997</c:v>
                </c:pt>
                <c:pt idx="1492">
                  <c:v>42998</c:v>
                </c:pt>
                <c:pt idx="1493">
                  <c:v>42999</c:v>
                </c:pt>
                <c:pt idx="1494">
                  <c:v>43000</c:v>
                </c:pt>
                <c:pt idx="1495">
                  <c:v>43003</c:v>
                </c:pt>
                <c:pt idx="1496">
                  <c:v>43004</c:v>
                </c:pt>
                <c:pt idx="1497">
                  <c:v>43005</c:v>
                </c:pt>
                <c:pt idx="1498">
                  <c:v>43006</c:v>
                </c:pt>
                <c:pt idx="1499">
                  <c:v>43007</c:v>
                </c:pt>
                <c:pt idx="1500">
                  <c:v>43010</c:v>
                </c:pt>
                <c:pt idx="1501">
                  <c:v>43011</c:v>
                </c:pt>
                <c:pt idx="1502">
                  <c:v>43012</c:v>
                </c:pt>
                <c:pt idx="1503">
                  <c:v>43013</c:v>
                </c:pt>
                <c:pt idx="1504">
                  <c:v>43014</c:v>
                </c:pt>
                <c:pt idx="1505">
                  <c:v>43017</c:v>
                </c:pt>
                <c:pt idx="1506">
                  <c:v>43018</c:v>
                </c:pt>
                <c:pt idx="1507">
                  <c:v>43019</c:v>
                </c:pt>
                <c:pt idx="1508">
                  <c:v>43020</c:v>
                </c:pt>
                <c:pt idx="1509">
                  <c:v>43021</c:v>
                </c:pt>
                <c:pt idx="1510">
                  <c:v>43024</c:v>
                </c:pt>
                <c:pt idx="1511">
                  <c:v>43025</c:v>
                </c:pt>
                <c:pt idx="1512">
                  <c:v>43026</c:v>
                </c:pt>
                <c:pt idx="1513">
                  <c:v>43027</c:v>
                </c:pt>
                <c:pt idx="1514">
                  <c:v>43028</c:v>
                </c:pt>
                <c:pt idx="1515">
                  <c:v>43031</c:v>
                </c:pt>
                <c:pt idx="1516">
                  <c:v>43032</c:v>
                </c:pt>
                <c:pt idx="1517">
                  <c:v>43033</c:v>
                </c:pt>
                <c:pt idx="1518">
                  <c:v>43034</c:v>
                </c:pt>
                <c:pt idx="1519">
                  <c:v>43035</c:v>
                </c:pt>
                <c:pt idx="1520">
                  <c:v>43038</c:v>
                </c:pt>
                <c:pt idx="1521">
                  <c:v>43039</c:v>
                </c:pt>
                <c:pt idx="1522">
                  <c:v>43040</c:v>
                </c:pt>
                <c:pt idx="1523">
                  <c:v>43041</c:v>
                </c:pt>
                <c:pt idx="1524">
                  <c:v>43042</c:v>
                </c:pt>
                <c:pt idx="1525">
                  <c:v>43045</c:v>
                </c:pt>
                <c:pt idx="1526">
                  <c:v>43046</c:v>
                </c:pt>
                <c:pt idx="1527">
                  <c:v>43047</c:v>
                </c:pt>
                <c:pt idx="1528">
                  <c:v>43048</c:v>
                </c:pt>
                <c:pt idx="1529">
                  <c:v>43049</c:v>
                </c:pt>
                <c:pt idx="1530">
                  <c:v>43052</c:v>
                </c:pt>
                <c:pt idx="1531">
                  <c:v>43053</c:v>
                </c:pt>
                <c:pt idx="1532">
                  <c:v>43054</c:v>
                </c:pt>
                <c:pt idx="1533">
                  <c:v>43055</c:v>
                </c:pt>
                <c:pt idx="1534">
                  <c:v>43056</c:v>
                </c:pt>
                <c:pt idx="1535">
                  <c:v>43059</c:v>
                </c:pt>
                <c:pt idx="1536">
                  <c:v>43060</c:v>
                </c:pt>
                <c:pt idx="1537">
                  <c:v>43061</c:v>
                </c:pt>
                <c:pt idx="1538">
                  <c:v>43062</c:v>
                </c:pt>
                <c:pt idx="1539">
                  <c:v>43063</c:v>
                </c:pt>
                <c:pt idx="1540">
                  <c:v>43066</c:v>
                </c:pt>
                <c:pt idx="1541">
                  <c:v>43067</c:v>
                </c:pt>
                <c:pt idx="1542">
                  <c:v>43068</c:v>
                </c:pt>
                <c:pt idx="1543">
                  <c:v>43069</c:v>
                </c:pt>
                <c:pt idx="1544">
                  <c:v>43070</c:v>
                </c:pt>
                <c:pt idx="1545">
                  <c:v>43073</c:v>
                </c:pt>
                <c:pt idx="1546">
                  <c:v>43074</c:v>
                </c:pt>
                <c:pt idx="1547">
                  <c:v>43075</c:v>
                </c:pt>
                <c:pt idx="1548">
                  <c:v>43076</c:v>
                </c:pt>
                <c:pt idx="1549">
                  <c:v>43077</c:v>
                </c:pt>
                <c:pt idx="1550">
                  <c:v>43080</c:v>
                </c:pt>
                <c:pt idx="1551">
                  <c:v>43081</c:v>
                </c:pt>
                <c:pt idx="1552">
                  <c:v>43082</c:v>
                </c:pt>
                <c:pt idx="1553">
                  <c:v>43083</c:v>
                </c:pt>
                <c:pt idx="1554">
                  <c:v>43084</c:v>
                </c:pt>
                <c:pt idx="1555">
                  <c:v>43087</c:v>
                </c:pt>
                <c:pt idx="1556">
                  <c:v>43088</c:v>
                </c:pt>
                <c:pt idx="1557">
                  <c:v>43089</c:v>
                </c:pt>
                <c:pt idx="1558">
                  <c:v>43090</c:v>
                </c:pt>
                <c:pt idx="1559">
                  <c:v>43091</c:v>
                </c:pt>
                <c:pt idx="1560">
                  <c:v>43094</c:v>
                </c:pt>
                <c:pt idx="1561">
                  <c:v>43095</c:v>
                </c:pt>
                <c:pt idx="1562">
                  <c:v>43096</c:v>
                </c:pt>
                <c:pt idx="1563">
                  <c:v>43097</c:v>
                </c:pt>
                <c:pt idx="1564">
                  <c:v>43098</c:v>
                </c:pt>
                <c:pt idx="1565">
                  <c:v>43101</c:v>
                </c:pt>
                <c:pt idx="1566">
                  <c:v>43102</c:v>
                </c:pt>
                <c:pt idx="1567">
                  <c:v>43103</c:v>
                </c:pt>
                <c:pt idx="1568">
                  <c:v>43104</c:v>
                </c:pt>
                <c:pt idx="1569">
                  <c:v>43105</c:v>
                </c:pt>
                <c:pt idx="1570">
                  <c:v>43108</c:v>
                </c:pt>
                <c:pt idx="1571">
                  <c:v>43109</c:v>
                </c:pt>
                <c:pt idx="1572">
                  <c:v>43110</c:v>
                </c:pt>
                <c:pt idx="1573">
                  <c:v>43111</c:v>
                </c:pt>
                <c:pt idx="1574">
                  <c:v>43112</c:v>
                </c:pt>
                <c:pt idx="1575">
                  <c:v>43115</c:v>
                </c:pt>
                <c:pt idx="1576">
                  <c:v>43116</c:v>
                </c:pt>
                <c:pt idx="1577">
                  <c:v>43117</c:v>
                </c:pt>
                <c:pt idx="1578">
                  <c:v>43118</c:v>
                </c:pt>
                <c:pt idx="1579">
                  <c:v>43119</c:v>
                </c:pt>
                <c:pt idx="1580">
                  <c:v>43122</c:v>
                </c:pt>
                <c:pt idx="1581">
                  <c:v>43123</c:v>
                </c:pt>
                <c:pt idx="1582">
                  <c:v>43124</c:v>
                </c:pt>
                <c:pt idx="1583">
                  <c:v>43125</c:v>
                </c:pt>
                <c:pt idx="1584">
                  <c:v>43126</c:v>
                </c:pt>
                <c:pt idx="1585">
                  <c:v>43129</c:v>
                </c:pt>
                <c:pt idx="1586">
                  <c:v>43130</c:v>
                </c:pt>
                <c:pt idx="1587">
                  <c:v>43131</c:v>
                </c:pt>
                <c:pt idx="1588">
                  <c:v>43132</c:v>
                </c:pt>
                <c:pt idx="1589">
                  <c:v>43133</c:v>
                </c:pt>
                <c:pt idx="1590">
                  <c:v>43136</c:v>
                </c:pt>
                <c:pt idx="1591">
                  <c:v>43137</c:v>
                </c:pt>
                <c:pt idx="1592">
                  <c:v>43138</c:v>
                </c:pt>
                <c:pt idx="1593">
                  <c:v>43139</c:v>
                </c:pt>
                <c:pt idx="1594">
                  <c:v>43140</c:v>
                </c:pt>
                <c:pt idx="1595">
                  <c:v>43143</c:v>
                </c:pt>
                <c:pt idx="1596">
                  <c:v>43144</c:v>
                </c:pt>
                <c:pt idx="1597">
                  <c:v>43145</c:v>
                </c:pt>
                <c:pt idx="1598">
                  <c:v>43146</c:v>
                </c:pt>
                <c:pt idx="1599">
                  <c:v>43147</c:v>
                </c:pt>
                <c:pt idx="1600">
                  <c:v>43150</c:v>
                </c:pt>
                <c:pt idx="1601">
                  <c:v>43151</c:v>
                </c:pt>
                <c:pt idx="1602">
                  <c:v>43152</c:v>
                </c:pt>
                <c:pt idx="1603">
                  <c:v>43153</c:v>
                </c:pt>
                <c:pt idx="1604">
                  <c:v>43154</c:v>
                </c:pt>
                <c:pt idx="1605">
                  <c:v>43157</c:v>
                </c:pt>
                <c:pt idx="1606">
                  <c:v>43158</c:v>
                </c:pt>
                <c:pt idx="1607">
                  <c:v>43159</c:v>
                </c:pt>
                <c:pt idx="1608">
                  <c:v>43160</c:v>
                </c:pt>
                <c:pt idx="1609">
                  <c:v>43161</c:v>
                </c:pt>
                <c:pt idx="1610">
                  <c:v>43164</c:v>
                </c:pt>
                <c:pt idx="1611">
                  <c:v>43165</c:v>
                </c:pt>
                <c:pt idx="1612">
                  <c:v>43166</c:v>
                </c:pt>
                <c:pt idx="1613">
                  <c:v>43167</c:v>
                </c:pt>
                <c:pt idx="1614">
                  <c:v>43168</c:v>
                </c:pt>
                <c:pt idx="1615">
                  <c:v>43171</c:v>
                </c:pt>
                <c:pt idx="1616">
                  <c:v>43172</c:v>
                </c:pt>
                <c:pt idx="1617">
                  <c:v>43173</c:v>
                </c:pt>
                <c:pt idx="1618">
                  <c:v>43174</c:v>
                </c:pt>
                <c:pt idx="1619">
                  <c:v>43175</c:v>
                </c:pt>
                <c:pt idx="1620">
                  <c:v>43178</c:v>
                </c:pt>
                <c:pt idx="1621">
                  <c:v>43179</c:v>
                </c:pt>
                <c:pt idx="1622">
                  <c:v>43180</c:v>
                </c:pt>
                <c:pt idx="1623">
                  <c:v>43181</c:v>
                </c:pt>
                <c:pt idx="1624">
                  <c:v>43182</c:v>
                </c:pt>
                <c:pt idx="1625">
                  <c:v>43185</c:v>
                </c:pt>
                <c:pt idx="1626">
                  <c:v>43186</c:v>
                </c:pt>
                <c:pt idx="1627">
                  <c:v>43187</c:v>
                </c:pt>
                <c:pt idx="1628">
                  <c:v>43188</c:v>
                </c:pt>
                <c:pt idx="1629">
                  <c:v>43189</c:v>
                </c:pt>
                <c:pt idx="1630">
                  <c:v>43192</c:v>
                </c:pt>
                <c:pt idx="1631">
                  <c:v>43193</c:v>
                </c:pt>
                <c:pt idx="1632">
                  <c:v>43194</c:v>
                </c:pt>
                <c:pt idx="1633">
                  <c:v>43195</c:v>
                </c:pt>
                <c:pt idx="1634">
                  <c:v>43196</c:v>
                </c:pt>
                <c:pt idx="1635">
                  <c:v>43199</c:v>
                </c:pt>
                <c:pt idx="1636">
                  <c:v>43200</c:v>
                </c:pt>
                <c:pt idx="1637">
                  <c:v>43201</c:v>
                </c:pt>
                <c:pt idx="1638">
                  <c:v>43202</c:v>
                </c:pt>
                <c:pt idx="1639">
                  <c:v>43203</c:v>
                </c:pt>
                <c:pt idx="1640">
                  <c:v>43206</c:v>
                </c:pt>
                <c:pt idx="1641">
                  <c:v>43207</c:v>
                </c:pt>
                <c:pt idx="1642">
                  <c:v>43208</c:v>
                </c:pt>
                <c:pt idx="1643">
                  <c:v>43209</c:v>
                </c:pt>
                <c:pt idx="1644">
                  <c:v>43210</c:v>
                </c:pt>
                <c:pt idx="1645">
                  <c:v>43213</c:v>
                </c:pt>
                <c:pt idx="1646">
                  <c:v>43214</c:v>
                </c:pt>
                <c:pt idx="1647">
                  <c:v>43215</c:v>
                </c:pt>
                <c:pt idx="1648">
                  <c:v>43216</c:v>
                </c:pt>
                <c:pt idx="1649">
                  <c:v>43217</c:v>
                </c:pt>
                <c:pt idx="1650">
                  <c:v>43220</c:v>
                </c:pt>
                <c:pt idx="1651">
                  <c:v>43221</c:v>
                </c:pt>
                <c:pt idx="1652">
                  <c:v>43222</c:v>
                </c:pt>
                <c:pt idx="1653">
                  <c:v>43223</c:v>
                </c:pt>
                <c:pt idx="1654">
                  <c:v>43224</c:v>
                </c:pt>
                <c:pt idx="1655">
                  <c:v>43227</c:v>
                </c:pt>
                <c:pt idx="1656">
                  <c:v>43228</c:v>
                </c:pt>
                <c:pt idx="1657">
                  <c:v>43229</c:v>
                </c:pt>
                <c:pt idx="1658">
                  <c:v>43230</c:v>
                </c:pt>
                <c:pt idx="1659">
                  <c:v>43231</c:v>
                </c:pt>
                <c:pt idx="1660">
                  <c:v>43234</c:v>
                </c:pt>
                <c:pt idx="1661">
                  <c:v>43235</c:v>
                </c:pt>
                <c:pt idx="1662">
                  <c:v>43236</c:v>
                </c:pt>
                <c:pt idx="1663">
                  <c:v>43237</c:v>
                </c:pt>
                <c:pt idx="1664">
                  <c:v>43238</c:v>
                </c:pt>
                <c:pt idx="1665">
                  <c:v>43241</c:v>
                </c:pt>
                <c:pt idx="1666">
                  <c:v>43242</c:v>
                </c:pt>
                <c:pt idx="1667">
                  <c:v>43243</c:v>
                </c:pt>
                <c:pt idx="1668">
                  <c:v>43244</c:v>
                </c:pt>
                <c:pt idx="1669">
                  <c:v>43245</c:v>
                </c:pt>
                <c:pt idx="1670">
                  <c:v>43248</c:v>
                </c:pt>
                <c:pt idx="1671">
                  <c:v>43249</c:v>
                </c:pt>
                <c:pt idx="1672">
                  <c:v>43250</c:v>
                </c:pt>
                <c:pt idx="1673">
                  <c:v>43251</c:v>
                </c:pt>
                <c:pt idx="1674">
                  <c:v>43252</c:v>
                </c:pt>
                <c:pt idx="1675">
                  <c:v>43255</c:v>
                </c:pt>
                <c:pt idx="1676">
                  <c:v>43256</c:v>
                </c:pt>
                <c:pt idx="1677">
                  <c:v>43257</c:v>
                </c:pt>
                <c:pt idx="1678">
                  <c:v>43258</c:v>
                </c:pt>
                <c:pt idx="1679">
                  <c:v>43259</c:v>
                </c:pt>
                <c:pt idx="1680">
                  <c:v>43262</c:v>
                </c:pt>
                <c:pt idx="1681">
                  <c:v>43263</c:v>
                </c:pt>
                <c:pt idx="1682">
                  <c:v>43264</c:v>
                </c:pt>
                <c:pt idx="1683">
                  <c:v>43265</c:v>
                </c:pt>
                <c:pt idx="1684">
                  <c:v>43266</c:v>
                </c:pt>
                <c:pt idx="1685">
                  <c:v>43269</c:v>
                </c:pt>
                <c:pt idx="1686">
                  <c:v>43270</c:v>
                </c:pt>
                <c:pt idx="1687">
                  <c:v>43271</c:v>
                </c:pt>
                <c:pt idx="1688">
                  <c:v>43272</c:v>
                </c:pt>
                <c:pt idx="1689">
                  <c:v>43273</c:v>
                </c:pt>
                <c:pt idx="1690">
                  <c:v>43276</c:v>
                </c:pt>
                <c:pt idx="1691">
                  <c:v>43277</c:v>
                </c:pt>
                <c:pt idx="1692">
                  <c:v>43278</c:v>
                </c:pt>
                <c:pt idx="1693">
                  <c:v>43279</c:v>
                </c:pt>
                <c:pt idx="1694">
                  <c:v>43280</c:v>
                </c:pt>
                <c:pt idx="1695">
                  <c:v>43283</c:v>
                </c:pt>
                <c:pt idx="1696">
                  <c:v>43284</c:v>
                </c:pt>
                <c:pt idx="1697">
                  <c:v>43285</c:v>
                </c:pt>
                <c:pt idx="1698">
                  <c:v>43286</c:v>
                </c:pt>
                <c:pt idx="1699">
                  <c:v>43287</c:v>
                </c:pt>
                <c:pt idx="1700">
                  <c:v>43290</c:v>
                </c:pt>
                <c:pt idx="1701">
                  <c:v>43291</c:v>
                </c:pt>
                <c:pt idx="1702">
                  <c:v>43292</c:v>
                </c:pt>
                <c:pt idx="1703">
                  <c:v>43293</c:v>
                </c:pt>
                <c:pt idx="1704">
                  <c:v>43294</c:v>
                </c:pt>
                <c:pt idx="1705">
                  <c:v>43297</c:v>
                </c:pt>
                <c:pt idx="1706">
                  <c:v>43298</c:v>
                </c:pt>
                <c:pt idx="1707">
                  <c:v>43299</c:v>
                </c:pt>
                <c:pt idx="1708">
                  <c:v>43300</c:v>
                </c:pt>
                <c:pt idx="1709">
                  <c:v>43301</c:v>
                </c:pt>
                <c:pt idx="1710">
                  <c:v>43304</c:v>
                </c:pt>
                <c:pt idx="1711">
                  <c:v>43305</c:v>
                </c:pt>
                <c:pt idx="1712">
                  <c:v>43306</c:v>
                </c:pt>
                <c:pt idx="1713">
                  <c:v>43307</c:v>
                </c:pt>
                <c:pt idx="1714">
                  <c:v>43308</c:v>
                </c:pt>
                <c:pt idx="1715">
                  <c:v>43311</c:v>
                </c:pt>
                <c:pt idx="1716">
                  <c:v>43312</c:v>
                </c:pt>
                <c:pt idx="1717">
                  <c:v>43313</c:v>
                </c:pt>
                <c:pt idx="1718">
                  <c:v>43314</c:v>
                </c:pt>
                <c:pt idx="1719">
                  <c:v>43315</c:v>
                </c:pt>
                <c:pt idx="1720">
                  <c:v>43318</c:v>
                </c:pt>
                <c:pt idx="1721">
                  <c:v>43319</c:v>
                </c:pt>
                <c:pt idx="1722">
                  <c:v>43320</c:v>
                </c:pt>
                <c:pt idx="1723">
                  <c:v>43321</c:v>
                </c:pt>
                <c:pt idx="1724">
                  <c:v>43322</c:v>
                </c:pt>
                <c:pt idx="1725">
                  <c:v>43325</c:v>
                </c:pt>
                <c:pt idx="1726">
                  <c:v>43326</c:v>
                </c:pt>
                <c:pt idx="1727">
                  <c:v>43327</c:v>
                </c:pt>
                <c:pt idx="1728">
                  <c:v>43328</c:v>
                </c:pt>
                <c:pt idx="1729">
                  <c:v>43329</c:v>
                </c:pt>
                <c:pt idx="1730">
                  <c:v>43332</c:v>
                </c:pt>
                <c:pt idx="1731">
                  <c:v>43333</c:v>
                </c:pt>
                <c:pt idx="1732">
                  <c:v>43334</c:v>
                </c:pt>
                <c:pt idx="1733">
                  <c:v>43335</c:v>
                </c:pt>
                <c:pt idx="1734">
                  <c:v>43336</c:v>
                </c:pt>
                <c:pt idx="1735">
                  <c:v>43339</c:v>
                </c:pt>
                <c:pt idx="1736">
                  <c:v>43340</c:v>
                </c:pt>
                <c:pt idx="1737">
                  <c:v>43341</c:v>
                </c:pt>
                <c:pt idx="1738">
                  <c:v>43342</c:v>
                </c:pt>
                <c:pt idx="1739">
                  <c:v>43343</c:v>
                </c:pt>
                <c:pt idx="1740">
                  <c:v>43346</c:v>
                </c:pt>
                <c:pt idx="1741">
                  <c:v>43347</c:v>
                </c:pt>
                <c:pt idx="1742">
                  <c:v>43348</c:v>
                </c:pt>
                <c:pt idx="1743">
                  <c:v>43349</c:v>
                </c:pt>
                <c:pt idx="1744">
                  <c:v>43350</c:v>
                </c:pt>
                <c:pt idx="1745">
                  <c:v>43353</c:v>
                </c:pt>
                <c:pt idx="1746">
                  <c:v>43354</c:v>
                </c:pt>
                <c:pt idx="1747">
                  <c:v>43355</c:v>
                </c:pt>
                <c:pt idx="1748">
                  <c:v>43356</c:v>
                </c:pt>
                <c:pt idx="1749">
                  <c:v>43357</c:v>
                </c:pt>
                <c:pt idx="1750">
                  <c:v>43360</c:v>
                </c:pt>
                <c:pt idx="1751">
                  <c:v>43361</c:v>
                </c:pt>
                <c:pt idx="1752">
                  <c:v>43362</c:v>
                </c:pt>
                <c:pt idx="1753">
                  <c:v>43363</c:v>
                </c:pt>
                <c:pt idx="1754">
                  <c:v>43364</c:v>
                </c:pt>
                <c:pt idx="1755">
                  <c:v>43367</c:v>
                </c:pt>
                <c:pt idx="1756">
                  <c:v>43368</c:v>
                </c:pt>
                <c:pt idx="1757">
                  <c:v>43369</c:v>
                </c:pt>
                <c:pt idx="1758">
                  <c:v>43370</c:v>
                </c:pt>
                <c:pt idx="1759">
                  <c:v>43371</c:v>
                </c:pt>
                <c:pt idx="1760">
                  <c:v>43374</c:v>
                </c:pt>
                <c:pt idx="1761">
                  <c:v>43375</c:v>
                </c:pt>
                <c:pt idx="1762">
                  <c:v>43376</c:v>
                </c:pt>
                <c:pt idx="1763">
                  <c:v>43377</c:v>
                </c:pt>
                <c:pt idx="1764">
                  <c:v>43378</c:v>
                </c:pt>
                <c:pt idx="1765">
                  <c:v>43381</c:v>
                </c:pt>
                <c:pt idx="1766">
                  <c:v>43382</c:v>
                </c:pt>
                <c:pt idx="1767">
                  <c:v>43383</c:v>
                </c:pt>
                <c:pt idx="1768">
                  <c:v>43384</c:v>
                </c:pt>
                <c:pt idx="1769">
                  <c:v>43385</c:v>
                </c:pt>
                <c:pt idx="1770">
                  <c:v>43388</c:v>
                </c:pt>
                <c:pt idx="1771">
                  <c:v>43389</c:v>
                </c:pt>
                <c:pt idx="1772">
                  <c:v>43390</c:v>
                </c:pt>
                <c:pt idx="1773">
                  <c:v>43391</c:v>
                </c:pt>
                <c:pt idx="1774">
                  <c:v>43392</c:v>
                </c:pt>
                <c:pt idx="1775">
                  <c:v>43395</c:v>
                </c:pt>
                <c:pt idx="1776">
                  <c:v>43396</c:v>
                </c:pt>
                <c:pt idx="1777">
                  <c:v>43397</c:v>
                </c:pt>
                <c:pt idx="1778">
                  <c:v>43398</c:v>
                </c:pt>
                <c:pt idx="1779">
                  <c:v>43399</c:v>
                </c:pt>
                <c:pt idx="1780">
                  <c:v>43402</c:v>
                </c:pt>
                <c:pt idx="1781">
                  <c:v>43403</c:v>
                </c:pt>
                <c:pt idx="1782">
                  <c:v>43404</c:v>
                </c:pt>
                <c:pt idx="1783">
                  <c:v>43405</c:v>
                </c:pt>
                <c:pt idx="1784">
                  <c:v>43406</c:v>
                </c:pt>
                <c:pt idx="1785">
                  <c:v>43409</c:v>
                </c:pt>
                <c:pt idx="1786">
                  <c:v>43410</c:v>
                </c:pt>
                <c:pt idx="1787">
                  <c:v>43411</c:v>
                </c:pt>
                <c:pt idx="1788">
                  <c:v>43412</c:v>
                </c:pt>
                <c:pt idx="1789">
                  <c:v>43413</c:v>
                </c:pt>
                <c:pt idx="1790">
                  <c:v>43416</c:v>
                </c:pt>
                <c:pt idx="1791">
                  <c:v>43417</c:v>
                </c:pt>
                <c:pt idx="1792">
                  <c:v>43418</c:v>
                </c:pt>
                <c:pt idx="1793">
                  <c:v>43419</c:v>
                </c:pt>
                <c:pt idx="1794">
                  <c:v>43420</c:v>
                </c:pt>
                <c:pt idx="1795">
                  <c:v>43423</c:v>
                </c:pt>
                <c:pt idx="1796">
                  <c:v>43424</c:v>
                </c:pt>
                <c:pt idx="1797">
                  <c:v>43425</c:v>
                </c:pt>
                <c:pt idx="1798">
                  <c:v>43426</c:v>
                </c:pt>
                <c:pt idx="1799">
                  <c:v>43427</c:v>
                </c:pt>
                <c:pt idx="1800">
                  <c:v>43430</c:v>
                </c:pt>
                <c:pt idx="1801">
                  <c:v>43431</c:v>
                </c:pt>
                <c:pt idx="1802">
                  <c:v>43432</c:v>
                </c:pt>
                <c:pt idx="1803">
                  <c:v>43433</c:v>
                </c:pt>
                <c:pt idx="1804">
                  <c:v>43434</c:v>
                </c:pt>
                <c:pt idx="1805">
                  <c:v>43437</c:v>
                </c:pt>
                <c:pt idx="1806">
                  <c:v>43438</c:v>
                </c:pt>
                <c:pt idx="1807">
                  <c:v>43439</c:v>
                </c:pt>
                <c:pt idx="1808">
                  <c:v>43440</c:v>
                </c:pt>
                <c:pt idx="1809">
                  <c:v>43441</c:v>
                </c:pt>
                <c:pt idx="1810">
                  <c:v>43444</c:v>
                </c:pt>
                <c:pt idx="1811">
                  <c:v>43445</c:v>
                </c:pt>
                <c:pt idx="1812">
                  <c:v>43446</c:v>
                </c:pt>
                <c:pt idx="1813">
                  <c:v>43447</c:v>
                </c:pt>
                <c:pt idx="1814">
                  <c:v>43448</c:v>
                </c:pt>
                <c:pt idx="1815">
                  <c:v>43451</c:v>
                </c:pt>
                <c:pt idx="1816">
                  <c:v>43452</c:v>
                </c:pt>
                <c:pt idx="1817">
                  <c:v>43453</c:v>
                </c:pt>
                <c:pt idx="1818">
                  <c:v>43454</c:v>
                </c:pt>
                <c:pt idx="1819">
                  <c:v>43455</c:v>
                </c:pt>
                <c:pt idx="1820">
                  <c:v>43458</c:v>
                </c:pt>
                <c:pt idx="1821">
                  <c:v>43459</c:v>
                </c:pt>
                <c:pt idx="1822">
                  <c:v>43460</c:v>
                </c:pt>
                <c:pt idx="1823">
                  <c:v>43461</c:v>
                </c:pt>
                <c:pt idx="1824">
                  <c:v>43462</c:v>
                </c:pt>
                <c:pt idx="1825">
                  <c:v>43465</c:v>
                </c:pt>
                <c:pt idx="1826">
                  <c:v>43466</c:v>
                </c:pt>
                <c:pt idx="1827">
                  <c:v>43467</c:v>
                </c:pt>
                <c:pt idx="1828">
                  <c:v>43468</c:v>
                </c:pt>
                <c:pt idx="1829">
                  <c:v>43469</c:v>
                </c:pt>
                <c:pt idx="1830">
                  <c:v>43472</c:v>
                </c:pt>
                <c:pt idx="1831">
                  <c:v>43473</c:v>
                </c:pt>
                <c:pt idx="1832">
                  <c:v>43474</c:v>
                </c:pt>
                <c:pt idx="1833">
                  <c:v>43475</c:v>
                </c:pt>
                <c:pt idx="1834">
                  <c:v>43476</c:v>
                </c:pt>
                <c:pt idx="1835">
                  <c:v>43479</c:v>
                </c:pt>
                <c:pt idx="1836">
                  <c:v>43480</c:v>
                </c:pt>
                <c:pt idx="1837">
                  <c:v>43481</c:v>
                </c:pt>
                <c:pt idx="1838">
                  <c:v>43482</c:v>
                </c:pt>
                <c:pt idx="1839">
                  <c:v>43483</c:v>
                </c:pt>
                <c:pt idx="1840">
                  <c:v>43486</c:v>
                </c:pt>
                <c:pt idx="1841">
                  <c:v>43487</c:v>
                </c:pt>
                <c:pt idx="1842">
                  <c:v>43488</c:v>
                </c:pt>
                <c:pt idx="1843">
                  <c:v>43489</c:v>
                </c:pt>
                <c:pt idx="1844">
                  <c:v>43490</c:v>
                </c:pt>
                <c:pt idx="1845">
                  <c:v>43493</c:v>
                </c:pt>
                <c:pt idx="1846">
                  <c:v>43494</c:v>
                </c:pt>
                <c:pt idx="1847">
                  <c:v>43495</c:v>
                </c:pt>
                <c:pt idx="1848">
                  <c:v>43496</c:v>
                </c:pt>
                <c:pt idx="1849">
                  <c:v>43497</c:v>
                </c:pt>
                <c:pt idx="1850">
                  <c:v>43500</c:v>
                </c:pt>
                <c:pt idx="1851">
                  <c:v>43501</c:v>
                </c:pt>
                <c:pt idx="1852">
                  <c:v>43502</c:v>
                </c:pt>
                <c:pt idx="1853">
                  <c:v>43503</c:v>
                </c:pt>
                <c:pt idx="1854">
                  <c:v>43504</c:v>
                </c:pt>
                <c:pt idx="1855">
                  <c:v>43507</c:v>
                </c:pt>
                <c:pt idx="1856">
                  <c:v>43508</c:v>
                </c:pt>
                <c:pt idx="1857">
                  <c:v>43509</c:v>
                </c:pt>
                <c:pt idx="1858">
                  <c:v>43510</c:v>
                </c:pt>
                <c:pt idx="1859">
                  <c:v>43511</c:v>
                </c:pt>
                <c:pt idx="1860">
                  <c:v>43514</c:v>
                </c:pt>
                <c:pt idx="1861">
                  <c:v>43515</c:v>
                </c:pt>
                <c:pt idx="1862">
                  <c:v>43516</c:v>
                </c:pt>
                <c:pt idx="1863">
                  <c:v>43517</c:v>
                </c:pt>
                <c:pt idx="1864">
                  <c:v>43518</c:v>
                </c:pt>
                <c:pt idx="1865">
                  <c:v>43521</c:v>
                </c:pt>
                <c:pt idx="1866">
                  <c:v>43522</c:v>
                </c:pt>
                <c:pt idx="1867">
                  <c:v>43523</c:v>
                </c:pt>
                <c:pt idx="1868">
                  <c:v>43524</c:v>
                </c:pt>
                <c:pt idx="1869">
                  <c:v>43525</c:v>
                </c:pt>
                <c:pt idx="1870">
                  <c:v>43528</c:v>
                </c:pt>
                <c:pt idx="1871">
                  <c:v>43529</c:v>
                </c:pt>
                <c:pt idx="1872">
                  <c:v>43530</c:v>
                </c:pt>
                <c:pt idx="1873">
                  <c:v>43531</c:v>
                </c:pt>
                <c:pt idx="1874">
                  <c:v>43532</c:v>
                </c:pt>
                <c:pt idx="1875">
                  <c:v>43535</c:v>
                </c:pt>
                <c:pt idx="1876">
                  <c:v>43536</c:v>
                </c:pt>
                <c:pt idx="1877">
                  <c:v>43537</c:v>
                </c:pt>
                <c:pt idx="1878">
                  <c:v>43538</c:v>
                </c:pt>
                <c:pt idx="1879">
                  <c:v>43539</c:v>
                </c:pt>
                <c:pt idx="1880">
                  <c:v>43542</c:v>
                </c:pt>
                <c:pt idx="1881">
                  <c:v>43543</c:v>
                </c:pt>
                <c:pt idx="1882">
                  <c:v>43544</c:v>
                </c:pt>
                <c:pt idx="1883">
                  <c:v>43545</c:v>
                </c:pt>
                <c:pt idx="1884">
                  <c:v>43546</c:v>
                </c:pt>
                <c:pt idx="1885">
                  <c:v>43549</c:v>
                </c:pt>
                <c:pt idx="1886">
                  <c:v>43550</c:v>
                </c:pt>
                <c:pt idx="1887">
                  <c:v>43551</c:v>
                </c:pt>
                <c:pt idx="1888">
                  <c:v>43552</c:v>
                </c:pt>
                <c:pt idx="1889">
                  <c:v>43553</c:v>
                </c:pt>
                <c:pt idx="1890">
                  <c:v>43556</c:v>
                </c:pt>
                <c:pt idx="1891">
                  <c:v>43557</c:v>
                </c:pt>
                <c:pt idx="1892">
                  <c:v>43558</c:v>
                </c:pt>
                <c:pt idx="1893">
                  <c:v>43559</c:v>
                </c:pt>
                <c:pt idx="1894">
                  <c:v>43560</c:v>
                </c:pt>
                <c:pt idx="1895">
                  <c:v>43563</c:v>
                </c:pt>
                <c:pt idx="1896">
                  <c:v>43564</c:v>
                </c:pt>
                <c:pt idx="1897">
                  <c:v>43565</c:v>
                </c:pt>
                <c:pt idx="1898">
                  <c:v>43566</c:v>
                </c:pt>
                <c:pt idx="1899">
                  <c:v>43567</c:v>
                </c:pt>
                <c:pt idx="1900">
                  <c:v>43570</c:v>
                </c:pt>
                <c:pt idx="1901">
                  <c:v>43571</c:v>
                </c:pt>
                <c:pt idx="1902">
                  <c:v>43572</c:v>
                </c:pt>
                <c:pt idx="1903">
                  <c:v>43573</c:v>
                </c:pt>
                <c:pt idx="1904">
                  <c:v>43574</c:v>
                </c:pt>
                <c:pt idx="1905">
                  <c:v>43577</c:v>
                </c:pt>
                <c:pt idx="1906">
                  <c:v>43578</c:v>
                </c:pt>
                <c:pt idx="1907">
                  <c:v>43579</c:v>
                </c:pt>
                <c:pt idx="1908">
                  <c:v>43580</c:v>
                </c:pt>
                <c:pt idx="1909">
                  <c:v>43581</c:v>
                </c:pt>
                <c:pt idx="1910">
                  <c:v>43584</c:v>
                </c:pt>
                <c:pt idx="1911">
                  <c:v>43585</c:v>
                </c:pt>
                <c:pt idx="1912">
                  <c:v>43586</c:v>
                </c:pt>
                <c:pt idx="1913">
                  <c:v>43587</c:v>
                </c:pt>
                <c:pt idx="1914">
                  <c:v>43588</c:v>
                </c:pt>
                <c:pt idx="1915">
                  <c:v>43591</c:v>
                </c:pt>
                <c:pt idx="1916">
                  <c:v>43592</c:v>
                </c:pt>
                <c:pt idx="1917">
                  <c:v>43593</c:v>
                </c:pt>
                <c:pt idx="1918">
                  <c:v>43594</c:v>
                </c:pt>
                <c:pt idx="1919">
                  <c:v>43595</c:v>
                </c:pt>
                <c:pt idx="1920">
                  <c:v>43598</c:v>
                </c:pt>
                <c:pt idx="1921">
                  <c:v>43599</c:v>
                </c:pt>
                <c:pt idx="1922">
                  <c:v>43600</c:v>
                </c:pt>
                <c:pt idx="1923">
                  <c:v>43601</c:v>
                </c:pt>
                <c:pt idx="1924">
                  <c:v>43602</c:v>
                </c:pt>
                <c:pt idx="1925">
                  <c:v>43605</c:v>
                </c:pt>
                <c:pt idx="1926">
                  <c:v>43606</c:v>
                </c:pt>
                <c:pt idx="1927">
                  <c:v>43607</c:v>
                </c:pt>
                <c:pt idx="1928">
                  <c:v>43608</c:v>
                </c:pt>
                <c:pt idx="1929">
                  <c:v>43609</c:v>
                </c:pt>
                <c:pt idx="1930">
                  <c:v>43612</c:v>
                </c:pt>
                <c:pt idx="1931">
                  <c:v>43613</c:v>
                </c:pt>
                <c:pt idx="1932">
                  <c:v>43614</c:v>
                </c:pt>
                <c:pt idx="1933">
                  <c:v>43615</c:v>
                </c:pt>
                <c:pt idx="1934">
                  <c:v>43616</c:v>
                </c:pt>
                <c:pt idx="1935">
                  <c:v>43619</c:v>
                </c:pt>
                <c:pt idx="1936">
                  <c:v>43620</c:v>
                </c:pt>
                <c:pt idx="1937">
                  <c:v>43621</c:v>
                </c:pt>
                <c:pt idx="1938">
                  <c:v>43622</c:v>
                </c:pt>
                <c:pt idx="1939">
                  <c:v>43623</c:v>
                </c:pt>
                <c:pt idx="1940">
                  <c:v>43626</c:v>
                </c:pt>
                <c:pt idx="1941">
                  <c:v>43627</c:v>
                </c:pt>
                <c:pt idx="1942">
                  <c:v>43628</c:v>
                </c:pt>
                <c:pt idx="1943">
                  <c:v>43629</c:v>
                </c:pt>
                <c:pt idx="1944">
                  <c:v>43630</c:v>
                </c:pt>
                <c:pt idx="1945">
                  <c:v>43633</c:v>
                </c:pt>
                <c:pt idx="1946">
                  <c:v>43634</c:v>
                </c:pt>
                <c:pt idx="1947">
                  <c:v>43635</c:v>
                </c:pt>
                <c:pt idx="1948">
                  <c:v>43636</c:v>
                </c:pt>
                <c:pt idx="1949">
                  <c:v>43637</c:v>
                </c:pt>
                <c:pt idx="1950">
                  <c:v>43640</c:v>
                </c:pt>
                <c:pt idx="1951">
                  <c:v>43641</c:v>
                </c:pt>
                <c:pt idx="1952">
                  <c:v>43642</c:v>
                </c:pt>
                <c:pt idx="1953">
                  <c:v>43643</c:v>
                </c:pt>
                <c:pt idx="1954">
                  <c:v>43644</c:v>
                </c:pt>
                <c:pt idx="1955">
                  <c:v>43647</c:v>
                </c:pt>
                <c:pt idx="1956">
                  <c:v>43648</c:v>
                </c:pt>
                <c:pt idx="1957">
                  <c:v>43649</c:v>
                </c:pt>
                <c:pt idx="1958">
                  <c:v>43650</c:v>
                </c:pt>
                <c:pt idx="1959">
                  <c:v>43651</c:v>
                </c:pt>
                <c:pt idx="1960">
                  <c:v>43654</c:v>
                </c:pt>
                <c:pt idx="1961">
                  <c:v>43655</c:v>
                </c:pt>
                <c:pt idx="1962">
                  <c:v>43656</c:v>
                </c:pt>
                <c:pt idx="1963">
                  <c:v>43657</c:v>
                </c:pt>
                <c:pt idx="1964">
                  <c:v>43658</c:v>
                </c:pt>
                <c:pt idx="1965">
                  <c:v>43661</c:v>
                </c:pt>
                <c:pt idx="1966">
                  <c:v>43662</c:v>
                </c:pt>
                <c:pt idx="1967">
                  <c:v>43663</c:v>
                </c:pt>
                <c:pt idx="1968">
                  <c:v>43664</c:v>
                </c:pt>
                <c:pt idx="1969">
                  <c:v>43665</c:v>
                </c:pt>
                <c:pt idx="1970">
                  <c:v>43668</c:v>
                </c:pt>
                <c:pt idx="1971">
                  <c:v>43669</c:v>
                </c:pt>
                <c:pt idx="1972">
                  <c:v>43670</c:v>
                </c:pt>
                <c:pt idx="1973">
                  <c:v>43671</c:v>
                </c:pt>
                <c:pt idx="1974">
                  <c:v>43672</c:v>
                </c:pt>
                <c:pt idx="1975">
                  <c:v>43675</c:v>
                </c:pt>
                <c:pt idx="1976">
                  <c:v>43676</c:v>
                </c:pt>
                <c:pt idx="1977">
                  <c:v>43677</c:v>
                </c:pt>
                <c:pt idx="1978">
                  <c:v>43678</c:v>
                </c:pt>
                <c:pt idx="1979">
                  <c:v>43679</c:v>
                </c:pt>
                <c:pt idx="1980">
                  <c:v>43682</c:v>
                </c:pt>
                <c:pt idx="1981">
                  <c:v>43683</c:v>
                </c:pt>
                <c:pt idx="1982">
                  <c:v>43684</c:v>
                </c:pt>
                <c:pt idx="1983">
                  <c:v>43685</c:v>
                </c:pt>
                <c:pt idx="1984">
                  <c:v>43686</c:v>
                </c:pt>
                <c:pt idx="1985">
                  <c:v>43689</c:v>
                </c:pt>
                <c:pt idx="1986">
                  <c:v>43690</c:v>
                </c:pt>
                <c:pt idx="1987">
                  <c:v>43691</c:v>
                </c:pt>
                <c:pt idx="1988">
                  <c:v>43692</c:v>
                </c:pt>
                <c:pt idx="1989">
                  <c:v>43693</c:v>
                </c:pt>
                <c:pt idx="1990">
                  <c:v>43696</c:v>
                </c:pt>
                <c:pt idx="1991">
                  <c:v>43697</c:v>
                </c:pt>
                <c:pt idx="1992">
                  <c:v>43698</c:v>
                </c:pt>
                <c:pt idx="1993">
                  <c:v>43699</c:v>
                </c:pt>
                <c:pt idx="1994">
                  <c:v>43700</c:v>
                </c:pt>
                <c:pt idx="1995">
                  <c:v>43703</c:v>
                </c:pt>
                <c:pt idx="1996">
                  <c:v>43704</c:v>
                </c:pt>
                <c:pt idx="1997">
                  <c:v>43705</c:v>
                </c:pt>
                <c:pt idx="1998">
                  <c:v>43706</c:v>
                </c:pt>
                <c:pt idx="1999">
                  <c:v>43707</c:v>
                </c:pt>
                <c:pt idx="2000">
                  <c:v>43710</c:v>
                </c:pt>
                <c:pt idx="2001">
                  <c:v>43711</c:v>
                </c:pt>
                <c:pt idx="2002">
                  <c:v>43712</c:v>
                </c:pt>
                <c:pt idx="2003">
                  <c:v>43713</c:v>
                </c:pt>
                <c:pt idx="2004">
                  <c:v>43714</c:v>
                </c:pt>
                <c:pt idx="2005">
                  <c:v>43717</c:v>
                </c:pt>
                <c:pt idx="2006">
                  <c:v>43718</c:v>
                </c:pt>
                <c:pt idx="2007">
                  <c:v>43719</c:v>
                </c:pt>
                <c:pt idx="2008">
                  <c:v>43720</c:v>
                </c:pt>
                <c:pt idx="2009">
                  <c:v>43721</c:v>
                </c:pt>
                <c:pt idx="2010">
                  <c:v>43724</c:v>
                </c:pt>
                <c:pt idx="2011">
                  <c:v>43725</c:v>
                </c:pt>
                <c:pt idx="2012">
                  <c:v>43726</c:v>
                </c:pt>
                <c:pt idx="2013">
                  <c:v>43727</c:v>
                </c:pt>
                <c:pt idx="2014">
                  <c:v>43728</c:v>
                </c:pt>
                <c:pt idx="2015">
                  <c:v>43731</c:v>
                </c:pt>
                <c:pt idx="2016">
                  <c:v>43732</c:v>
                </c:pt>
                <c:pt idx="2017">
                  <c:v>43733</c:v>
                </c:pt>
                <c:pt idx="2018">
                  <c:v>43734</c:v>
                </c:pt>
                <c:pt idx="2019">
                  <c:v>43735</c:v>
                </c:pt>
                <c:pt idx="2020">
                  <c:v>43738</c:v>
                </c:pt>
                <c:pt idx="2021">
                  <c:v>43739</c:v>
                </c:pt>
                <c:pt idx="2022">
                  <c:v>43740</c:v>
                </c:pt>
                <c:pt idx="2023">
                  <c:v>43741</c:v>
                </c:pt>
                <c:pt idx="2024">
                  <c:v>43742</c:v>
                </c:pt>
                <c:pt idx="2025">
                  <c:v>43745</c:v>
                </c:pt>
                <c:pt idx="2026">
                  <c:v>43746</c:v>
                </c:pt>
                <c:pt idx="2027">
                  <c:v>43747</c:v>
                </c:pt>
                <c:pt idx="2028">
                  <c:v>43748</c:v>
                </c:pt>
                <c:pt idx="2029">
                  <c:v>43749</c:v>
                </c:pt>
                <c:pt idx="2030">
                  <c:v>43752</c:v>
                </c:pt>
                <c:pt idx="2031">
                  <c:v>43753</c:v>
                </c:pt>
                <c:pt idx="2032">
                  <c:v>43754</c:v>
                </c:pt>
                <c:pt idx="2033">
                  <c:v>43755</c:v>
                </c:pt>
                <c:pt idx="2034">
                  <c:v>43756</c:v>
                </c:pt>
                <c:pt idx="2035">
                  <c:v>43759</c:v>
                </c:pt>
                <c:pt idx="2036">
                  <c:v>43760</c:v>
                </c:pt>
                <c:pt idx="2037">
                  <c:v>43761</c:v>
                </c:pt>
                <c:pt idx="2038">
                  <c:v>43762</c:v>
                </c:pt>
                <c:pt idx="2039">
                  <c:v>43763</c:v>
                </c:pt>
                <c:pt idx="2040">
                  <c:v>43766</c:v>
                </c:pt>
                <c:pt idx="2041">
                  <c:v>43767</c:v>
                </c:pt>
                <c:pt idx="2042">
                  <c:v>43768</c:v>
                </c:pt>
                <c:pt idx="2043">
                  <c:v>43769</c:v>
                </c:pt>
                <c:pt idx="2044">
                  <c:v>43770</c:v>
                </c:pt>
                <c:pt idx="2045">
                  <c:v>43773</c:v>
                </c:pt>
                <c:pt idx="2046">
                  <c:v>43774</c:v>
                </c:pt>
                <c:pt idx="2047">
                  <c:v>43775</c:v>
                </c:pt>
                <c:pt idx="2048">
                  <c:v>43776</c:v>
                </c:pt>
                <c:pt idx="2049">
                  <c:v>43777</c:v>
                </c:pt>
                <c:pt idx="2050">
                  <c:v>43780</c:v>
                </c:pt>
                <c:pt idx="2051">
                  <c:v>43781</c:v>
                </c:pt>
                <c:pt idx="2052">
                  <c:v>43782</c:v>
                </c:pt>
                <c:pt idx="2053">
                  <c:v>43783</c:v>
                </c:pt>
                <c:pt idx="2054">
                  <c:v>43784</c:v>
                </c:pt>
                <c:pt idx="2055">
                  <c:v>43787</c:v>
                </c:pt>
                <c:pt idx="2056">
                  <c:v>43788</c:v>
                </c:pt>
                <c:pt idx="2057">
                  <c:v>43789</c:v>
                </c:pt>
                <c:pt idx="2058">
                  <c:v>43790</c:v>
                </c:pt>
                <c:pt idx="2059">
                  <c:v>43791</c:v>
                </c:pt>
                <c:pt idx="2060">
                  <c:v>43794</c:v>
                </c:pt>
                <c:pt idx="2061">
                  <c:v>43795</c:v>
                </c:pt>
                <c:pt idx="2062">
                  <c:v>43796</c:v>
                </c:pt>
                <c:pt idx="2063">
                  <c:v>43797</c:v>
                </c:pt>
                <c:pt idx="2064">
                  <c:v>43798</c:v>
                </c:pt>
                <c:pt idx="2065">
                  <c:v>43801</c:v>
                </c:pt>
                <c:pt idx="2066">
                  <c:v>43802</c:v>
                </c:pt>
                <c:pt idx="2067">
                  <c:v>43803</c:v>
                </c:pt>
                <c:pt idx="2068">
                  <c:v>43804</c:v>
                </c:pt>
                <c:pt idx="2069">
                  <c:v>43805</c:v>
                </c:pt>
                <c:pt idx="2070">
                  <c:v>43808</c:v>
                </c:pt>
                <c:pt idx="2071">
                  <c:v>43809</c:v>
                </c:pt>
                <c:pt idx="2072">
                  <c:v>43810</c:v>
                </c:pt>
                <c:pt idx="2073">
                  <c:v>43811</c:v>
                </c:pt>
                <c:pt idx="2074">
                  <c:v>43812</c:v>
                </c:pt>
                <c:pt idx="2075">
                  <c:v>43815</c:v>
                </c:pt>
                <c:pt idx="2076">
                  <c:v>43816</c:v>
                </c:pt>
                <c:pt idx="2077">
                  <c:v>43817</c:v>
                </c:pt>
                <c:pt idx="2078">
                  <c:v>43818</c:v>
                </c:pt>
                <c:pt idx="2079">
                  <c:v>43819</c:v>
                </c:pt>
                <c:pt idx="2080">
                  <c:v>43822</c:v>
                </c:pt>
                <c:pt idx="2081">
                  <c:v>43823</c:v>
                </c:pt>
                <c:pt idx="2082">
                  <c:v>43824</c:v>
                </c:pt>
                <c:pt idx="2083">
                  <c:v>43825</c:v>
                </c:pt>
                <c:pt idx="2084">
                  <c:v>43826</c:v>
                </c:pt>
                <c:pt idx="2085">
                  <c:v>43829</c:v>
                </c:pt>
                <c:pt idx="2086">
                  <c:v>43830</c:v>
                </c:pt>
                <c:pt idx="2087">
                  <c:v>43831</c:v>
                </c:pt>
                <c:pt idx="2088">
                  <c:v>43832</c:v>
                </c:pt>
                <c:pt idx="2089">
                  <c:v>43833</c:v>
                </c:pt>
                <c:pt idx="2090">
                  <c:v>43836</c:v>
                </c:pt>
                <c:pt idx="2091">
                  <c:v>43837</c:v>
                </c:pt>
                <c:pt idx="2092">
                  <c:v>43838</c:v>
                </c:pt>
                <c:pt idx="2093">
                  <c:v>43839</c:v>
                </c:pt>
                <c:pt idx="2094">
                  <c:v>43840</c:v>
                </c:pt>
                <c:pt idx="2095">
                  <c:v>43843</c:v>
                </c:pt>
                <c:pt idx="2096">
                  <c:v>43844</c:v>
                </c:pt>
                <c:pt idx="2097">
                  <c:v>43845</c:v>
                </c:pt>
                <c:pt idx="2098">
                  <c:v>43846</c:v>
                </c:pt>
                <c:pt idx="2099">
                  <c:v>43847</c:v>
                </c:pt>
                <c:pt idx="2100">
                  <c:v>43850</c:v>
                </c:pt>
                <c:pt idx="2101">
                  <c:v>43851</c:v>
                </c:pt>
                <c:pt idx="2102">
                  <c:v>43852</c:v>
                </c:pt>
                <c:pt idx="2103">
                  <c:v>43853</c:v>
                </c:pt>
                <c:pt idx="2104">
                  <c:v>43854</c:v>
                </c:pt>
                <c:pt idx="2105">
                  <c:v>43857</c:v>
                </c:pt>
                <c:pt idx="2106">
                  <c:v>43858</c:v>
                </c:pt>
                <c:pt idx="2107">
                  <c:v>43859</c:v>
                </c:pt>
                <c:pt idx="2108">
                  <c:v>43860</c:v>
                </c:pt>
                <c:pt idx="2109">
                  <c:v>43861</c:v>
                </c:pt>
                <c:pt idx="2110">
                  <c:v>43864</c:v>
                </c:pt>
                <c:pt idx="2111">
                  <c:v>43865</c:v>
                </c:pt>
                <c:pt idx="2112">
                  <c:v>43866</c:v>
                </c:pt>
                <c:pt idx="2113">
                  <c:v>43867</c:v>
                </c:pt>
                <c:pt idx="2114">
                  <c:v>43868</c:v>
                </c:pt>
                <c:pt idx="2115">
                  <c:v>43871</c:v>
                </c:pt>
                <c:pt idx="2116">
                  <c:v>43872</c:v>
                </c:pt>
                <c:pt idx="2117">
                  <c:v>43873</c:v>
                </c:pt>
                <c:pt idx="2118">
                  <c:v>43874</c:v>
                </c:pt>
                <c:pt idx="2119">
                  <c:v>43875</c:v>
                </c:pt>
                <c:pt idx="2120">
                  <c:v>43878</c:v>
                </c:pt>
                <c:pt idx="2121">
                  <c:v>43879</c:v>
                </c:pt>
                <c:pt idx="2122">
                  <c:v>43880</c:v>
                </c:pt>
                <c:pt idx="2123">
                  <c:v>43881</c:v>
                </c:pt>
                <c:pt idx="2124">
                  <c:v>43882</c:v>
                </c:pt>
                <c:pt idx="2125">
                  <c:v>43885</c:v>
                </c:pt>
                <c:pt idx="2126">
                  <c:v>43886</c:v>
                </c:pt>
                <c:pt idx="2127">
                  <c:v>43887</c:v>
                </c:pt>
                <c:pt idx="2128">
                  <c:v>43888</c:v>
                </c:pt>
                <c:pt idx="2129">
                  <c:v>43889</c:v>
                </c:pt>
                <c:pt idx="2130">
                  <c:v>43892</c:v>
                </c:pt>
                <c:pt idx="2131">
                  <c:v>43893</c:v>
                </c:pt>
                <c:pt idx="2132">
                  <c:v>43894</c:v>
                </c:pt>
                <c:pt idx="2133">
                  <c:v>43895</c:v>
                </c:pt>
                <c:pt idx="2134">
                  <c:v>43896</c:v>
                </c:pt>
                <c:pt idx="2135">
                  <c:v>43899</c:v>
                </c:pt>
                <c:pt idx="2136">
                  <c:v>43900</c:v>
                </c:pt>
                <c:pt idx="2137">
                  <c:v>43901</c:v>
                </c:pt>
                <c:pt idx="2138">
                  <c:v>43902</c:v>
                </c:pt>
                <c:pt idx="2139">
                  <c:v>43903</c:v>
                </c:pt>
                <c:pt idx="2140">
                  <c:v>43906</c:v>
                </c:pt>
                <c:pt idx="2141">
                  <c:v>43907</c:v>
                </c:pt>
                <c:pt idx="2142">
                  <c:v>43908</c:v>
                </c:pt>
                <c:pt idx="2143">
                  <c:v>43909</c:v>
                </c:pt>
                <c:pt idx="2144">
                  <c:v>43910</c:v>
                </c:pt>
                <c:pt idx="2145">
                  <c:v>43913</c:v>
                </c:pt>
                <c:pt idx="2146">
                  <c:v>43914</c:v>
                </c:pt>
                <c:pt idx="2147">
                  <c:v>43915</c:v>
                </c:pt>
                <c:pt idx="2148">
                  <c:v>43916</c:v>
                </c:pt>
                <c:pt idx="2149">
                  <c:v>43917</c:v>
                </c:pt>
                <c:pt idx="2150">
                  <c:v>43920</c:v>
                </c:pt>
                <c:pt idx="2151">
                  <c:v>43921</c:v>
                </c:pt>
                <c:pt idx="2152">
                  <c:v>43922</c:v>
                </c:pt>
                <c:pt idx="2153">
                  <c:v>43923</c:v>
                </c:pt>
                <c:pt idx="2154">
                  <c:v>43924</c:v>
                </c:pt>
                <c:pt idx="2155">
                  <c:v>43927</c:v>
                </c:pt>
                <c:pt idx="2156">
                  <c:v>43928</c:v>
                </c:pt>
                <c:pt idx="2157">
                  <c:v>43929</c:v>
                </c:pt>
                <c:pt idx="2158">
                  <c:v>43930</c:v>
                </c:pt>
                <c:pt idx="2159">
                  <c:v>43931</c:v>
                </c:pt>
                <c:pt idx="2160">
                  <c:v>43934</c:v>
                </c:pt>
                <c:pt idx="2161">
                  <c:v>43935</c:v>
                </c:pt>
                <c:pt idx="2162">
                  <c:v>43936</c:v>
                </c:pt>
                <c:pt idx="2163">
                  <c:v>43937</c:v>
                </c:pt>
                <c:pt idx="2164">
                  <c:v>43938</c:v>
                </c:pt>
                <c:pt idx="2165">
                  <c:v>43941</c:v>
                </c:pt>
                <c:pt idx="2166">
                  <c:v>43942</c:v>
                </c:pt>
                <c:pt idx="2167">
                  <c:v>43943</c:v>
                </c:pt>
                <c:pt idx="2168">
                  <c:v>43944</c:v>
                </c:pt>
                <c:pt idx="2169">
                  <c:v>43945</c:v>
                </c:pt>
                <c:pt idx="2170">
                  <c:v>43948</c:v>
                </c:pt>
                <c:pt idx="2171">
                  <c:v>43949</c:v>
                </c:pt>
                <c:pt idx="2172">
                  <c:v>43950</c:v>
                </c:pt>
                <c:pt idx="2173">
                  <c:v>43951</c:v>
                </c:pt>
                <c:pt idx="2174">
                  <c:v>43952</c:v>
                </c:pt>
                <c:pt idx="2175">
                  <c:v>43955</c:v>
                </c:pt>
                <c:pt idx="2176">
                  <c:v>43956</c:v>
                </c:pt>
                <c:pt idx="2177">
                  <c:v>43957</c:v>
                </c:pt>
                <c:pt idx="2178">
                  <c:v>43958</c:v>
                </c:pt>
                <c:pt idx="2179">
                  <c:v>43959</c:v>
                </c:pt>
                <c:pt idx="2180">
                  <c:v>43962</c:v>
                </c:pt>
                <c:pt idx="2181">
                  <c:v>43963</c:v>
                </c:pt>
                <c:pt idx="2182">
                  <c:v>43964</c:v>
                </c:pt>
                <c:pt idx="2183">
                  <c:v>43965</c:v>
                </c:pt>
                <c:pt idx="2184">
                  <c:v>43966</c:v>
                </c:pt>
                <c:pt idx="2185">
                  <c:v>43969</c:v>
                </c:pt>
                <c:pt idx="2186">
                  <c:v>43970</c:v>
                </c:pt>
                <c:pt idx="2187">
                  <c:v>43971</c:v>
                </c:pt>
                <c:pt idx="2188">
                  <c:v>43972</c:v>
                </c:pt>
                <c:pt idx="2189">
                  <c:v>43973</c:v>
                </c:pt>
                <c:pt idx="2190">
                  <c:v>43976</c:v>
                </c:pt>
                <c:pt idx="2191">
                  <c:v>43977</c:v>
                </c:pt>
                <c:pt idx="2192">
                  <c:v>43978</c:v>
                </c:pt>
                <c:pt idx="2193">
                  <c:v>43979</c:v>
                </c:pt>
                <c:pt idx="2194">
                  <c:v>43980</c:v>
                </c:pt>
                <c:pt idx="2195">
                  <c:v>43983</c:v>
                </c:pt>
                <c:pt idx="2196">
                  <c:v>43984</c:v>
                </c:pt>
                <c:pt idx="2197">
                  <c:v>43985</c:v>
                </c:pt>
                <c:pt idx="2198">
                  <c:v>43986</c:v>
                </c:pt>
                <c:pt idx="2199">
                  <c:v>43987</c:v>
                </c:pt>
                <c:pt idx="2200">
                  <c:v>43990</c:v>
                </c:pt>
                <c:pt idx="2201">
                  <c:v>43991</c:v>
                </c:pt>
                <c:pt idx="2202">
                  <c:v>43992</c:v>
                </c:pt>
                <c:pt idx="2203">
                  <c:v>43993</c:v>
                </c:pt>
                <c:pt idx="2204">
                  <c:v>43994</c:v>
                </c:pt>
                <c:pt idx="2205">
                  <c:v>43997</c:v>
                </c:pt>
                <c:pt idx="2206">
                  <c:v>43998</c:v>
                </c:pt>
                <c:pt idx="2207">
                  <c:v>43999</c:v>
                </c:pt>
                <c:pt idx="2208">
                  <c:v>44000</c:v>
                </c:pt>
                <c:pt idx="2209">
                  <c:v>44001</c:v>
                </c:pt>
                <c:pt idx="2210">
                  <c:v>44004</c:v>
                </c:pt>
                <c:pt idx="2211">
                  <c:v>44005</c:v>
                </c:pt>
                <c:pt idx="2212">
                  <c:v>44006</c:v>
                </c:pt>
                <c:pt idx="2213">
                  <c:v>44007</c:v>
                </c:pt>
                <c:pt idx="2214">
                  <c:v>44008</c:v>
                </c:pt>
                <c:pt idx="2215">
                  <c:v>44011</c:v>
                </c:pt>
                <c:pt idx="2216">
                  <c:v>44012</c:v>
                </c:pt>
                <c:pt idx="2217">
                  <c:v>44013</c:v>
                </c:pt>
                <c:pt idx="2218">
                  <c:v>44014</c:v>
                </c:pt>
                <c:pt idx="2219">
                  <c:v>44015</c:v>
                </c:pt>
                <c:pt idx="2220">
                  <c:v>44018</c:v>
                </c:pt>
                <c:pt idx="2221">
                  <c:v>44019</c:v>
                </c:pt>
                <c:pt idx="2222">
                  <c:v>44020</c:v>
                </c:pt>
                <c:pt idx="2223">
                  <c:v>44021</c:v>
                </c:pt>
                <c:pt idx="2224">
                  <c:v>44022</c:v>
                </c:pt>
                <c:pt idx="2225">
                  <c:v>44025</c:v>
                </c:pt>
                <c:pt idx="2226">
                  <c:v>44026</c:v>
                </c:pt>
                <c:pt idx="2227">
                  <c:v>44027</c:v>
                </c:pt>
                <c:pt idx="2228">
                  <c:v>44028</c:v>
                </c:pt>
                <c:pt idx="2229">
                  <c:v>44029</c:v>
                </c:pt>
                <c:pt idx="2230">
                  <c:v>44032</c:v>
                </c:pt>
                <c:pt idx="2231">
                  <c:v>44033</c:v>
                </c:pt>
                <c:pt idx="2232">
                  <c:v>44034</c:v>
                </c:pt>
                <c:pt idx="2233">
                  <c:v>44035</c:v>
                </c:pt>
                <c:pt idx="2234">
                  <c:v>44036</c:v>
                </c:pt>
                <c:pt idx="2235">
                  <c:v>44039</c:v>
                </c:pt>
                <c:pt idx="2236">
                  <c:v>44040</c:v>
                </c:pt>
                <c:pt idx="2237">
                  <c:v>44041</c:v>
                </c:pt>
                <c:pt idx="2238">
                  <c:v>44042</c:v>
                </c:pt>
                <c:pt idx="2239">
                  <c:v>44043</c:v>
                </c:pt>
                <c:pt idx="2240">
                  <c:v>44046</c:v>
                </c:pt>
                <c:pt idx="2241">
                  <c:v>44047</c:v>
                </c:pt>
                <c:pt idx="2242">
                  <c:v>44048</c:v>
                </c:pt>
                <c:pt idx="2243">
                  <c:v>44049</c:v>
                </c:pt>
                <c:pt idx="2244">
                  <c:v>44050</c:v>
                </c:pt>
                <c:pt idx="2245">
                  <c:v>44053</c:v>
                </c:pt>
                <c:pt idx="2246">
                  <c:v>44054</c:v>
                </c:pt>
                <c:pt idx="2247">
                  <c:v>44055</c:v>
                </c:pt>
                <c:pt idx="2248">
                  <c:v>44056</c:v>
                </c:pt>
                <c:pt idx="2249">
                  <c:v>44057</c:v>
                </c:pt>
                <c:pt idx="2250">
                  <c:v>44060</c:v>
                </c:pt>
                <c:pt idx="2251">
                  <c:v>44061</c:v>
                </c:pt>
                <c:pt idx="2252">
                  <c:v>44062</c:v>
                </c:pt>
                <c:pt idx="2253">
                  <c:v>44063</c:v>
                </c:pt>
                <c:pt idx="2254">
                  <c:v>44064</c:v>
                </c:pt>
                <c:pt idx="2255">
                  <c:v>44067</c:v>
                </c:pt>
                <c:pt idx="2256">
                  <c:v>44068</c:v>
                </c:pt>
                <c:pt idx="2257">
                  <c:v>44069</c:v>
                </c:pt>
                <c:pt idx="2258">
                  <c:v>44070</c:v>
                </c:pt>
                <c:pt idx="2259">
                  <c:v>44071</c:v>
                </c:pt>
                <c:pt idx="2260">
                  <c:v>44074</c:v>
                </c:pt>
                <c:pt idx="2261">
                  <c:v>44075</c:v>
                </c:pt>
                <c:pt idx="2262">
                  <c:v>44076</c:v>
                </c:pt>
                <c:pt idx="2263">
                  <c:v>44077</c:v>
                </c:pt>
                <c:pt idx="2264">
                  <c:v>44078</c:v>
                </c:pt>
                <c:pt idx="2265">
                  <c:v>44081</c:v>
                </c:pt>
                <c:pt idx="2266">
                  <c:v>44082</c:v>
                </c:pt>
                <c:pt idx="2267">
                  <c:v>44083</c:v>
                </c:pt>
                <c:pt idx="2268">
                  <c:v>44084</c:v>
                </c:pt>
                <c:pt idx="2269">
                  <c:v>44085</c:v>
                </c:pt>
                <c:pt idx="2270">
                  <c:v>44088</c:v>
                </c:pt>
                <c:pt idx="2271">
                  <c:v>44089</c:v>
                </c:pt>
                <c:pt idx="2272">
                  <c:v>44090</c:v>
                </c:pt>
                <c:pt idx="2273">
                  <c:v>44091</c:v>
                </c:pt>
                <c:pt idx="2274">
                  <c:v>44092</c:v>
                </c:pt>
                <c:pt idx="2275">
                  <c:v>44095</c:v>
                </c:pt>
                <c:pt idx="2276">
                  <c:v>44096</c:v>
                </c:pt>
                <c:pt idx="2277">
                  <c:v>44097</c:v>
                </c:pt>
                <c:pt idx="2278">
                  <c:v>44098</c:v>
                </c:pt>
                <c:pt idx="2279">
                  <c:v>44099</c:v>
                </c:pt>
                <c:pt idx="2280">
                  <c:v>44102</c:v>
                </c:pt>
                <c:pt idx="2281">
                  <c:v>44103</c:v>
                </c:pt>
                <c:pt idx="2282">
                  <c:v>44104</c:v>
                </c:pt>
                <c:pt idx="2283">
                  <c:v>44105</c:v>
                </c:pt>
                <c:pt idx="2284">
                  <c:v>44106</c:v>
                </c:pt>
                <c:pt idx="2285">
                  <c:v>44109</c:v>
                </c:pt>
                <c:pt idx="2286">
                  <c:v>44110</c:v>
                </c:pt>
                <c:pt idx="2287">
                  <c:v>44111</c:v>
                </c:pt>
                <c:pt idx="2288">
                  <c:v>44112</c:v>
                </c:pt>
                <c:pt idx="2289">
                  <c:v>44113</c:v>
                </c:pt>
                <c:pt idx="2290">
                  <c:v>44116</c:v>
                </c:pt>
                <c:pt idx="2291">
                  <c:v>44117</c:v>
                </c:pt>
                <c:pt idx="2292">
                  <c:v>44118</c:v>
                </c:pt>
                <c:pt idx="2293">
                  <c:v>44119</c:v>
                </c:pt>
                <c:pt idx="2294">
                  <c:v>44120</c:v>
                </c:pt>
                <c:pt idx="2295">
                  <c:v>44123</c:v>
                </c:pt>
                <c:pt idx="2296">
                  <c:v>44124</c:v>
                </c:pt>
                <c:pt idx="2297">
                  <c:v>44125</c:v>
                </c:pt>
                <c:pt idx="2298">
                  <c:v>44126</c:v>
                </c:pt>
                <c:pt idx="2299">
                  <c:v>44127</c:v>
                </c:pt>
                <c:pt idx="2300">
                  <c:v>44130</c:v>
                </c:pt>
                <c:pt idx="2301">
                  <c:v>44131</c:v>
                </c:pt>
                <c:pt idx="2302">
                  <c:v>44132</c:v>
                </c:pt>
                <c:pt idx="2303">
                  <c:v>44133</c:v>
                </c:pt>
                <c:pt idx="2304">
                  <c:v>44134</c:v>
                </c:pt>
                <c:pt idx="2305">
                  <c:v>44137</c:v>
                </c:pt>
                <c:pt idx="2306">
                  <c:v>44138</c:v>
                </c:pt>
                <c:pt idx="2307">
                  <c:v>44139</c:v>
                </c:pt>
                <c:pt idx="2308">
                  <c:v>44140</c:v>
                </c:pt>
                <c:pt idx="2309">
                  <c:v>44141</c:v>
                </c:pt>
                <c:pt idx="2310">
                  <c:v>44144</c:v>
                </c:pt>
                <c:pt idx="2311">
                  <c:v>44145</c:v>
                </c:pt>
                <c:pt idx="2312">
                  <c:v>44146</c:v>
                </c:pt>
                <c:pt idx="2313">
                  <c:v>44147</c:v>
                </c:pt>
                <c:pt idx="2314">
                  <c:v>44148</c:v>
                </c:pt>
                <c:pt idx="2315">
                  <c:v>44151</c:v>
                </c:pt>
                <c:pt idx="2316">
                  <c:v>44152</c:v>
                </c:pt>
                <c:pt idx="2317">
                  <c:v>44153</c:v>
                </c:pt>
                <c:pt idx="2318">
                  <c:v>44154</c:v>
                </c:pt>
                <c:pt idx="2319">
                  <c:v>44155</c:v>
                </c:pt>
                <c:pt idx="2320">
                  <c:v>44158</c:v>
                </c:pt>
                <c:pt idx="2321">
                  <c:v>44159</c:v>
                </c:pt>
                <c:pt idx="2322">
                  <c:v>44160</c:v>
                </c:pt>
                <c:pt idx="2323">
                  <c:v>44161</c:v>
                </c:pt>
                <c:pt idx="2324">
                  <c:v>44162</c:v>
                </c:pt>
                <c:pt idx="2325">
                  <c:v>44165</c:v>
                </c:pt>
                <c:pt idx="2326">
                  <c:v>44166</c:v>
                </c:pt>
                <c:pt idx="2327">
                  <c:v>44167</c:v>
                </c:pt>
                <c:pt idx="2328">
                  <c:v>44168</c:v>
                </c:pt>
                <c:pt idx="2329">
                  <c:v>44169</c:v>
                </c:pt>
                <c:pt idx="2330">
                  <c:v>44172</c:v>
                </c:pt>
                <c:pt idx="2331">
                  <c:v>44173</c:v>
                </c:pt>
                <c:pt idx="2332">
                  <c:v>44174</c:v>
                </c:pt>
                <c:pt idx="2333">
                  <c:v>44175</c:v>
                </c:pt>
                <c:pt idx="2334">
                  <c:v>44176</c:v>
                </c:pt>
                <c:pt idx="2335">
                  <c:v>44179</c:v>
                </c:pt>
                <c:pt idx="2336">
                  <c:v>44180</c:v>
                </c:pt>
                <c:pt idx="2337">
                  <c:v>44181</c:v>
                </c:pt>
                <c:pt idx="2338">
                  <c:v>44182</c:v>
                </c:pt>
                <c:pt idx="2339">
                  <c:v>44183</c:v>
                </c:pt>
                <c:pt idx="2340">
                  <c:v>44186</c:v>
                </c:pt>
                <c:pt idx="2341">
                  <c:v>44187</c:v>
                </c:pt>
                <c:pt idx="2342">
                  <c:v>44188</c:v>
                </c:pt>
                <c:pt idx="2343">
                  <c:v>44189</c:v>
                </c:pt>
                <c:pt idx="2344">
                  <c:v>44190</c:v>
                </c:pt>
                <c:pt idx="2345">
                  <c:v>44193</c:v>
                </c:pt>
                <c:pt idx="2346">
                  <c:v>44194</c:v>
                </c:pt>
                <c:pt idx="2347">
                  <c:v>44195</c:v>
                </c:pt>
                <c:pt idx="2348">
                  <c:v>44196</c:v>
                </c:pt>
                <c:pt idx="2349">
                  <c:v>44197</c:v>
                </c:pt>
                <c:pt idx="2350">
                  <c:v>44200</c:v>
                </c:pt>
                <c:pt idx="2351">
                  <c:v>44201</c:v>
                </c:pt>
                <c:pt idx="2352">
                  <c:v>44202</c:v>
                </c:pt>
                <c:pt idx="2353">
                  <c:v>44203</c:v>
                </c:pt>
                <c:pt idx="2354">
                  <c:v>44204</c:v>
                </c:pt>
                <c:pt idx="2355">
                  <c:v>44207</c:v>
                </c:pt>
                <c:pt idx="2356">
                  <c:v>44208</c:v>
                </c:pt>
                <c:pt idx="2357">
                  <c:v>44209</c:v>
                </c:pt>
                <c:pt idx="2358">
                  <c:v>44210</c:v>
                </c:pt>
                <c:pt idx="2359">
                  <c:v>44211</c:v>
                </c:pt>
                <c:pt idx="2360">
                  <c:v>44214</c:v>
                </c:pt>
                <c:pt idx="2361">
                  <c:v>44215</c:v>
                </c:pt>
                <c:pt idx="2362">
                  <c:v>44216</c:v>
                </c:pt>
                <c:pt idx="2363">
                  <c:v>44217</c:v>
                </c:pt>
                <c:pt idx="2364">
                  <c:v>44218</c:v>
                </c:pt>
                <c:pt idx="2365">
                  <c:v>44221</c:v>
                </c:pt>
                <c:pt idx="2366">
                  <c:v>44222</c:v>
                </c:pt>
                <c:pt idx="2367">
                  <c:v>44223</c:v>
                </c:pt>
                <c:pt idx="2368">
                  <c:v>44224</c:v>
                </c:pt>
                <c:pt idx="2369">
                  <c:v>44225</c:v>
                </c:pt>
                <c:pt idx="2370">
                  <c:v>44228</c:v>
                </c:pt>
                <c:pt idx="2371">
                  <c:v>44229</c:v>
                </c:pt>
                <c:pt idx="2372">
                  <c:v>44230</c:v>
                </c:pt>
                <c:pt idx="2373">
                  <c:v>44231</c:v>
                </c:pt>
                <c:pt idx="2374">
                  <c:v>44232</c:v>
                </c:pt>
                <c:pt idx="2375">
                  <c:v>44235</c:v>
                </c:pt>
                <c:pt idx="2376">
                  <c:v>44236</c:v>
                </c:pt>
                <c:pt idx="2377">
                  <c:v>44237</c:v>
                </c:pt>
                <c:pt idx="2378">
                  <c:v>44238</c:v>
                </c:pt>
                <c:pt idx="2379">
                  <c:v>44239</c:v>
                </c:pt>
                <c:pt idx="2380">
                  <c:v>44242</c:v>
                </c:pt>
                <c:pt idx="2381">
                  <c:v>44243</c:v>
                </c:pt>
                <c:pt idx="2382">
                  <c:v>44244</c:v>
                </c:pt>
                <c:pt idx="2383">
                  <c:v>44245</c:v>
                </c:pt>
                <c:pt idx="2384">
                  <c:v>44246</c:v>
                </c:pt>
                <c:pt idx="2385">
                  <c:v>44249</c:v>
                </c:pt>
                <c:pt idx="2386">
                  <c:v>44250</c:v>
                </c:pt>
                <c:pt idx="2387">
                  <c:v>44251</c:v>
                </c:pt>
                <c:pt idx="2388">
                  <c:v>44252</c:v>
                </c:pt>
                <c:pt idx="2389">
                  <c:v>44253</c:v>
                </c:pt>
                <c:pt idx="2390">
                  <c:v>44256</c:v>
                </c:pt>
                <c:pt idx="2391">
                  <c:v>44257</c:v>
                </c:pt>
                <c:pt idx="2392">
                  <c:v>44258</c:v>
                </c:pt>
                <c:pt idx="2393">
                  <c:v>44259</c:v>
                </c:pt>
                <c:pt idx="2394">
                  <c:v>44260</c:v>
                </c:pt>
                <c:pt idx="2395">
                  <c:v>44263</c:v>
                </c:pt>
                <c:pt idx="2396">
                  <c:v>44264</c:v>
                </c:pt>
                <c:pt idx="2397">
                  <c:v>44265</c:v>
                </c:pt>
                <c:pt idx="2398">
                  <c:v>44266</c:v>
                </c:pt>
                <c:pt idx="2399">
                  <c:v>44267</c:v>
                </c:pt>
                <c:pt idx="2400">
                  <c:v>44270</c:v>
                </c:pt>
                <c:pt idx="2401">
                  <c:v>44271</c:v>
                </c:pt>
                <c:pt idx="2402">
                  <c:v>44272</c:v>
                </c:pt>
                <c:pt idx="2403">
                  <c:v>44273</c:v>
                </c:pt>
                <c:pt idx="2404">
                  <c:v>44274</c:v>
                </c:pt>
                <c:pt idx="2405">
                  <c:v>44277</c:v>
                </c:pt>
                <c:pt idx="2406">
                  <c:v>44278</c:v>
                </c:pt>
                <c:pt idx="2407">
                  <c:v>44279</c:v>
                </c:pt>
                <c:pt idx="2408">
                  <c:v>44280</c:v>
                </c:pt>
                <c:pt idx="2409">
                  <c:v>44281</c:v>
                </c:pt>
                <c:pt idx="2410">
                  <c:v>44284</c:v>
                </c:pt>
                <c:pt idx="2411">
                  <c:v>44285</c:v>
                </c:pt>
                <c:pt idx="2412">
                  <c:v>44286</c:v>
                </c:pt>
                <c:pt idx="2413">
                  <c:v>44287</c:v>
                </c:pt>
                <c:pt idx="2414">
                  <c:v>44288</c:v>
                </c:pt>
                <c:pt idx="2415">
                  <c:v>44291</c:v>
                </c:pt>
                <c:pt idx="2416">
                  <c:v>44292</c:v>
                </c:pt>
                <c:pt idx="2417">
                  <c:v>44293</c:v>
                </c:pt>
                <c:pt idx="2418">
                  <c:v>44294</c:v>
                </c:pt>
                <c:pt idx="2419">
                  <c:v>44295</c:v>
                </c:pt>
                <c:pt idx="2420">
                  <c:v>44298</c:v>
                </c:pt>
                <c:pt idx="2421">
                  <c:v>44299</c:v>
                </c:pt>
                <c:pt idx="2422">
                  <c:v>44300</c:v>
                </c:pt>
                <c:pt idx="2423">
                  <c:v>44301</c:v>
                </c:pt>
                <c:pt idx="2424">
                  <c:v>44302</c:v>
                </c:pt>
                <c:pt idx="2425">
                  <c:v>44305</c:v>
                </c:pt>
                <c:pt idx="2426">
                  <c:v>44306</c:v>
                </c:pt>
                <c:pt idx="2427">
                  <c:v>44307</c:v>
                </c:pt>
                <c:pt idx="2428">
                  <c:v>44308</c:v>
                </c:pt>
                <c:pt idx="2429">
                  <c:v>44309</c:v>
                </c:pt>
                <c:pt idx="2430">
                  <c:v>44312</c:v>
                </c:pt>
                <c:pt idx="2431">
                  <c:v>44313</c:v>
                </c:pt>
                <c:pt idx="2432">
                  <c:v>44314</c:v>
                </c:pt>
                <c:pt idx="2433">
                  <c:v>44315</c:v>
                </c:pt>
                <c:pt idx="2434">
                  <c:v>44316</c:v>
                </c:pt>
                <c:pt idx="2435">
                  <c:v>44319</c:v>
                </c:pt>
                <c:pt idx="2436">
                  <c:v>44320</c:v>
                </c:pt>
                <c:pt idx="2437">
                  <c:v>44321</c:v>
                </c:pt>
                <c:pt idx="2438">
                  <c:v>44322</c:v>
                </c:pt>
                <c:pt idx="2439">
                  <c:v>44323</c:v>
                </c:pt>
                <c:pt idx="2440">
                  <c:v>44326</c:v>
                </c:pt>
                <c:pt idx="2441">
                  <c:v>44327</c:v>
                </c:pt>
                <c:pt idx="2442">
                  <c:v>44328</c:v>
                </c:pt>
                <c:pt idx="2443">
                  <c:v>44329</c:v>
                </c:pt>
                <c:pt idx="2444">
                  <c:v>44330</c:v>
                </c:pt>
                <c:pt idx="2445">
                  <c:v>44333</c:v>
                </c:pt>
                <c:pt idx="2446">
                  <c:v>44334</c:v>
                </c:pt>
                <c:pt idx="2447">
                  <c:v>44335</c:v>
                </c:pt>
                <c:pt idx="2448">
                  <c:v>44336</c:v>
                </c:pt>
                <c:pt idx="2449">
                  <c:v>44337</c:v>
                </c:pt>
                <c:pt idx="2450">
                  <c:v>44340</c:v>
                </c:pt>
                <c:pt idx="2451">
                  <c:v>44341</c:v>
                </c:pt>
                <c:pt idx="2452">
                  <c:v>44342</c:v>
                </c:pt>
                <c:pt idx="2453">
                  <c:v>44343</c:v>
                </c:pt>
                <c:pt idx="2454">
                  <c:v>44344</c:v>
                </c:pt>
                <c:pt idx="2455">
                  <c:v>44347</c:v>
                </c:pt>
                <c:pt idx="2456">
                  <c:v>44348</c:v>
                </c:pt>
                <c:pt idx="2457">
                  <c:v>44349</c:v>
                </c:pt>
                <c:pt idx="2458">
                  <c:v>44350</c:v>
                </c:pt>
                <c:pt idx="2459">
                  <c:v>44351</c:v>
                </c:pt>
                <c:pt idx="2460">
                  <c:v>44354</c:v>
                </c:pt>
                <c:pt idx="2461">
                  <c:v>44355</c:v>
                </c:pt>
                <c:pt idx="2462">
                  <c:v>44356</c:v>
                </c:pt>
                <c:pt idx="2463">
                  <c:v>44357</c:v>
                </c:pt>
                <c:pt idx="2464">
                  <c:v>44358</c:v>
                </c:pt>
                <c:pt idx="2465">
                  <c:v>44361</c:v>
                </c:pt>
                <c:pt idx="2466">
                  <c:v>44362</c:v>
                </c:pt>
                <c:pt idx="2467">
                  <c:v>44363</c:v>
                </c:pt>
                <c:pt idx="2468">
                  <c:v>44364</c:v>
                </c:pt>
                <c:pt idx="2469">
                  <c:v>44365</c:v>
                </c:pt>
                <c:pt idx="2470">
                  <c:v>44368</c:v>
                </c:pt>
                <c:pt idx="2471">
                  <c:v>44369</c:v>
                </c:pt>
                <c:pt idx="2472">
                  <c:v>44370</c:v>
                </c:pt>
                <c:pt idx="2473">
                  <c:v>44371</c:v>
                </c:pt>
                <c:pt idx="2474">
                  <c:v>44372</c:v>
                </c:pt>
                <c:pt idx="2475">
                  <c:v>44375</c:v>
                </c:pt>
                <c:pt idx="2476">
                  <c:v>44376</c:v>
                </c:pt>
                <c:pt idx="2477">
                  <c:v>44377</c:v>
                </c:pt>
                <c:pt idx="2478">
                  <c:v>44378</c:v>
                </c:pt>
                <c:pt idx="2479">
                  <c:v>44379</c:v>
                </c:pt>
                <c:pt idx="2480">
                  <c:v>44382</c:v>
                </c:pt>
                <c:pt idx="2481">
                  <c:v>44383</c:v>
                </c:pt>
                <c:pt idx="2482">
                  <c:v>44384</c:v>
                </c:pt>
                <c:pt idx="2483">
                  <c:v>44385</c:v>
                </c:pt>
                <c:pt idx="2484">
                  <c:v>44386</c:v>
                </c:pt>
                <c:pt idx="2485">
                  <c:v>44389</c:v>
                </c:pt>
                <c:pt idx="2486">
                  <c:v>44390</c:v>
                </c:pt>
                <c:pt idx="2487">
                  <c:v>44391</c:v>
                </c:pt>
                <c:pt idx="2488">
                  <c:v>44392</c:v>
                </c:pt>
                <c:pt idx="2489">
                  <c:v>44393</c:v>
                </c:pt>
                <c:pt idx="2490">
                  <c:v>44396</c:v>
                </c:pt>
                <c:pt idx="2491">
                  <c:v>44397</c:v>
                </c:pt>
                <c:pt idx="2492">
                  <c:v>44398</c:v>
                </c:pt>
                <c:pt idx="2493">
                  <c:v>44399</c:v>
                </c:pt>
                <c:pt idx="2494">
                  <c:v>44400</c:v>
                </c:pt>
                <c:pt idx="2495">
                  <c:v>44403</c:v>
                </c:pt>
                <c:pt idx="2496">
                  <c:v>44404</c:v>
                </c:pt>
                <c:pt idx="2497">
                  <c:v>44405</c:v>
                </c:pt>
                <c:pt idx="2498">
                  <c:v>44406</c:v>
                </c:pt>
                <c:pt idx="2499">
                  <c:v>44407</c:v>
                </c:pt>
                <c:pt idx="2500">
                  <c:v>44410</c:v>
                </c:pt>
                <c:pt idx="2501">
                  <c:v>44411</c:v>
                </c:pt>
                <c:pt idx="2502">
                  <c:v>44412</c:v>
                </c:pt>
                <c:pt idx="2503">
                  <c:v>44413</c:v>
                </c:pt>
                <c:pt idx="2504">
                  <c:v>44414</c:v>
                </c:pt>
                <c:pt idx="2505">
                  <c:v>44417</c:v>
                </c:pt>
                <c:pt idx="2506">
                  <c:v>44418</c:v>
                </c:pt>
                <c:pt idx="2507">
                  <c:v>44419</c:v>
                </c:pt>
                <c:pt idx="2508">
                  <c:v>44420</c:v>
                </c:pt>
                <c:pt idx="2509">
                  <c:v>44421</c:v>
                </c:pt>
                <c:pt idx="2510">
                  <c:v>44424</c:v>
                </c:pt>
                <c:pt idx="2511">
                  <c:v>44425</c:v>
                </c:pt>
                <c:pt idx="2512">
                  <c:v>44426</c:v>
                </c:pt>
                <c:pt idx="2513">
                  <c:v>44427</c:v>
                </c:pt>
                <c:pt idx="2514">
                  <c:v>44428</c:v>
                </c:pt>
                <c:pt idx="2515">
                  <c:v>44431</c:v>
                </c:pt>
                <c:pt idx="2516">
                  <c:v>44432</c:v>
                </c:pt>
                <c:pt idx="2517">
                  <c:v>44433</c:v>
                </c:pt>
                <c:pt idx="2518">
                  <c:v>44434</c:v>
                </c:pt>
                <c:pt idx="2519">
                  <c:v>44435</c:v>
                </c:pt>
                <c:pt idx="2520">
                  <c:v>44438</c:v>
                </c:pt>
                <c:pt idx="2521">
                  <c:v>44439</c:v>
                </c:pt>
                <c:pt idx="2522">
                  <c:v>44440</c:v>
                </c:pt>
                <c:pt idx="2523">
                  <c:v>44441</c:v>
                </c:pt>
                <c:pt idx="2524">
                  <c:v>44442</c:v>
                </c:pt>
                <c:pt idx="2525">
                  <c:v>44445</c:v>
                </c:pt>
                <c:pt idx="2526">
                  <c:v>44446</c:v>
                </c:pt>
                <c:pt idx="2527">
                  <c:v>44447</c:v>
                </c:pt>
                <c:pt idx="2528">
                  <c:v>44448</c:v>
                </c:pt>
                <c:pt idx="2529">
                  <c:v>44449</c:v>
                </c:pt>
                <c:pt idx="2530">
                  <c:v>44452</c:v>
                </c:pt>
                <c:pt idx="2531">
                  <c:v>44453</c:v>
                </c:pt>
                <c:pt idx="2532">
                  <c:v>44454</c:v>
                </c:pt>
                <c:pt idx="2533">
                  <c:v>44455</c:v>
                </c:pt>
                <c:pt idx="2534">
                  <c:v>44456</c:v>
                </c:pt>
                <c:pt idx="2535">
                  <c:v>44459</c:v>
                </c:pt>
                <c:pt idx="2536">
                  <c:v>44460</c:v>
                </c:pt>
                <c:pt idx="2537">
                  <c:v>44461</c:v>
                </c:pt>
                <c:pt idx="2538">
                  <c:v>44462</c:v>
                </c:pt>
                <c:pt idx="2539">
                  <c:v>44463</c:v>
                </c:pt>
                <c:pt idx="2540">
                  <c:v>44466</c:v>
                </c:pt>
                <c:pt idx="2541">
                  <c:v>44467</c:v>
                </c:pt>
                <c:pt idx="2542">
                  <c:v>44468</c:v>
                </c:pt>
                <c:pt idx="2543">
                  <c:v>44469</c:v>
                </c:pt>
                <c:pt idx="2544">
                  <c:v>44470</c:v>
                </c:pt>
                <c:pt idx="2545">
                  <c:v>44473</c:v>
                </c:pt>
                <c:pt idx="2546">
                  <c:v>44474</c:v>
                </c:pt>
                <c:pt idx="2547">
                  <c:v>44475</c:v>
                </c:pt>
                <c:pt idx="2548">
                  <c:v>44476</c:v>
                </c:pt>
                <c:pt idx="2549">
                  <c:v>44477</c:v>
                </c:pt>
                <c:pt idx="2550">
                  <c:v>44480</c:v>
                </c:pt>
                <c:pt idx="2551">
                  <c:v>44481</c:v>
                </c:pt>
                <c:pt idx="2552">
                  <c:v>44482</c:v>
                </c:pt>
                <c:pt idx="2553">
                  <c:v>44483</c:v>
                </c:pt>
                <c:pt idx="2554">
                  <c:v>44484</c:v>
                </c:pt>
                <c:pt idx="2555">
                  <c:v>44487</c:v>
                </c:pt>
                <c:pt idx="2556">
                  <c:v>44488</c:v>
                </c:pt>
                <c:pt idx="2557">
                  <c:v>44489</c:v>
                </c:pt>
                <c:pt idx="2558">
                  <c:v>44490</c:v>
                </c:pt>
                <c:pt idx="2559">
                  <c:v>44491</c:v>
                </c:pt>
                <c:pt idx="2560">
                  <c:v>44494</c:v>
                </c:pt>
                <c:pt idx="2561">
                  <c:v>44495</c:v>
                </c:pt>
                <c:pt idx="2562">
                  <c:v>44496</c:v>
                </c:pt>
                <c:pt idx="2563">
                  <c:v>44497</c:v>
                </c:pt>
                <c:pt idx="2564">
                  <c:v>44498</c:v>
                </c:pt>
                <c:pt idx="2565">
                  <c:v>44501</c:v>
                </c:pt>
                <c:pt idx="2566">
                  <c:v>44502</c:v>
                </c:pt>
                <c:pt idx="2567">
                  <c:v>44503</c:v>
                </c:pt>
                <c:pt idx="2568">
                  <c:v>44504</c:v>
                </c:pt>
                <c:pt idx="2569">
                  <c:v>44505</c:v>
                </c:pt>
                <c:pt idx="2570">
                  <c:v>44508</c:v>
                </c:pt>
                <c:pt idx="2571">
                  <c:v>44509</c:v>
                </c:pt>
                <c:pt idx="2572">
                  <c:v>44510</c:v>
                </c:pt>
                <c:pt idx="2573">
                  <c:v>44511</c:v>
                </c:pt>
                <c:pt idx="2574">
                  <c:v>44512</c:v>
                </c:pt>
                <c:pt idx="2575">
                  <c:v>44515</c:v>
                </c:pt>
                <c:pt idx="2576">
                  <c:v>44516</c:v>
                </c:pt>
                <c:pt idx="2577">
                  <c:v>44517</c:v>
                </c:pt>
                <c:pt idx="2578">
                  <c:v>44518</c:v>
                </c:pt>
                <c:pt idx="2579">
                  <c:v>44519</c:v>
                </c:pt>
                <c:pt idx="2580">
                  <c:v>44522</c:v>
                </c:pt>
                <c:pt idx="2581">
                  <c:v>44523</c:v>
                </c:pt>
                <c:pt idx="2582">
                  <c:v>44524</c:v>
                </c:pt>
                <c:pt idx="2583">
                  <c:v>44525</c:v>
                </c:pt>
                <c:pt idx="2584">
                  <c:v>44526</c:v>
                </c:pt>
                <c:pt idx="2585">
                  <c:v>44529</c:v>
                </c:pt>
                <c:pt idx="2586">
                  <c:v>44530</c:v>
                </c:pt>
                <c:pt idx="2587">
                  <c:v>44531</c:v>
                </c:pt>
                <c:pt idx="2588">
                  <c:v>44532</c:v>
                </c:pt>
                <c:pt idx="2589">
                  <c:v>44533</c:v>
                </c:pt>
                <c:pt idx="2590">
                  <c:v>44536</c:v>
                </c:pt>
                <c:pt idx="2591">
                  <c:v>44537</c:v>
                </c:pt>
                <c:pt idx="2592">
                  <c:v>44538</c:v>
                </c:pt>
                <c:pt idx="2593">
                  <c:v>44539</c:v>
                </c:pt>
                <c:pt idx="2594">
                  <c:v>44540</c:v>
                </c:pt>
                <c:pt idx="2595">
                  <c:v>44543</c:v>
                </c:pt>
                <c:pt idx="2596">
                  <c:v>44544</c:v>
                </c:pt>
                <c:pt idx="2597">
                  <c:v>44545</c:v>
                </c:pt>
                <c:pt idx="2598">
                  <c:v>44546</c:v>
                </c:pt>
                <c:pt idx="2599">
                  <c:v>44547</c:v>
                </c:pt>
                <c:pt idx="2600">
                  <c:v>44550</c:v>
                </c:pt>
                <c:pt idx="2601">
                  <c:v>44551</c:v>
                </c:pt>
                <c:pt idx="2602">
                  <c:v>44552</c:v>
                </c:pt>
                <c:pt idx="2603">
                  <c:v>44553</c:v>
                </c:pt>
                <c:pt idx="2604">
                  <c:v>44554</c:v>
                </c:pt>
                <c:pt idx="2605">
                  <c:v>44557</c:v>
                </c:pt>
                <c:pt idx="2606">
                  <c:v>44558</c:v>
                </c:pt>
                <c:pt idx="2607">
                  <c:v>44559</c:v>
                </c:pt>
                <c:pt idx="2608">
                  <c:v>44560</c:v>
                </c:pt>
                <c:pt idx="2609">
                  <c:v>44561</c:v>
                </c:pt>
                <c:pt idx="2610">
                  <c:v>44564</c:v>
                </c:pt>
                <c:pt idx="2611">
                  <c:v>44565</c:v>
                </c:pt>
                <c:pt idx="2612">
                  <c:v>44566</c:v>
                </c:pt>
                <c:pt idx="2613">
                  <c:v>44567</c:v>
                </c:pt>
                <c:pt idx="2614">
                  <c:v>44568</c:v>
                </c:pt>
                <c:pt idx="2615">
                  <c:v>44571</c:v>
                </c:pt>
                <c:pt idx="2616">
                  <c:v>44572</c:v>
                </c:pt>
                <c:pt idx="2617">
                  <c:v>44573</c:v>
                </c:pt>
                <c:pt idx="2618">
                  <c:v>44574</c:v>
                </c:pt>
                <c:pt idx="2619">
                  <c:v>44575</c:v>
                </c:pt>
                <c:pt idx="2620">
                  <c:v>44578</c:v>
                </c:pt>
                <c:pt idx="2621">
                  <c:v>44579</c:v>
                </c:pt>
                <c:pt idx="2622">
                  <c:v>44580</c:v>
                </c:pt>
                <c:pt idx="2623">
                  <c:v>44581</c:v>
                </c:pt>
                <c:pt idx="2624">
                  <c:v>44582</c:v>
                </c:pt>
                <c:pt idx="2625">
                  <c:v>44585</c:v>
                </c:pt>
                <c:pt idx="2626">
                  <c:v>44586</c:v>
                </c:pt>
                <c:pt idx="2627">
                  <c:v>44587</c:v>
                </c:pt>
                <c:pt idx="2628">
                  <c:v>44588</c:v>
                </c:pt>
                <c:pt idx="2629">
                  <c:v>44589</c:v>
                </c:pt>
                <c:pt idx="2630">
                  <c:v>44592</c:v>
                </c:pt>
                <c:pt idx="2631">
                  <c:v>44593</c:v>
                </c:pt>
                <c:pt idx="2632">
                  <c:v>44594</c:v>
                </c:pt>
                <c:pt idx="2633">
                  <c:v>44595</c:v>
                </c:pt>
                <c:pt idx="2634">
                  <c:v>44596</c:v>
                </c:pt>
                <c:pt idx="2635">
                  <c:v>44599</c:v>
                </c:pt>
                <c:pt idx="2636">
                  <c:v>44600</c:v>
                </c:pt>
                <c:pt idx="2637">
                  <c:v>44601</c:v>
                </c:pt>
                <c:pt idx="2638">
                  <c:v>44602</c:v>
                </c:pt>
                <c:pt idx="2639">
                  <c:v>44603</c:v>
                </c:pt>
                <c:pt idx="2640">
                  <c:v>44606</c:v>
                </c:pt>
                <c:pt idx="2641">
                  <c:v>44607</c:v>
                </c:pt>
                <c:pt idx="2642">
                  <c:v>44608</c:v>
                </c:pt>
                <c:pt idx="2643">
                  <c:v>44609</c:v>
                </c:pt>
                <c:pt idx="2644">
                  <c:v>44610</c:v>
                </c:pt>
                <c:pt idx="2645">
                  <c:v>44613</c:v>
                </c:pt>
                <c:pt idx="2646">
                  <c:v>44614</c:v>
                </c:pt>
                <c:pt idx="2647">
                  <c:v>44615</c:v>
                </c:pt>
                <c:pt idx="2648">
                  <c:v>44616</c:v>
                </c:pt>
                <c:pt idx="2649">
                  <c:v>44617</c:v>
                </c:pt>
                <c:pt idx="2650">
                  <c:v>44620</c:v>
                </c:pt>
                <c:pt idx="2651">
                  <c:v>44621</c:v>
                </c:pt>
                <c:pt idx="2652">
                  <c:v>44622</c:v>
                </c:pt>
                <c:pt idx="2653">
                  <c:v>44623</c:v>
                </c:pt>
                <c:pt idx="2654">
                  <c:v>44624</c:v>
                </c:pt>
                <c:pt idx="2655">
                  <c:v>44627</c:v>
                </c:pt>
                <c:pt idx="2656">
                  <c:v>44628</c:v>
                </c:pt>
                <c:pt idx="2657">
                  <c:v>44629</c:v>
                </c:pt>
                <c:pt idx="2658">
                  <c:v>44630</c:v>
                </c:pt>
                <c:pt idx="2659">
                  <c:v>44631</c:v>
                </c:pt>
                <c:pt idx="2660">
                  <c:v>44634</c:v>
                </c:pt>
                <c:pt idx="2661">
                  <c:v>44635</c:v>
                </c:pt>
                <c:pt idx="2662">
                  <c:v>44636</c:v>
                </c:pt>
                <c:pt idx="2663">
                  <c:v>44637</c:v>
                </c:pt>
                <c:pt idx="2664">
                  <c:v>44638</c:v>
                </c:pt>
                <c:pt idx="2665">
                  <c:v>44641</c:v>
                </c:pt>
                <c:pt idx="2666">
                  <c:v>44642</c:v>
                </c:pt>
                <c:pt idx="2667">
                  <c:v>44643</c:v>
                </c:pt>
                <c:pt idx="2668">
                  <c:v>44644</c:v>
                </c:pt>
                <c:pt idx="2669">
                  <c:v>44645</c:v>
                </c:pt>
                <c:pt idx="2670">
                  <c:v>44648</c:v>
                </c:pt>
                <c:pt idx="2671">
                  <c:v>44649</c:v>
                </c:pt>
                <c:pt idx="2672">
                  <c:v>44650</c:v>
                </c:pt>
                <c:pt idx="2673">
                  <c:v>44651</c:v>
                </c:pt>
                <c:pt idx="2674">
                  <c:v>44652</c:v>
                </c:pt>
                <c:pt idx="2675">
                  <c:v>44655</c:v>
                </c:pt>
                <c:pt idx="2676">
                  <c:v>44656</c:v>
                </c:pt>
                <c:pt idx="2677">
                  <c:v>44657</c:v>
                </c:pt>
                <c:pt idx="2678">
                  <c:v>44658</c:v>
                </c:pt>
                <c:pt idx="2679">
                  <c:v>44659</c:v>
                </c:pt>
                <c:pt idx="2680">
                  <c:v>44662</c:v>
                </c:pt>
                <c:pt idx="2681">
                  <c:v>44663</c:v>
                </c:pt>
                <c:pt idx="2682">
                  <c:v>44664</c:v>
                </c:pt>
                <c:pt idx="2683">
                  <c:v>44665</c:v>
                </c:pt>
                <c:pt idx="2684">
                  <c:v>44666</c:v>
                </c:pt>
                <c:pt idx="2685">
                  <c:v>44669</c:v>
                </c:pt>
                <c:pt idx="2686">
                  <c:v>44670</c:v>
                </c:pt>
                <c:pt idx="2687">
                  <c:v>44671</c:v>
                </c:pt>
                <c:pt idx="2688">
                  <c:v>44672</c:v>
                </c:pt>
                <c:pt idx="2689">
                  <c:v>44673</c:v>
                </c:pt>
                <c:pt idx="2690">
                  <c:v>44676</c:v>
                </c:pt>
                <c:pt idx="2691">
                  <c:v>44677</c:v>
                </c:pt>
                <c:pt idx="2692">
                  <c:v>44678</c:v>
                </c:pt>
                <c:pt idx="2693">
                  <c:v>44679</c:v>
                </c:pt>
                <c:pt idx="2694">
                  <c:v>44680</c:v>
                </c:pt>
                <c:pt idx="2695">
                  <c:v>44683</c:v>
                </c:pt>
                <c:pt idx="2696">
                  <c:v>44684</c:v>
                </c:pt>
                <c:pt idx="2697">
                  <c:v>44685</c:v>
                </c:pt>
                <c:pt idx="2698">
                  <c:v>44686</c:v>
                </c:pt>
                <c:pt idx="2699">
                  <c:v>44687</c:v>
                </c:pt>
                <c:pt idx="2700">
                  <c:v>44690</c:v>
                </c:pt>
                <c:pt idx="2701">
                  <c:v>44691</c:v>
                </c:pt>
                <c:pt idx="2702">
                  <c:v>44692</c:v>
                </c:pt>
                <c:pt idx="2703">
                  <c:v>44693</c:v>
                </c:pt>
                <c:pt idx="2704">
                  <c:v>44694</c:v>
                </c:pt>
                <c:pt idx="2705">
                  <c:v>44697</c:v>
                </c:pt>
                <c:pt idx="2706">
                  <c:v>44698</c:v>
                </c:pt>
                <c:pt idx="2707">
                  <c:v>44699</c:v>
                </c:pt>
                <c:pt idx="2708">
                  <c:v>44700</c:v>
                </c:pt>
                <c:pt idx="2709">
                  <c:v>44701</c:v>
                </c:pt>
                <c:pt idx="2710">
                  <c:v>44704</c:v>
                </c:pt>
                <c:pt idx="2711">
                  <c:v>44705</c:v>
                </c:pt>
                <c:pt idx="2712">
                  <c:v>44706</c:v>
                </c:pt>
                <c:pt idx="2713">
                  <c:v>44707</c:v>
                </c:pt>
                <c:pt idx="2714">
                  <c:v>44708</c:v>
                </c:pt>
                <c:pt idx="2715">
                  <c:v>44711</c:v>
                </c:pt>
                <c:pt idx="2716">
                  <c:v>44712</c:v>
                </c:pt>
                <c:pt idx="2717">
                  <c:v>44713</c:v>
                </c:pt>
                <c:pt idx="2718">
                  <c:v>44714</c:v>
                </c:pt>
                <c:pt idx="2719">
                  <c:v>44715</c:v>
                </c:pt>
                <c:pt idx="2720">
                  <c:v>44718</c:v>
                </c:pt>
                <c:pt idx="2721">
                  <c:v>44719</c:v>
                </c:pt>
                <c:pt idx="2722">
                  <c:v>44720</c:v>
                </c:pt>
                <c:pt idx="2723">
                  <c:v>44721</c:v>
                </c:pt>
                <c:pt idx="2724">
                  <c:v>44722</c:v>
                </c:pt>
                <c:pt idx="2725">
                  <c:v>44725</c:v>
                </c:pt>
                <c:pt idx="2726">
                  <c:v>44726</c:v>
                </c:pt>
                <c:pt idx="2727">
                  <c:v>44727</c:v>
                </c:pt>
                <c:pt idx="2728">
                  <c:v>44728</c:v>
                </c:pt>
                <c:pt idx="2729">
                  <c:v>44729</c:v>
                </c:pt>
                <c:pt idx="2730">
                  <c:v>44732</c:v>
                </c:pt>
                <c:pt idx="2731">
                  <c:v>44733</c:v>
                </c:pt>
                <c:pt idx="2732">
                  <c:v>44734</c:v>
                </c:pt>
                <c:pt idx="2733">
                  <c:v>44735</c:v>
                </c:pt>
                <c:pt idx="2734">
                  <c:v>44736</c:v>
                </c:pt>
                <c:pt idx="2735">
                  <c:v>44739</c:v>
                </c:pt>
                <c:pt idx="2736">
                  <c:v>44740</c:v>
                </c:pt>
                <c:pt idx="2737">
                  <c:v>44741</c:v>
                </c:pt>
                <c:pt idx="2738">
                  <c:v>44742</c:v>
                </c:pt>
                <c:pt idx="2739">
                  <c:v>44743</c:v>
                </c:pt>
                <c:pt idx="2740">
                  <c:v>44746</c:v>
                </c:pt>
                <c:pt idx="2741">
                  <c:v>44747</c:v>
                </c:pt>
                <c:pt idx="2742">
                  <c:v>44748</c:v>
                </c:pt>
                <c:pt idx="2743">
                  <c:v>44749</c:v>
                </c:pt>
                <c:pt idx="2744">
                  <c:v>44750</c:v>
                </c:pt>
                <c:pt idx="2745">
                  <c:v>44753</c:v>
                </c:pt>
                <c:pt idx="2746">
                  <c:v>44754</c:v>
                </c:pt>
                <c:pt idx="2747">
                  <c:v>44755</c:v>
                </c:pt>
                <c:pt idx="2748">
                  <c:v>44756</c:v>
                </c:pt>
                <c:pt idx="2749">
                  <c:v>44757</c:v>
                </c:pt>
                <c:pt idx="2750">
                  <c:v>44760</c:v>
                </c:pt>
                <c:pt idx="2751">
                  <c:v>44761</c:v>
                </c:pt>
                <c:pt idx="2752">
                  <c:v>44762</c:v>
                </c:pt>
                <c:pt idx="2753">
                  <c:v>44763</c:v>
                </c:pt>
                <c:pt idx="2754">
                  <c:v>44764</c:v>
                </c:pt>
                <c:pt idx="2755">
                  <c:v>44767</c:v>
                </c:pt>
                <c:pt idx="2756">
                  <c:v>44768</c:v>
                </c:pt>
                <c:pt idx="2757">
                  <c:v>44769</c:v>
                </c:pt>
                <c:pt idx="2758">
                  <c:v>44770</c:v>
                </c:pt>
                <c:pt idx="2759">
                  <c:v>44771</c:v>
                </c:pt>
                <c:pt idx="2760">
                  <c:v>44774</c:v>
                </c:pt>
                <c:pt idx="2761">
                  <c:v>44775</c:v>
                </c:pt>
                <c:pt idx="2762">
                  <c:v>44776</c:v>
                </c:pt>
                <c:pt idx="2763">
                  <c:v>44777</c:v>
                </c:pt>
                <c:pt idx="2764">
                  <c:v>44778</c:v>
                </c:pt>
                <c:pt idx="2765">
                  <c:v>44781</c:v>
                </c:pt>
                <c:pt idx="2766">
                  <c:v>44782</c:v>
                </c:pt>
                <c:pt idx="2767">
                  <c:v>44783</c:v>
                </c:pt>
                <c:pt idx="2768">
                  <c:v>44784</c:v>
                </c:pt>
                <c:pt idx="2769">
                  <c:v>44785</c:v>
                </c:pt>
                <c:pt idx="2770">
                  <c:v>44788</c:v>
                </c:pt>
                <c:pt idx="2771">
                  <c:v>44789</c:v>
                </c:pt>
                <c:pt idx="2772">
                  <c:v>44790</c:v>
                </c:pt>
                <c:pt idx="2773">
                  <c:v>44791</c:v>
                </c:pt>
                <c:pt idx="2774">
                  <c:v>44792</c:v>
                </c:pt>
                <c:pt idx="2775">
                  <c:v>44795</c:v>
                </c:pt>
                <c:pt idx="2776">
                  <c:v>44796</c:v>
                </c:pt>
                <c:pt idx="2777">
                  <c:v>44797</c:v>
                </c:pt>
                <c:pt idx="2778">
                  <c:v>44798</c:v>
                </c:pt>
                <c:pt idx="2779">
                  <c:v>44799</c:v>
                </c:pt>
                <c:pt idx="2780">
                  <c:v>44802</c:v>
                </c:pt>
                <c:pt idx="2781">
                  <c:v>44803</c:v>
                </c:pt>
                <c:pt idx="2782">
                  <c:v>44804</c:v>
                </c:pt>
                <c:pt idx="2783">
                  <c:v>44805</c:v>
                </c:pt>
                <c:pt idx="2784">
                  <c:v>44806</c:v>
                </c:pt>
                <c:pt idx="2785">
                  <c:v>44809</c:v>
                </c:pt>
                <c:pt idx="2786">
                  <c:v>44810</c:v>
                </c:pt>
                <c:pt idx="2787">
                  <c:v>44811</c:v>
                </c:pt>
                <c:pt idx="2788">
                  <c:v>44812</c:v>
                </c:pt>
                <c:pt idx="2789">
                  <c:v>44813</c:v>
                </c:pt>
                <c:pt idx="2790">
                  <c:v>44816</c:v>
                </c:pt>
                <c:pt idx="2791">
                  <c:v>44817</c:v>
                </c:pt>
                <c:pt idx="2792">
                  <c:v>44818</c:v>
                </c:pt>
                <c:pt idx="2793">
                  <c:v>44819</c:v>
                </c:pt>
                <c:pt idx="2794">
                  <c:v>44820</c:v>
                </c:pt>
                <c:pt idx="2795">
                  <c:v>44823</c:v>
                </c:pt>
                <c:pt idx="2796">
                  <c:v>44824</c:v>
                </c:pt>
                <c:pt idx="2797">
                  <c:v>44825</c:v>
                </c:pt>
                <c:pt idx="2798">
                  <c:v>44826</c:v>
                </c:pt>
                <c:pt idx="2799">
                  <c:v>44827</c:v>
                </c:pt>
                <c:pt idx="2800">
                  <c:v>44830</c:v>
                </c:pt>
                <c:pt idx="2801">
                  <c:v>44831</c:v>
                </c:pt>
                <c:pt idx="2802">
                  <c:v>44832</c:v>
                </c:pt>
                <c:pt idx="2803">
                  <c:v>44833</c:v>
                </c:pt>
                <c:pt idx="2804">
                  <c:v>44834</c:v>
                </c:pt>
                <c:pt idx="2805">
                  <c:v>44837</c:v>
                </c:pt>
                <c:pt idx="2806">
                  <c:v>44838</c:v>
                </c:pt>
                <c:pt idx="2807">
                  <c:v>44839</c:v>
                </c:pt>
                <c:pt idx="2808">
                  <c:v>44840</c:v>
                </c:pt>
                <c:pt idx="2809">
                  <c:v>44841</c:v>
                </c:pt>
                <c:pt idx="2810">
                  <c:v>44844</c:v>
                </c:pt>
                <c:pt idx="2811">
                  <c:v>44845</c:v>
                </c:pt>
                <c:pt idx="2812">
                  <c:v>44846</c:v>
                </c:pt>
                <c:pt idx="2813">
                  <c:v>44847</c:v>
                </c:pt>
                <c:pt idx="2814">
                  <c:v>44848</c:v>
                </c:pt>
                <c:pt idx="2815">
                  <c:v>44851</c:v>
                </c:pt>
                <c:pt idx="2816">
                  <c:v>44852</c:v>
                </c:pt>
                <c:pt idx="2817">
                  <c:v>44853</c:v>
                </c:pt>
                <c:pt idx="2818">
                  <c:v>44854</c:v>
                </c:pt>
                <c:pt idx="2819">
                  <c:v>44855</c:v>
                </c:pt>
                <c:pt idx="2820">
                  <c:v>44858</c:v>
                </c:pt>
                <c:pt idx="2821">
                  <c:v>44859</c:v>
                </c:pt>
                <c:pt idx="2822">
                  <c:v>44860</c:v>
                </c:pt>
                <c:pt idx="2823">
                  <c:v>44861</c:v>
                </c:pt>
                <c:pt idx="2824">
                  <c:v>44862</c:v>
                </c:pt>
                <c:pt idx="2825">
                  <c:v>44865</c:v>
                </c:pt>
                <c:pt idx="2826">
                  <c:v>44866</c:v>
                </c:pt>
                <c:pt idx="2827">
                  <c:v>44867</c:v>
                </c:pt>
                <c:pt idx="2828">
                  <c:v>44868</c:v>
                </c:pt>
                <c:pt idx="2829">
                  <c:v>44869</c:v>
                </c:pt>
                <c:pt idx="2830">
                  <c:v>44872</c:v>
                </c:pt>
                <c:pt idx="2831">
                  <c:v>44873</c:v>
                </c:pt>
                <c:pt idx="2832">
                  <c:v>44874</c:v>
                </c:pt>
                <c:pt idx="2833">
                  <c:v>44875</c:v>
                </c:pt>
                <c:pt idx="2834">
                  <c:v>44876</c:v>
                </c:pt>
                <c:pt idx="2835">
                  <c:v>44879</c:v>
                </c:pt>
                <c:pt idx="2836">
                  <c:v>44880</c:v>
                </c:pt>
                <c:pt idx="2837">
                  <c:v>44881</c:v>
                </c:pt>
                <c:pt idx="2838">
                  <c:v>44882</c:v>
                </c:pt>
                <c:pt idx="2839">
                  <c:v>44883</c:v>
                </c:pt>
                <c:pt idx="2840">
                  <c:v>44886</c:v>
                </c:pt>
                <c:pt idx="2841">
                  <c:v>44887</c:v>
                </c:pt>
                <c:pt idx="2842">
                  <c:v>44888</c:v>
                </c:pt>
                <c:pt idx="2843">
                  <c:v>44889</c:v>
                </c:pt>
                <c:pt idx="2844">
                  <c:v>44890</c:v>
                </c:pt>
                <c:pt idx="2845">
                  <c:v>44893</c:v>
                </c:pt>
                <c:pt idx="2846">
                  <c:v>44894</c:v>
                </c:pt>
                <c:pt idx="2847">
                  <c:v>44895</c:v>
                </c:pt>
                <c:pt idx="2848">
                  <c:v>44896</c:v>
                </c:pt>
                <c:pt idx="2849">
                  <c:v>44897</c:v>
                </c:pt>
                <c:pt idx="2850">
                  <c:v>44900</c:v>
                </c:pt>
                <c:pt idx="2851">
                  <c:v>44901</c:v>
                </c:pt>
                <c:pt idx="2852">
                  <c:v>44902</c:v>
                </c:pt>
                <c:pt idx="2853">
                  <c:v>44903</c:v>
                </c:pt>
                <c:pt idx="2854">
                  <c:v>44904</c:v>
                </c:pt>
                <c:pt idx="2855">
                  <c:v>44907</c:v>
                </c:pt>
                <c:pt idx="2856">
                  <c:v>44908</c:v>
                </c:pt>
                <c:pt idx="2857">
                  <c:v>44909</c:v>
                </c:pt>
                <c:pt idx="2858">
                  <c:v>44910</c:v>
                </c:pt>
                <c:pt idx="2859">
                  <c:v>44911</c:v>
                </c:pt>
                <c:pt idx="2860">
                  <c:v>44914</c:v>
                </c:pt>
                <c:pt idx="2861">
                  <c:v>44915</c:v>
                </c:pt>
                <c:pt idx="2862">
                  <c:v>44916</c:v>
                </c:pt>
                <c:pt idx="2863">
                  <c:v>44917</c:v>
                </c:pt>
                <c:pt idx="2864">
                  <c:v>44918</c:v>
                </c:pt>
                <c:pt idx="2865">
                  <c:v>44921</c:v>
                </c:pt>
                <c:pt idx="2866">
                  <c:v>44922</c:v>
                </c:pt>
                <c:pt idx="2867">
                  <c:v>44923</c:v>
                </c:pt>
                <c:pt idx="2868">
                  <c:v>44924</c:v>
                </c:pt>
                <c:pt idx="2869">
                  <c:v>44925</c:v>
                </c:pt>
                <c:pt idx="2870">
                  <c:v>44928</c:v>
                </c:pt>
                <c:pt idx="2871">
                  <c:v>44929</c:v>
                </c:pt>
                <c:pt idx="2872">
                  <c:v>44930</c:v>
                </c:pt>
                <c:pt idx="2873">
                  <c:v>44931</c:v>
                </c:pt>
                <c:pt idx="2874">
                  <c:v>44932</c:v>
                </c:pt>
                <c:pt idx="2875">
                  <c:v>44935</c:v>
                </c:pt>
                <c:pt idx="2876">
                  <c:v>44936</c:v>
                </c:pt>
                <c:pt idx="2877">
                  <c:v>44937</c:v>
                </c:pt>
                <c:pt idx="2878">
                  <c:v>44938</c:v>
                </c:pt>
                <c:pt idx="2879">
                  <c:v>44939</c:v>
                </c:pt>
                <c:pt idx="2880">
                  <c:v>44942</c:v>
                </c:pt>
                <c:pt idx="2881">
                  <c:v>44943</c:v>
                </c:pt>
                <c:pt idx="2882">
                  <c:v>44944</c:v>
                </c:pt>
                <c:pt idx="2883">
                  <c:v>44945</c:v>
                </c:pt>
                <c:pt idx="2884">
                  <c:v>44946</c:v>
                </c:pt>
                <c:pt idx="2885">
                  <c:v>44949</c:v>
                </c:pt>
                <c:pt idx="2886">
                  <c:v>44950</c:v>
                </c:pt>
                <c:pt idx="2887">
                  <c:v>44951</c:v>
                </c:pt>
                <c:pt idx="2888">
                  <c:v>44952</c:v>
                </c:pt>
                <c:pt idx="2889">
                  <c:v>44953</c:v>
                </c:pt>
                <c:pt idx="2890">
                  <c:v>44956</c:v>
                </c:pt>
                <c:pt idx="2891">
                  <c:v>44957</c:v>
                </c:pt>
                <c:pt idx="2892">
                  <c:v>44958</c:v>
                </c:pt>
                <c:pt idx="2893">
                  <c:v>44959</c:v>
                </c:pt>
                <c:pt idx="2894">
                  <c:v>44960</c:v>
                </c:pt>
                <c:pt idx="2895">
                  <c:v>44963</c:v>
                </c:pt>
                <c:pt idx="2896">
                  <c:v>44964</c:v>
                </c:pt>
                <c:pt idx="2897">
                  <c:v>44965</c:v>
                </c:pt>
                <c:pt idx="2898">
                  <c:v>44966</c:v>
                </c:pt>
                <c:pt idx="2899">
                  <c:v>44967</c:v>
                </c:pt>
                <c:pt idx="2900">
                  <c:v>44970</c:v>
                </c:pt>
                <c:pt idx="2901">
                  <c:v>44971</c:v>
                </c:pt>
                <c:pt idx="2902">
                  <c:v>44972</c:v>
                </c:pt>
                <c:pt idx="2903">
                  <c:v>44973</c:v>
                </c:pt>
                <c:pt idx="2904">
                  <c:v>44974</c:v>
                </c:pt>
                <c:pt idx="2905">
                  <c:v>44977</c:v>
                </c:pt>
                <c:pt idx="2906">
                  <c:v>44978</c:v>
                </c:pt>
                <c:pt idx="2907">
                  <c:v>44979</c:v>
                </c:pt>
                <c:pt idx="2908">
                  <c:v>44980</c:v>
                </c:pt>
                <c:pt idx="2909">
                  <c:v>44981</c:v>
                </c:pt>
                <c:pt idx="2910">
                  <c:v>44984</c:v>
                </c:pt>
                <c:pt idx="2911">
                  <c:v>44985</c:v>
                </c:pt>
                <c:pt idx="2912">
                  <c:v>44986</c:v>
                </c:pt>
                <c:pt idx="2913">
                  <c:v>44987</c:v>
                </c:pt>
                <c:pt idx="2914">
                  <c:v>44988</c:v>
                </c:pt>
                <c:pt idx="2915">
                  <c:v>44991</c:v>
                </c:pt>
                <c:pt idx="2916">
                  <c:v>44992</c:v>
                </c:pt>
                <c:pt idx="2917">
                  <c:v>44993</c:v>
                </c:pt>
                <c:pt idx="2918">
                  <c:v>44994</c:v>
                </c:pt>
                <c:pt idx="2919">
                  <c:v>44995</c:v>
                </c:pt>
                <c:pt idx="2920">
                  <c:v>44998</c:v>
                </c:pt>
                <c:pt idx="2921">
                  <c:v>44999</c:v>
                </c:pt>
                <c:pt idx="2922">
                  <c:v>45000</c:v>
                </c:pt>
                <c:pt idx="2923">
                  <c:v>45001</c:v>
                </c:pt>
                <c:pt idx="2924">
                  <c:v>45002</c:v>
                </c:pt>
                <c:pt idx="2925">
                  <c:v>45005</c:v>
                </c:pt>
                <c:pt idx="2926">
                  <c:v>45006</c:v>
                </c:pt>
                <c:pt idx="2927">
                  <c:v>45007</c:v>
                </c:pt>
                <c:pt idx="2928">
                  <c:v>45008</c:v>
                </c:pt>
                <c:pt idx="2929">
                  <c:v>45009</c:v>
                </c:pt>
                <c:pt idx="2930">
                  <c:v>45012</c:v>
                </c:pt>
                <c:pt idx="2931">
                  <c:v>45013</c:v>
                </c:pt>
                <c:pt idx="2932">
                  <c:v>45014</c:v>
                </c:pt>
                <c:pt idx="2933">
                  <c:v>45015</c:v>
                </c:pt>
                <c:pt idx="2934">
                  <c:v>45016</c:v>
                </c:pt>
                <c:pt idx="2935">
                  <c:v>45019</c:v>
                </c:pt>
                <c:pt idx="2936">
                  <c:v>45020</c:v>
                </c:pt>
                <c:pt idx="2937">
                  <c:v>45021</c:v>
                </c:pt>
                <c:pt idx="2938">
                  <c:v>45022</c:v>
                </c:pt>
                <c:pt idx="2939">
                  <c:v>45023</c:v>
                </c:pt>
                <c:pt idx="2940">
                  <c:v>45026</c:v>
                </c:pt>
                <c:pt idx="2941">
                  <c:v>45027</c:v>
                </c:pt>
                <c:pt idx="2942">
                  <c:v>45028</c:v>
                </c:pt>
                <c:pt idx="2943">
                  <c:v>45029</c:v>
                </c:pt>
                <c:pt idx="2944">
                  <c:v>45030</c:v>
                </c:pt>
                <c:pt idx="2945">
                  <c:v>45033</c:v>
                </c:pt>
                <c:pt idx="2946">
                  <c:v>45034</c:v>
                </c:pt>
                <c:pt idx="2947">
                  <c:v>45035</c:v>
                </c:pt>
                <c:pt idx="2948">
                  <c:v>45036</c:v>
                </c:pt>
                <c:pt idx="2949">
                  <c:v>45037</c:v>
                </c:pt>
                <c:pt idx="2950">
                  <c:v>45040</c:v>
                </c:pt>
                <c:pt idx="2951">
                  <c:v>45041</c:v>
                </c:pt>
                <c:pt idx="2952">
                  <c:v>45042</c:v>
                </c:pt>
                <c:pt idx="2953">
                  <c:v>45043</c:v>
                </c:pt>
                <c:pt idx="2954">
                  <c:v>45044</c:v>
                </c:pt>
                <c:pt idx="2955">
                  <c:v>45047</c:v>
                </c:pt>
                <c:pt idx="2956">
                  <c:v>45048</c:v>
                </c:pt>
                <c:pt idx="2957">
                  <c:v>45049</c:v>
                </c:pt>
                <c:pt idx="2958">
                  <c:v>45050</c:v>
                </c:pt>
                <c:pt idx="2959">
                  <c:v>45051</c:v>
                </c:pt>
                <c:pt idx="2960">
                  <c:v>45054</c:v>
                </c:pt>
                <c:pt idx="2961">
                  <c:v>45055</c:v>
                </c:pt>
                <c:pt idx="2962">
                  <c:v>45056</c:v>
                </c:pt>
                <c:pt idx="2963">
                  <c:v>45057</c:v>
                </c:pt>
                <c:pt idx="2964">
                  <c:v>45058</c:v>
                </c:pt>
                <c:pt idx="2965">
                  <c:v>45061</c:v>
                </c:pt>
                <c:pt idx="2966">
                  <c:v>45062</c:v>
                </c:pt>
                <c:pt idx="2967">
                  <c:v>45063</c:v>
                </c:pt>
                <c:pt idx="2968">
                  <c:v>45064</c:v>
                </c:pt>
                <c:pt idx="2969">
                  <c:v>45065</c:v>
                </c:pt>
                <c:pt idx="2970">
                  <c:v>45068</c:v>
                </c:pt>
                <c:pt idx="2971">
                  <c:v>45069</c:v>
                </c:pt>
                <c:pt idx="2972">
                  <c:v>45070</c:v>
                </c:pt>
                <c:pt idx="2973">
                  <c:v>45071</c:v>
                </c:pt>
                <c:pt idx="2974">
                  <c:v>45072</c:v>
                </c:pt>
                <c:pt idx="2975">
                  <c:v>45075</c:v>
                </c:pt>
                <c:pt idx="2976">
                  <c:v>45076</c:v>
                </c:pt>
                <c:pt idx="2977">
                  <c:v>45077</c:v>
                </c:pt>
                <c:pt idx="2978">
                  <c:v>45078</c:v>
                </c:pt>
                <c:pt idx="2979">
                  <c:v>45079</c:v>
                </c:pt>
                <c:pt idx="2980">
                  <c:v>45082</c:v>
                </c:pt>
                <c:pt idx="2981">
                  <c:v>45083</c:v>
                </c:pt>
                <c:pt idx="2982">
                  <c:v>45084</c:v>
                </c:pt>
                <c:pt idx="2983">
                  <c:v>45085</c:v>
                </c:pt>
                <c:pt idx="2984">
                  <c:v>45086</c:v>
                </c:pt>
                <c:pt idx="2985">
                  <c:v>45089</c:v>
                </c:pt>
                <c:pt idx="2986">
                  <c:v>45090</c:v>
                </c:pt>
                <c:pt idx="2987">
                  <c:v>45091</c:v>
                </c:pt>
                <c:pt idx="2988">
                  <c:v>45092</c:v>
                </c:pt>
                <c:pt idx="2989">
                  <c:v>45093</c:v>
                </c:pt>
                <c:pt idx="2990">
                  <c:v>45096</c:v>
                </c:pt>
                <c:pt idx="2991">
                  <c:v>45097</c:v>
                </c:pt>
                <c:pt idx="2992">
                  <c:v>45098</c:v>
                </c:pt>
                <c:pt idx="2993">
                  <c:v>45099</c:v>
                </c:pt>
                <c:pt idx="2994">
                  <c:v>45100</c:v>
                </c:pt>
                <c:pt idx="2995">
                  <c:v>45103</c:v>
                </c:pt>
                <c:pt idx="2996">
                  <c:v>45104</c:v>
                </c:pt>
                <c:pt idx="2997">
                  <c:v>45105</c:v>
                </c:pt>
                <c:pt idx="2998">
                  <c:v>45106</c:v>
                </c:pt>
                <c:pt idx="2999">
                  <c:v>45107</c:v>
                </c:pt>
                <c:pt idx="3000">
                  <c:v>45110</c:v>
                </c:pt>
                <c:pt idx="3001">
                  <c:v>45111</c:v>
                </c:pt>
                <c:pt idx="3002">
                  <c:v>45112</c:v>
                </c:pt>
                <c:pt idx="3003">
                  <c:v>45113</c:v>
                </c:pt>
                <c:pt idx="3004">
                  <c:v>45114</c:v>
                </c:pt>
                <c:pt idx="3005">
                  <c:v>45117</c:v>
                </c:pt>
                <c:pt idx="3006">
                  <c:v>45118</c:v>
                </c:pt>
                <c:pt idx="3007">
                  <c:v>45119</c:v>
                </c:pt>
                <c:pt idx="3008">
                  <c:v>45120</c:v>
                </c:pt>
                <c:pt idx="3009">
                  <c:v>45121</c:v>
                </c:pt>
                <c:pt idx="3010">
                  <c:v>45124</c:v>
                </c:pt>
                <c:pt idx="3011">
                  <c:v>45125</c:v>
                </c:pt>
                <c:pt idx="3012">
                  <c:v>45126</c:v>
                </c:pt>
                <c:pt idx="3013">
                  <c:v>45127</c:v>
                </c:pt>
                <c:pt idx="3014">
                  <c:v>45128</c:v>
                </c:pt>
                <c:pt idx="3015">
                  <c:v>45131</c:v>
                </c:pt>
                <c:pt idx="3016">
                  <c:v>45132</c:v>
                </c:pt>
                <c:pt idx="3017">
                  <c:v>45133</c:v>
                </c:pt>
                <c:pt idx="3018">
                  <c:v>45134</c:v>
                </c:pt>
                <c:pt idx="3019">
                  <c:v>45135</c:v>
                </c:pt>
                <c:pt idx="3020">
                  <c:v>45138</c:v>
                </c:pt>
                <c:pt idx="3021">
                  <c:v>45139</c:v>
                </c:pt>
                <c:pt idx="3022">
                  <c:v>45140</c:v>
                </c:pt>
                <c:pt idx="3023">
                  <c:v>45141</c:v>
                </c:pt>
                <c:pt idx="3024">
                  <c:v>45142</c:v>
                </c:pt>
                <c:pt idx="3025">
                  <c:v>45145</c:v>
                </c:pt>
                <c:pt idx="3026">
                  <c:v>45146</c:v>
                </c:pt>
                <c:pt idx="3027">
                  <c:v>45147</c:v>
                </c:pt>
                <c:pt idx="3028">
                  <c:v>45148</c:v>
                </c:pt>
                <c:pt idx="3029">
                  <c:v>45149</c:v>
                </c:pt>
                <c:pt idx="3030">
                  <c:v>45152</c:v>
                </c:pt>
                <c:pt idx="3031">
                  <c:v>45153</c:v>
                </c:pt>
                <c:pt idx="3032">
                  <c:v>45154</c:v>
                </c:pt>
                <c:pt idx="3033">
                  <c:v>45155</c:v>
                </c:pt>
                <c:pt idx="3034">
                  <c:v>45156</c:v>
                </c:pt>
                <c:pt idx="3035">
                  <c:v>45159</c:v>
                </c:pt>
                <c:pt idx="3036">
                  <c:v>45160</c:v>
                </c:pt>
                <c:pt idx="3037">
                  <c:v>45161</c:v>
                </c:pt>
                <c:pt idx="3038">
                  <c:v>45162</c:v>
                </c:pt>
                <c:pt idx="3039">
                  <c:v>45163</c:v>
                </c:pt>
                <c:pt idx="3040">
                  <c:v>45166</c:v>
                </c:pt>
                <c:pt idx="3041">
                  <c:v>45167</c:v>
                </c:pt>
                <c:pt idx="3042">
                  <c:v>45168</c:v>
                </c:pt>
                <c:pt idx="3043">
                  <c:v>45169</c:v>
                </c:pt>
                <c:pt idx="3044">
                  <c:v>45170</c:v>
                </c:pt>
                <c:pt idx="3045">
                  <c:v>45173</c:v>
                </c:pt>
                <c:pt idx="3046">
                  <c:v>45174</c:v>
                </c:pt>
                <c:pt idx="3047">
                  <c:v>45175</c:v>
                </c:pt>
                <c:pt idx="3048">
                  <c:v>45176</c:v>
                </c:pt>
                <c:pt idx="3049">
                  <c:v>45177</c:v>
                </c:pt>
                <c:pt idx="3050">
                  <c:v>45180</c:v>
                </c:pt>
                <c:pt idx="3051">
                  <c:v>45181</c:v>
                </c:pt>
                <c:pt idx="3052">
                  <c:v>45182</c:v>
                </c:pt>
                <c:pt idx="3053">
                  <c:v>45183</c:v>
                </c:pt>
                <c:pt idx="3054">
                  <c:v>45184</c:v>
                </c:pt>
                <c:pt idx="3055">
                  <c:v>45187</c:v>
                </c:pt>
                <c:pt idx="3056">
                  <c:v>45188</c:v>
                </c:pt>
                <c:pt idx="3057">
                  <c:v>45189</c:v>
                </c:pt>
                <c:pt idx="3058">
                  <c:v>45190</c:v>
                </c:pt>
                <c:pt idx="3059">
                  <c:v>45191</c:v>
                </c:pt>
                <c:pt idx="3060">
                  <c:v>45194</c:v>
                </c:pt>
                <c:pt idx="3061">
                  <c:v>45195</c:v>
                </c:pt>
                <c:pt idx="3062">
                  <c:v>45196</c:v>
                </c:pt>
                <c:pt idx="3063">
                  <c:v>45197</c:v>
                </c:pt>
                <c:pt idx="3064">
                  <c:v>45198</c:v>
                </c:pt>
                <c:pt idx="3065">
                  <c:v>45201</c:v>
                </c:pt>
                <c:pt idx="3066">
                  <c:v>45202</c:v>
                </c:pt>
                <c:pt idx="3067">
                  <c:v>45203</c:v>
                </c:pt>
                <c:pt idx="3068">
                  <c:v>45204</c:v>
                </c:pt>
                <c:pt idx="3069">
                  <c:v>45205</c:v>
                </c:pt>
                <c:pt idx="3070">
                  <c:v>45208</c:v>
                </c:pt>
                <c:pt idx="3071">
                  <c:v>45209</c:v>
                </c:pt>
                <c:pt idx="3072">
                  <c:v>45210</c:v>
                </c:pt>
                <c:pt idx="3073">
                  <c:v>45211</c:v>
                </c:pt>
                <c:pt idx="3074">
                  <c:v>45212</c:v>
                </c:pt>
                <c:pt idx="3075">
                  <c:v>45215</c:v>
                </c:pt>
                <c:pt idx="3076">
                  <c:v>45216</c:v>
                </c:pt>
                <c:pt idx="3077">
                  <c:v>45217</c:v>
                </c:pt>
                <c:pt idx="3078">
                  <c:v>45218</c:v>
                </c:pt>
                <c:pt idx="3079">
                  <c:v>45219</c:v>
                </c:pt>
                <c:pt idx="3080">
                  <c:v>45222</c:v>
                </c:pt>
                <c:pt idx="3081">
                  <c:v>45223</c:v>
                </c:pt>
                <c:pt idx="3082">
                  <c:v>45224</c:v>
                </c:pt>
                <c:pt idx="3083">
                  <c:v>45225</c:v>
                </c:pt>
                <c:pt idx="3084">
                  <c:v>45226</c:v>
                </c:pt>
                <c:pt idx="3085">
                  <c:v>45229</c:v>
                </c:pt>
                <c:pt idx="3086">
                  <c:v>45230</c:v>
                </c:pt>
                <c:pt idx="3087">
                  <c:v>45231</c:v>
                </c:pt>
                <c:pt idx="3088">
                  <c:v>45232</c:v>
                </c:pt>
                <c:pt idx="3089">
                  <c:v>45233</c:v>
                </c:pt>
                <c:pt idx="3090">
                  <c:v>45236</c:v>
                </c:pt>
                <c:pt idx="3091">
                  <c:v>45237</c:v>
                </c:pt>
                <c:pt idx="3092">
                  <c:v>45238</c:v>
                </c:pt>
                <c:pt idx="3093">
                  <c:v>45239</c:v>
                </c:pt>
                <c:pt idx="3094">
                  <c:v>45240</c:v>
                </c:pt>
                <c:pt idx="3095">
                  <c:v>45243</c:v>
                </c:pt>
                <c:pt idx="3096">
                  <c:v>45244</c:v>
                </c:pt>
                <c:pt idx="3097">
                  <c:v>45245</c:v>
                </c:pt>
                <c:pt idx="3098">
                  <c:v>45246</c:v>
                </c:pt>
                <c:pt idx="3099">
                  <c:v>45247</c:v>
                </c:pt>
                <c:pt idx="3100">
                  <c:v>45250</c:v>
                </c:pt>
                <c:pt idx="3101">
                  <c:v>45251</c:v>
                </c:pt>
                <c:pt idx="3102">
                  <c:v>45252</c:v>
                </c:pt>
                <c:pt idx="3103">
                  <c:v>45253</c:v>
                </c:pt>
                <c:pt idx="3104">
                  <c:v>45254</c:v>
                </c:pt>
                <c:pt idx="3105">
                  <c:v>45257</c:v>
                </c:pt>
                <c:pt idx="3106">
                  <c:v>45258</c:v>
                </c:pt>
                <c:pt idx="3107">
                  <c:v>45259</c:v>
                </c:pt>
                <c:pt idx="3108">
                  <c:v>45260</c:v>
                </c:pt>
                <c:pt idx="3109">
                  <c:v>45261</c:v>
                </c:pt>
                <c:pt idx="3110">
                  <c:v>45264</c:v>
                </c:pt>
                <c:pt idx="3111">
                  <c:v>45265</c:v>
                </c:pt>
                <c:pt idx="3112">
                  <c:v>45266</c:v>
                </c:pt>
                <c:pt idx="3113">
                  <c:v>45267</c:v>
                </c:pt>
                <c:pt idx="3114">
                  <c:v>45268</c:v>
                </c:pt>
                <c:pt idx="3115">
                  <c:v>45271</c:v>
                </c:pt>
                <c:pt idx="3116">
                  <c:v>45272</c:v>
                </c:pt>
                <c:pt idx="3117">
                  <c:v>45273</c:v>
                </c:pt>
                <c:pt idx="3118">
                  <c:v>45274</c:v>
                </c:pt>
                <c:pt idx="3119">
                  <c:v>45275</c:v>
                </c:pt>
                <c:pt idx="3120">
                  <c:v>45278</c:v>
                </c:pt>
                <c:pt idx="3121">
                  <c:v>45279</c:v>
                </c:pt>
                <c:pt idx="3122">
                  <c:v>45280</c:v>
                </c:pt>
                <c:pt idx="3123">
                  <c:v>45281</c:v>
                </c:pt>
                <c:pt idx="3124">
                  <c:v>45282</c:v>
                </c:pt>
                <c:pt idx="3125">
                  <c:v>45285</c:v>
                </c:pt>
                <c:pt idx="3126">
                  <c:v>45286</c:v>
                </c:pt>
                <c:pt idx="3127">
                  <c:v>45287</c:v>
                </c:pt>
                <c:pt idx="3128">
                  <c:v>45288</c:v>
                </c:pt>
                <c:pt idx="3129">
                  <c:v>45289</c:v>
                </c:pt>
                <c:pt idx="3130">
                  <c:v>45292</c:v>
                </c:pt>
                <c:pt idx="3131">
                  <c:v>45293</c:v>
                </c:pt>
                <c:pt idx="3132">
                  <c:v>45294</c:v>
                </c:pt>
                <c:pt idx="3133">
                  <c:v>45295</c:v>
                </c:pt>
                <c:pt idx="3134">
                  <c:v>45296</c:v>
                </c:pt>
                <c:pt idx="3135">
                  <c:v>45299</c:v>
                </c:pt>
                <c:pt idx="3136">
                  <c:v>45300</c:v>
                </c:pt>
                <c:pt idx="3137">
                  <c:v>45301</c:v>
                </c:pt>
                <c:pt idx="3138">
                  <c:v>45302</c:v>
                </c:pt>
                <c:pt idx="3139">
                  <c:v>45303</c:v>
                </c:pt>
                <c:pt idx="3140">
                  <c:v>45306</c:v>
                </c:pt>
                <c:pt idx="3141">
                  <c:v>45307</c:v>
                </c:pt>
                <c:pt idx="3142">
                  <c:v>45308</c:v>
                </c:pt>
                <c:pt idx="3143">
                  <c:v>45309</c:v>
                </c:pt>
                <c:pt idx="3144">
                  <c:v>45310</c:v>
                </c:pt>
                <c:pt idx="3145">
                  <c:v>45313</c:v>
                </c:pt>
                <c:pt idx="3146">
                  <c:v>45314</c:v>
                </c:pt>
                <c:pt idx="3147">
                  <c:v>45315</c:v>
                </c:pt>
                <c:pt idx="3148">
                  <c:v>45316</c:v>
                </c:pt>
                <c:pt idx="3149">
                  <c:v>45317</c:v>
                </c:pt>
                <c:pt idx="3150">
                  <c:v>45320</c:v>
                </c:pt>
                <c:pt idx="3151">
                  <c:v>45321</c:v>
                </c:pt>
                <c:pt idx="3152">
                  <c:v>45322</c:v>
                </c:pt>
                <c:pt idx="3153">
                  <c:v>45323</c:v>
                </c:pt>
                <c:pt idx="3154">
                  <c:v>45324</c:v>
                </c:pt>
                <c:pt idx="3155">
                  <c:v>45327</c:v>
                </c:pt>
                <c:pt idx="3156">
                  <c:v>45328</c:v>
                </c:pt>
                <c:pt idx="3157">
                  <c:v>45329</c:v>
                </c:pt>
                <c:pt idx="3158">
                  <c:v>45330</c:v>
                </c:pt>
                <c:pt idx="3159">
                  <c:v>45331</c:v>
                </c:pt>
                <c:pt idx="3160">
                  <c:v>45334</c:v>
                </c:pt>
                <c:pt idx="3161">
                  <c:v>45335</c:v>
                </c:pt>
                <c:pt idx="3162">
                  <c:v>45336</c:v>
                </c:pt>
                <c:pt idx="3163">
                  <c:v>45337</c:v>
                </c:pt>
                <c:pt idx="3164">
                  <c:v>45338</c:v>
                </c:pt>
                <c:pt idx="3165">
                  <c:v>45341</c:v>
                </c:pt>
                <c:pt idx="3166">
                  <c:v>45342</c:v>
                </c:pt>
                <c:pt idx="3167">
                  <c:v>45343</c:v>
                </c:pt>
                <c:pt idx="3168">
                  <c:v>45344</c:v>
                </c:pt>
                <c:pt idx="3169">
                  <c:v>45345</c:v>
                </c:pt>
                <c:pt idx="3170">
                  <c:v>45348</c:v>
                </c:pt>
                <c:pt idx="3171">
                  <c:v>45349</c:v>
                </c:pt>
                <c:pt idx="3172">
                  <c:v>45350</c:v>
                </c:pt>
                <c:pt idx="3173">
                  <c:v>45351</c:v>
                </c:pt>
                <c:pt idx="3174">
                  <c:v>45352</c:v>
                </c:pt>
                <c:pt idx="3175">
                  <c:v>45355</c:v>
                </c:pt>
                <c:pt idx="3176">
                  <c:v>45356</c:v>
                </c:pt>
                <c:pt idx="3177">
                  <c:v>45357</c:v>
                </c:pt>
                <c:pt idx="3178">
                  <c:v>45358</c:v>
                </c:pt>
                <c:pt idx="3179">
                  <c:v>45359</c:v>
                </c:pt>
                <c:pt idx="3180">
                  <c:v>45362</c:v>
                </c:pt>
                <c:pt idx="3181">
                  <c:v>45363</c:v>
                </c:pt>
                <c:pt idx="3182">
                  <c:v>45364</c:v>
                </c:pt>
                <c:pt idx="3183">
                  <c:v>45365</c:v>
                </c:pt>
                <c:pt idx="3184">
                  <c:v>45366</c:v>
                </c:pt>
                <c:pt idx="3185">
                  <c:v>45369</c:v>
                </c:pt>
                <c:pt idx="3186">
                  <c:v>45370</c:v>
                </c:pt>
                <c:pt idx="3187">
                  <c:v>45371</c:v>
                </c:pt>
                <c:pt idx="3188">
                  <c:v>45372</c:v>
                </c:pt>
                <c:pt idx="3189">
                  <c:v>45373</c:v>
                </c:pt>
                <c:pt idx="3190">
                  <c:v>45376</c:v>
                </c:pt>
                <c:pt idx="3191">
                  <c:v>45377</c:v>
                </c:pt>
                <c:pt idx="3192">
                  <c:v>45378</c:v>
                </c:pt>
                <c:pt idx="3193">
                  <c:v>45379</c:v>
                </c:pt>
                <c:pt idx="3194">
                  <c:v>45380</c:v>
                </c:pt>
                <c:pt idx="3195">
                  <c:v>45383</c:v>
                </c:pt>
                <c:pt idx="3196">
                  <c:v>45384</c:v>
                </c:pt>
                <c:pt idx="3197">
                  <c:v>45385</c:v>
                </c:pt>
                <c:pt idx="3198">
                  <c:v>45386</c:v>
                </c:pt>
                <c:pt idx="3199">
                  <c:v>45387</c:v>
                </c:pt>
                <c:pt idx="3200">
                  <c:v>45390</c:v>
                </c:pt>
                <c:pt idx="3201">
                  <c:v>45391</c:v>
                </c:pt>
                <c:pt idx="3202">
                  <c:v>45392</c:v>
                </c:pt>
                <c:pt idx="3203">
                  <c:v>45393</c:v>
                </c:pt>
                <c:pt idx="3204">
                  <c:v>45394</c:v>
                </c:pt>
                <c:pt idx="3205">
                  <c:v>45397</c:v>
                </c:pt>
                <c:pt idx="3206">
                  <c:v>45398</c:v>
                </c:pt>
                <c:pt idx="3207">
                  <c:v>45399</c:v>
                </c:pt>
                <c:pt idx="3208">
                  <c:v>45400</c:v>
                </c:pt>
                <c:pt idx="3209">
                  <c:v>45401</c:v>
                </c:pt>
                <c:pt idx="3210">
                  <c:v>45404</c:v>
                </c:pt>
                <c:pt idx="3211">
                  <c:v>45405</c:v>
                </c:pt>
                <c:pt idx="3212">
                  <c:v>45406</c:v>
                </c:pt>
                <c:pt idx="3213">
                  <c:v>45407</c:v>
                </c:pt>
                <c:pt idx="3214">
                  <c:v>45408</c:v>
                </c:pt>
                <c:pt idx="3215">
                  <c:v>45411</c:v>
                </c:pt>
                <c:pt idx="3216">
                  <c:v>45412</c:v>
                </c:pt>
                <c:pt idx="3217">
                  <c:v>45413</c:v>
                </c:pt>
                <c:pt idx="3218">
                  <c:v>45414</c:v>
                </c:pt>
                <c:pt idx="3219">
                  <c:v>45415</c:v>
                </c:pt>
                <c:pt idx="3220">
                  <c:v>45418</c:v>
                </c:pt>
                <c:pt idx="3221">
                  <c:v>45419</c:v>
                </c:pt>
                <c:pt idx="3222">
                  <c:v>45420</c:v>
                </c:pt>
                <c:pt idx="3223">
                  <c:v>45421</c:v>
                </c:pt>
                <c:pt idx="3224">
                  <c:v>45422</c:v>
                </c:pt>
                <c:pt idx="3225">
                  <c:v>45425</c:v>
                </c:pt>
                <c:pt idx="3226">
                  <c:v>45426</c:v>
                </c:pt>
                <c:pt idx="3227">
                  <c:v>45427</c:v>
                </c:pt>
                <c:pt idx="3228">
                  <c:v>45428</c:v>
                </c:pt>
                <c:pt idx="3229">
                  <c:v>45429</c:v>
                </c:pt>
                <c:pt idx="3230">
                  <c:v>45432</c:v>
                </c:pt>
                <c:pt idx="3231">
                  <c:v>45433</c:v>
                </c:pt>
                <c:pt idx="3232">
                  <c:v>45434</c:v>
                </c:pt>
                <c:pt idx="3233">
                  <c:v>45435</c:v>
                </c:pt>
                <c:pt idx="3234">
                  <c:v>45436</c:v>
                </c:pt>
                <c:pt idx="3235">
                  <c:v>45439</c:v>
                </c:pt>
                <c:pt idx="3236">
                  <c:v>45440</c:v>
                </c:pt>
                <c:pt idx="3237">
                  <c:v>45441</c:v>
                </c:pt>
                <c:pt idx="3238">
                  <c:v>45442</c:v>
                </c:pt>
                <c:pt idx="3239">
                  <c:v>45443</c:v>
                </c:pt>
                <c:pt idx="3240">
                  <c:v>45446</c:v>
                </c:pt>
                <c:pt idx="3241">
                  <c:v>45447</c:v>
                </c:pt>
                <c:pt idx="3242">
                  <c:v>45448</c:v>
                </c:pt>
                <c:pt idx="3243">
                  <c:v>45449</c:v>
                </c:pt>
                <c:pt idx="3244">
                  <c:v>45450</c:v>
                </c:pt>
                <c:pt idx="3245">
                  <c:v>45453</c:v>
                </c:pt>
                <c:pt idx="3246">
                  <c:v>45454</c:v>
                </c:pt>
                <c:pt idx="3247">
                  <c:v>45455</c:v>
                </c:pt>
                <c:pt idx="3248">
                  <c:v>45456</c:v>
                </c:pt>
                <c:pt idx="3249">
                  <c:v>45457</c:v>
                </c:pt>
                <c:pt idx="3250">
                  <c:v>45460</c:v>
                </c:pt>
                <c:pt idx="3251">
                  <c:v>45461</c:v>
                </c:pt>
                <c:pt idx="3252">
                  <c:v>45462</c:v>
                </c:pt>
                <c:pt idx="3253">
                  <c:v>45463</c:v>
                </c:pt>
                <c:pt idx="3254">
                  <c:v>45464</c:v>
                </c:pt>
                <c:pt idx="3255">
                  <c:v>45467</c:v>
                </c:pt>
                <c:pt idx="3256">
                  <c:v>45468</c:v>
                </c:pt>
                <c:pt idx="3257">
                  <c:v>45469</c:v>
                </c:pt>
                <c:pt idx="3258">
                  <c:v>45470</c:v>
                </c:pt>
                <c:pt idx="3259">
                  <c:v>45471</c:v>
                </c:pt>
                <c:pt idx="3260">
                  <c:v>45474</c:v>
                </c:pt>
                <c:pt idx="3261">
                  <c:v>45475</c:v>
                </c:pt>
                <c:pt idx="3262">
                  <c:v>45476</c:v>
                </c:pt>
                <c:pt idx="3263">
                  <c:v>45477</c:v>
                </c:pt>
                <c:pt idx="3264">
                  <c:v>45478</c:v>
                </c:pt>
                <c:pt idx="3265">
                  <c:v>45481</c:v>
                </c:pt>
                <c:pt idx="3266">
                  <c:v>45482</c:v>
                </c:pt>
                <c:pt idx="3267">
                  <c:v>45483</c:v>
                </c:pt>
                <c:pt idx="3268">
                  <c:v>45484</c:v>
                </c:pt>
                <c:pt idx="3269">
                  <c:v>45485</c:v>
                </c:pt>
                <c:pt idx="3270">
                  <c:v>45488</c:v>
                </c:pt>
                <c:pt idx="3271">
                  <c:v>45489</c:v>
                </c:pt>
                <c:pt idx="3272">
                  <c:v>45490</c:v>
                </c:pt>
                <c:pt idx="3273">
                  <c:v>45491</c:v>
                </c:pt>
                <c:pt idx="3274">
                  <c:v>45492</c:v>
                </c:pt>
                <c:pt idx="3275">
                  <c:v>45495</c:v>
                </c:pt>
                <c:pt idx="3276">
                  <c:v>45496</c:v>
                </c:pt>
                <c:pt idx="3277">
                  <c:v>45497</c:v>
                </c:pt>
                <c:pt idx="3278">
                  <c:v>45498</c:v>
                </c:pt>
                <c:pt idx="3279">
                  <c:v>45499</c:v>
                </c:pt>
                <c:pt idx="3280">
                  <c:v>45502</c:v>
                </c:pt>
                <c:pt idx="3281">
                  <c:v>45503</c:v>
                </c:pt>
                <c:pt idx="3282">
                  <c:v>45504</c:v>
                </c:pt>
                <c:pt idx="3283">
                  <c:v>45505</c:v>
                </c:pt>
                <c:pt idx="3284">
                  <c:v>45506</c:v>
                </c:pt>
                <c:pt idx="3285">
                  <c:v>45509</c:v>
                </c:pt>
                <c:pt idx="3286">
                  <c:v>45510</c:v>
                </c:pt>
                <c:pt idx="3287">
                  <c:v>45511</c:v>
                </c:pt>
                <c:pt idx="3288">
                  <c:v>45512</c:v>
                </c:pt>
                <c:pt idx="3289">
                  <c:v>45513</c:v>
                </c:pt>
                <c:pt idx="3290">
                  <c:v>45516</c:v>
                </c:pt>
                <c:pt idx="3291">
                  <c:v>45517</c:v>
                </c:pt>
                <c:pt idx="3292">
                  <c:v>45518</c:v>
                </c:pt>
                <c:pt idx="3293">
                  <c:v>45519</c:v>
                </c:pt>
                <c:pt idx="3294">
                  <c:v>45520</c:v>
                </c:pt>
                <c:pt idx="3295">
                  <c:v>45523</c:v>
                </c:pt>
                <c:pt idx="3296">
                  <c:v>45524</c:v>
                </c:pt>
                <c:pt idx="3297">
                  <c:v>45525</c:v>
                </c:pt>
                <c:pt idx="3298">
                  <c:v>45526</c:v>
                </c:pt>
                <c:pt idx="3299">
                  <c:v>45527</c:v>
                </c:pt>
                <c:pt idx="3300">
                  <c:v>45530</c:v>
                </c:pt>
                <c:pt idx="3301">
                  <c:v>45531</c:v>
                </c:pt>
                <c:pt idx="3302">
                  <c:v>45532</c:v>
                </c:pt>
                <c:pt idx="3303">
                  <c:v>45533</c:v>
                </c:pt>
                <c:pt idx="3304">
                  <c:v>45534</c:v>
                </c:pt>
                <c:pt idx="3305">
                  <c:v>45537</c:v>
                </c:pt>
                <c:pt idx="3306">
                  <c:v>45538</c:v>
                </c:pt>
                <c:pt idx="3307">
                  <c:v>45539</c:v>
                </c:pt>
                <c:pt idx="3308">
                  <c:v>45540</c:v>
                </c:pt>
                <c:pt idx="3309">
                  <c:v>45541</c:v>
                </c:pt>
                <c:pt idx="3310">
                  <c:v>45544</c:v>
                </c:pt>
                <c:pt idx="3311">
                  <c:v>45545</c:v>
                </c:pt>
                <c:pt idx="3312">
                  <c:v>45546</c:v>
                </c:pt>
                <c:pt idx="3313">
                  <c:v>45547</c:v>
                </c:pt>
                <c:pt idx="3314">
                  <c:v>45548</c:v>
                </c:pt>
                <c:pt idx="3315">
                  <c:v>45551</c:v>
                </c:pt>
                <c:pt idx="3316">
                  <c:v>45552</c:v>
                </c:pt>
                <c:pt idx="3317">
                  <c:v>45553</c:v>
                </c:pt>
                <c:pt idx="3318">
                  <c:v>45554</c:v>
                </c:pt>
                <c:pt idx="3319">
                  <c:v>45555</c:v>
                </c:pt>
                <c:pt idx="3320">
                  <c:v>45558</c:v>
                </c:pt>
                <c:pt idx="3321">
                  <c:v>45559</c:v>
                </c:pt>
                <c:pt idx="3322">
                  <c:v>45560</c:v>
                </c:pt>
                <c:pt idx="3323">
                  <c:v>45561</c:v>
                </c:pt>
                <c:pt idx="3324">
                  <c:v>45562</c:v>
                </c:pt>
                <c:pt idx="3325">
                  <c:v>45565</c:v>
                </c:pt>
                <c:pt idx="3326">
                  <c:v>45566</c:v>
                </c:pt>
                <c:pt idx="3327">
                  <c:v>45567</c:v>
                </c:pt>
                <c:pt idx="3328">
                  <c:v>45568</c:v>
                </c:pt>
                <c:pt idx="3329">
                  <c:v>45569</c:v>
                </c:pt>
                <c:pt idx="3330">
                  <c:v>45572</c:v>
                </c:pt>
                <c:pt idx="3331">
                  <c:v>45573</c:v>
                </c:pt>
                <c:pt idx="3332">
                  <c:v>45574</c:v>
                </c:pt>
                <c:pt idx="3333">
                  <c:v>45575</c:v>
                </c:pt>
                <c:pt idx="3334">
                  <c:v>45576</c:v>
                </c:pt>
                <c:pt idx="3335">
                  <c:v>45579</c:v>
                </c:pt>
                <c:pt idx="3336">
                  <c:v>45580</c:v>
                </c:pt>
                <c:pt idx="3337">
                  <c:v>45581</c:v>
                </c:pt>
                <c:pt idx="3338">
                  <c:v>45582</c:v>
                </c:pt>
                <c:pt idx="3339">
                  <c:v>45583</c:v>
                </c:pt>
                <c:pt idx="3340">
                  <c:v>45586</c:v>
                </c:pt>
                <c:pt idx="3341">
                  <c:v>45587</c:v>
                </c:pt>
                <c:pt idx="3342">
                  <c:v>45588</c:v>
                </c:pt>
                <c:pt idx="3343">
                  <c:v>45589</c:v>
                </c:pt>
                <c:pt idx="3344">
                  <c:v>45590</c:v>
                </c:pt>
                <c:pt idx="3345">
                  <c:v>45593</c:v>
                </c:pt>
                <c:pt idx="3346">
                  <c:v>45594</c:v>
                </c:pt>
                <c:pt idx="3347">
                  <c:v>45595</c:v>
                </c:pt>
                <c:pt idx="3348">
                  <c:v>45596</c:v>
                </c:pt>
                <c:pt idx="3349">
                  <c:v>45597</c:v>
                </c:pt>
                <c:pt idx="3350">
                  <c:v>45600</c:v>
                </c:pt>
                <c:pt idx="3351">
                  <c:v>45601</c:v>
                </c:pt>
                <c:pt idx="3352">
                  <c:v>45602</c:v>
                </c:pt>
                <c:pt idx="3353">
                  <c:v>45603</c:v>
                </c:pt>
                <c:pt idx="3354">
                  <c:v>45604</c:v>
                </c:pt>
                <c:pt idx="3355">
                  <c:v>45607</c:v>
                </c:pt>
                <c:pt idx="3356">
                  <c:v>45608</c:v>
                </c:pt>
                <c:pt idx="3357">
                  <c:v>45609</c:v>
                </c:pt>
                <c:pt idx="3358">
                  <c:v>45610</c:v>
                </c:pt>
                <c:pt idx="3359">
                  <c:v>45611</c:v>
                </c:pt>
                <c:pt idx="3360">
                  <c:v>45614</c:v>
                </c:pt>
                <c:pt idx="3361">
                  <c:v>45615</c:v>
                </c:pt>
                <c:pt idx="3362">
                  <c:v>45616</c:v>
                </c:pt>
                <c:pt idx="3363">
                  <c:v>45617</c:v>
                </c:pt>
                <c:pt idx="3364">
                  <c:v>45618</c:v>
                </c:pt>
                <c:pt idx="3365">
                  <c:v>45621</c:v>
                </c:pt>
                <c:pt idx="3366">
                  <c:v>45622</c:v>
                </c:pt>
                <c:pt idx="3367">
                  <c:v>45623</c:v>
                </c:pt>
                <c:pt idx="3368">
                  <c:v>45624</c:v>
                </c:pt>
                <c:pt idx="3369">
                  <c:v>45625</c:v>
                </c:pt>
                <c:pt idx="3370">
                  <c:v>45628</c:v>
                </c:pt>
                <c:pt idx="3371">
                  <c:v>45629</c:v>
                </c:pt>
                <c:pt idx="3372">
                  <c:v>45630</c:v>
                </c:pt>
                <c:pt idx="3373">
                  <c:v>45631</c:v>
                </c:pt>
                <c:pt idx="3374">
                  <c:v>45632</c:v>
                </c:pt>
                <c:pt idx="3375">
                  <c:v>45635</c:v>
                </c:pt>
                <c:pt idx="3376">
                  <c:v>45636</c:v>
                </c:pt>
                <c:pt idx="3377">
                  <c:v>45637</c:v>
                </c:pt>
                <c:pt idx="3378">
                  <c:v>45638</c:v>
                </c:pt>
                <c:pt idx="3379">
                  <c:v>45639</c:v>
                </c:pt>
                <c:pt idx="3380">
                  <c:v>45642</c:v>
                </c:pt>
                <c:pt idx="3381">
                  <c:v>45643</c:v>
                </c:pt>
                <c:pt idx="3382">
                  <c:v>45644</c:v>
                </c:pt>
                <c:pt idx="3383">
                  <c:v>45645</c:v>
                </c:pt>
                <c:pt idx="3384">
                  <c:v>45646</c:v>
                </c:pt>
                <c:pt idx="3385">
                  <c:v>45649</c:v>
                </c:pt>
                <c:pt idx="3386">
                  <c:v>45650</c:v>
                </c:pt>
                <c:pt idx="3387">
                  <c:v>45651</c:v>
                </c:pt>
                <c:pt idx="3388">
                  <c:v>45652</c:v>
                </c:pt>
                <c:pt idx="3389">
                  <c:v>45653</c:v>
                </c:pt>
                <c:pt idx="3390">
                  <c:v>45656</c:v>
                </c:pt>
                <c:pt idx="3391">
                  <c:v>45657</c:v>
                </c:pt>
                <c:pt idx="3392">
                  <c:v>45658</c:v>
                </c:pt>
                <c:pt idx="3393">
                  <c:v>45659</c:v>
                </c:pt>
                <c:pt idx="3394">
                  <c:v>45660</c:v>
                </c:pt>
                <c:pt idx="3395">
                  <c:v>45663</c:v>
                </c:pt>
                <c:pt idx="3396">
                  <c:v>45664</c:v>
                </c:pt>
                <c:pt idx="3397">
                  <c:v>45665</c:v>
                </c:pt>
                <c:pt idx="3398">
                  <c:v>45666</c:v>
                </c:pt>
                <c:pt idx="3399">
                  <c:v>45667</c:v>
                </c:pt>
                <c:pt idx="3400">
                  <c:v>45670</c:v>
                </c:pt>
                <c:pt idx="3401">
                  <c:v>45671</c:v>
                </c:pt>
                <c:pt idx="3402">
                  <c:v>45672</c:v>
                </c:pt>
                <c:pt idx="3403">
                  <c:v>45673</c:v>
                </c:pt>
                <c:pt idx="3404">
                  <c:v>45674</c:v>
                </c:pt>
                <c:pt idx="3405">
                  <c:v>45677</c:v>
                </c:pt>
                <c:pt idx="3406">
                  <c:v>45678</c:v>
                </c:pt>
                <c:pt idx="3407">
                  <c:v>45679</c:v>
                </c:pt>
                <c:pt idx="3408">
                  <c:v>45680</c:v>
                </c:pt>
                <c:pt idx="3409">
                  <c:v>45681</c:v>
                </c:pt>
                <c:pt idx="3410">
                  <c:v>45684</c:v>
                </c:pt>
                <c:pt idx="3411">
                  <c:v>45685</c:v>
                </c:pt>
                <c:pt idx="3412">
                  <c:v>45686</c:v>
                </c:pt>
                <c:pt idx="3413">
                  <c:v>45687</c:v>
                </c:pt>
                <c:pt idx="3414">
                  <c:v>45688</c:v>
                </c:pt>
                <c:pt idx="3415">
                  <c:v>45691</c:v>
                </c:pt>
                <c:pt idx="3416">
                  <c:v>45692</c:v>
                </c:pt>
                <c:pt idx="3417">
                  <c:v>45693</c:v>
                </c:pt>
                <c:pt idx="3418">
                  <c:v>45694</c:v>
                </c:pt>
                <c:pt idx="3419">
                  <c:v>45695</c:v>
                </c:pt>
                <c:pt idx="3420">
                  <c:v>45698</c:v>
                </c:pt>
                <c:pt idx="3421">
                  <c:v>45699</c:v>
                </c:pt>
                <c:pt idx="3422">
                  <c:v>45700</c:v>
                </c:pt>
                <c:pt idx="3423">
                  <c:v>45701</c:v>
                </c:pt>
                <c:pt idx="3424">
                  <c:v>45702</c:v>
                </c:pt>
                <c:pt idx="3425">
                  <c:v>45705</c:v>
                </c:pt>
                <c:pt idx="3426">
                  <c:v>45706</c:v>
                </c:pt>
                <c:pt idx="3427">
                  <c:v>45707</c:v>
                </c:pt>
                <c:pt idx="3428">
                  <c:v>45708</c:v>
                </c:pt>
                <c:pt idx="3429">
                  <c:v>45709</c:v>
                </c:pt>
                <c:pt idx="3430">
                  <c:v>45712</c:v>
                </c:pt>
                <c:pt idx="3431">
                  <c:v>45713</c:v>
                </c:pt>
                <c:pt idx="3432">
                  <c:v>45714</c:v>
                </c:pt>
                <c:pt idx="3433">
                  <c:v>45715</c:v>
                </c:pt>
                <c:pt idx="3434">
                  <c:v>45716</c:v>
                </c:pt>
                <c:pt idx="3435">
                  <c:v>45719</c:v>
                </c:pt>
                <c:pt idx="3436">
                  <c:v>45720</c:v>
                </c:pt>
                <c:pt idx="3437">
                  <c:v>45721</c:v>
                </c:pt>
                <c:pt idx="3438">
                  <c:v>45722</c:v>
                </c:pt>
                <c:pt idx="3439">
                  <c:v>45723</c:v>
                </c:pt>
                <c:pt idx="3440">
                  <c:v>45726</c:v>
                </c:pt>
                <c:pt idx="3441">
                  <c:v>45727</c:v>
                </c:pt>
                <c:pt idx="3442">
                  <c:v>45728</c:v>
                </c:pt>
                <c:pt idx="3443">
                  <c:v>45729</c:v>
                </c:pt>
                <c:pt idx="3444">
                  <c:v>45730</c:v>
                </c:pt>
                <c:pt idx="3445">
                  <c:v>45733</c:v>
                </c:pt>
                <c:pt idx="3446">
                  <c:v>45734</c:v>
                </c:pt>
                <c:pt idx="3447">
                  <c:v>45735</c:v>
                </c:pt>
                <c:pt idx="3448">
                  <c:v>45736</c:v>
                </c:pt>
                <c:pt idx="3449">
                  <c:v>45737</c:v>
                </c:pt>
                <c:pt idx="3450">
                  <c:v>45740</c:v>
                </c:pt>
                <c:pt idx="3451">
                  <c:v>45741</c:v>
                </c:pt>
                <c:pt idx="3452">
                  <c:v>45742</c:v>
                </c:pt>
                <c:pt idx="3453">
                  <c:v>45743</c:v>
                </c:pt>
                <c:pt idx="3454">
                  <c:v>45744</c:v>
                </c:pt>
                <c:pt idx="3455">
                  <c:v>45747</c:v>
                </c:pt>
                <c:pt idx="3456">
                  <c:v>45748</c:v>
                </c:pt>
                <c:pt idx="3457">
                  <c:v>45749</c:v>
                </c:pt>
                <c:pt idx="3458">
                  <c:v>45750</c:v>
                </c:pt>
                <c:pt idx="3459">
                  <c:v>45751</c:v>
                </c:pt>
                <c:pt idx="3460">
                  <c:v>45754</c:v>
                </c:pt>
                <c:pt idx="3461">
                  <c:v>45755</c:v>
                </c:pt>
                <c:pt idx="3462">
                  <c:v>45756</c:v>
                </c:pt>
                <c:pt idx="3463">
                  <c:v>45757</c:v>
                </c:pt>
                <c:pt idx="3464">
                  <c:v>45758</c:v>
                </c:pt>
                <c:pt idx="3465">
                  <c:v>45761</c:v>
                </c:pt>
                <c:pt idx="3466">
                  <c:v>45762</c:v>
                </c:pt>
                <c:pt idx="3467">
                  <c:v>45763</c:v>
                </c:pt>
                <c:pt idx="3468">
                  <c:v>45764</c:v>
                </c:pt>
                <c:pt idx="3469">
                  <c:v>45765</c:v>
                </c:pt>
                <c:pt idx="3470">
                  <c:v>45768</c:v>
                </c:pt>
                <c:pt idx="3471">
                  <c:v>45769</c:v>
                </c:pt>
                <c:pt idx="3472">
                  <c:v>45770</c:v>
                </c:pt>
                <c:pt idx="3473">
                  <c:v>45771</c:v>
                </c:pt>
                <c:pt idx="3474">
                  <c:v>45772</c:v>
                </c:pt>
                <c:pt idx="3475">
                  <c:v>45775</c:v>
                </c:pt>
                <c:pt idx="3476">
                  <c:v>45776</c:v>
                </c:pt>
                <c:pt idx="3477">
                  <c:v>45777</c:v>
                </c:pt>
                <c:pt idx="3478">
                  <c:v>45778</c:v>
                </c:pt>
                <c:pt idx="3479">
                  <c:v>45779</c:v>
                </c:pt>
                <c:pt idx="3480">
                  <c:v>45782</c:v>
                </c:pt>
                <c:pt idx="3481">
                  <c:v>45783</c:v>
                </c:pt>
                <c:pt idx="3482">
                  <c:v>45784</c:v>
                </c:pt>
                <c:pt idx="3483">
                  <c:v>45785</c:v>
                </c:pt>
                <c:pt idx="3484">
                  <c:v>45786</c:v>
                </c:pt>
                <c:pt idx="3485">
                  <c:v>45789</c:v>
                </c:pt>
                <c:pt idx="3486">
                  <c:v>45790</c:v>
                </c:pt>
                <c:pt idx="3487">
                  <c:v>45791</c:v>
                </c:pt>
                <c:pt idx="3488">
                  <c:v>45792</c:v>
                </c:pt>
                <c:pt idx="3489">
                  <c:v>45793</c:v>
                </c:pt>
                <c:pt idx="3490">
                  <c:v>45796</c:v>
                </c:pt>
                <c:pt idx="3491">
                  <c:v>45797</c:v>
                </c:pt>
                <c:pt idx="3492">
                  <c:v>45798</c:v>
                </c:pt>
                <c:pt idx="3493">
                  <c:v>45799</c:v>
                </c:pt>
                <c:pt idx="3494">
                  <c:v>45800</c:v>
                </c:pt>
                <c:pt idx="3495">
                  <c:v>45803</c:v>
                </c:pt>
                <c:pt idx="3496">
                  <c:v>45804</c:v>
                </c:pt>
                <c:pt idx="3497">
                  <c:v>45805</c:v>
                </c:pt>
                <c:pt idx="3498">
                  <c:v>45806</c:v>
                </c:pt>
                <c:pt idx="3499">
                  <c:v>45807</c:v>
                </c:pt>
                <c:pt idx="3500">
                  <c:v>45810</c:v>
                </c:pt>
                <c:pt idx="3501">
                  <c:v>45811</c:v>
                </c:pt>
                <c:pt idx="3502">
                  <c:v>45812</c:v>
                </c:pt>
                <c:pt idx="3503">
                  <c:v>45813</c:v>
                </c:pt>
                <c:pt idx="3504">
                  <c:v>45814</c:v>
                </c:pt>
                <c:pt idx="3505">
                  <c:v>45817</c:v>
                </c:pt>
                <c:pt idx="3506">
                  <c:v>45818</c:v>
                </c:pt>
                <c:pt idx="3507">
                  <c:v>45819</c:v>
                </c:pt>
                <c:pt idx="3508">
                  <c:v>45820</c:v>
                </c:pt>
                <c:pt idx="3509">
                  <c:v>45821</c:v>
                </c:pt>
                <c:pt idx="3510">
                  <c:v>45824</c:v>
                </c:pt>
                <c:pt idx="3511">
                  <c:v>45825</c:v>
                </c:pt>
                <c:pt idx="3512">
                  <c:v>45826</c:v>
                </c:pt>
                <c:pt idx="3513">
                  <c:v>45827</c:v>
                </c:pt>
                <c:pt idx="3514">
                  <c:v>45828</c:v>
                </c:pt>
                <c:pt idx="3515">
                  <c:v>45831</c:v>
                </c:pt>
                <c:pt idx="3516">
                  <c:v>45832</c:v>
                </c:pt>
                <c:pt idx="3517">
                  <c:v>45833</c:v>
                </c:pt>
                <c:pt idx="3518">
                  <c:v>45834</c:v>
                </c:pt>
                <c:pt idx="3519">
                  <c:v>45835</c:v>
                </c:pt>
                <c:pt idx="3520">
                  <c:v>45838</c:v>
                </c:pt>
                <c:pt idx="3521">
                  <c:v>45839</c:v>
                </c:pt>
                <c:pt idx="3522">
                  <c:v>45840</c:v>
                </c:pt>
                <c:pt idx="3523">
                  <c:v>45841</c:v>
                </c:pt>
                <c:pt idx="3524">
                  <c:v>45842</c:v>
                </c:pt>
                <c:pt idx="3525">
                  <c:v>45845</c:v>
                </c:pt>
                <c:pt idx="3526">
                  <c:v>45846</c:v>
                </c:pt>
                <c:pt idx="3527">
                  <c:v>45847</c:v>
                </c:pt>
                <c:pt idx="3528">
                  <c:v>45848</c:v>
                </c:pt>
                <c:pt idx="3529">
                  <c:v>45849</c:v>
                </c:pt>
                <c:pt idx="3530">
                  <c:v>45852</c:v>
                </c:pt>
                <c:pt idx="3531">
                  <c:v>45853</c:v>
                </c:pt>
                <c:pt idx="3532">
                  <c:v>45854</c:v>
                </c:pt>
                <c:pt idx="3533">
                  <c:v>45855</c:v>
                </c:pt>
                <c:pt idx="3534">
                  <c:v>45856</c:v>
                </c:pt>
                <c:pt idx="3535">
                  <c:v>45859</c:v>
                </c:pt>
                <c:pt idx="3536">
                  <c:v>45860</c:v>
                </c:pt>
                <c:pt idx="3537">
                  <c:v>45861</c:v>
                </c:pt>
                <c:pt idx="3538">
                  <c:v>45862</c:v>
                </c:pt>
                <c:pt idx="3539">
                  <c:v>45863</c:v>
                </c:pt>
                <c:pt idx="3540">
                  <c:v>45866</c:v>
                </c:pt>
                <c:pt idx="3541">
                  <c:v>45867</c:v>
                </c:pt>
                <c:pt idx="3542">
                  <c:v>45868</c:v>
                </c:pt>
                <c:pt idx="3543">
                  <c:v>45869</c:v>
                </c:pt>
                <c:pt idx="3544">
                  <c:v>45870</c:v>
                </c:pt>
                <c:pt idx="3545">
                  <c:v>45873</c:v>
                </c:pt>
                <c:pt idx="3546">
                  <c:v>45874</c:v>
                </c:pt>
                <c:pt idx="3547">
                  <c:v>45875</c:v>
                </c:pt>
                <c:pt idx="3548">
                  <c:v>45876</c:v>
                </c:pt>
                <c:pt idx="3549">
                  <c:v>45877</c:v>
                </c:pt>
                <c:pt idx="3550">
                  <c:v>45880</c:v>
                </c:pt>
                <c:pt idx="3551">
                  <c:v>45881</c:v>
                </c:pt>
                <c:pt idx="3552">
                  <c:v>45882</c:v>
                </c:pt>
                <c:pt idx="3553">
                  <c:v>45883</c:v>
                </c:pt>
                <c:pt idx="3554">
                  <c:v>45884</c:v>
                </c:pt>
                <c:pt idx="3555">
                  <c:v>45887</c:v>
                </c:pt>
                <c:pt idx="3556">
                  <c:v>45888</c:v>
                </c:pt>
                <c:pt idx="3557">
                  <c:v>45889</c:v>
                </c:pt>
                <c:pt idx="3558">
                  <c:v>45890</c:v>
                </c:pt>
                <c:pt idx="3559">
                  <c:v>45891</c:v>
                </c:pt>
                <c:pt idx="3560">
                  <c:v>45894</c:v>
                </c:pt>
                <c:pt idx="3561">
                  <c:v>45895</c:v>
                </c:pt>
                <c:pt idx="3562">
                  <c:v>45896</c:v>
                </c:pt>
                <c:pt idx="3563">
                  <c:v>45897</c:v>
                </c:pt>
                <c:pt idx="3564">
                  <c:v>45898</c:v>
                </c:pt>
                <c:pt idx="3565">
                  <c:v>45901</c:v>
                </c:pt>
                <c:pt idx="3566">
                  <c:v>45902</c:v>
                </c:pt>
                <c:pt idx="3567">
                  <c:v>45903</c:v>
                </c:pt>
                <c:pt idx="3568">
                  <c:v>45904</c:v>
                </c:pt>
                <c:pt idx="3569">
                  <c:v>45905</c:v>
                </c:pt>
                <c:pt idx="3570">
                  <c:v>45908</c:v>
                </c:pt>
                <c:pt idx="3571">
                  <c:v>45909</c:v>
                </c:pt>
                <c:pt idx="3572">
                  <c:v>45910</c:v>
                </c:pt>
                <c:pt idx="3573">
                  <c:v>45911</c:v>
                </c:pt>
                <c:pt idx="3574">
                  <c:v>45912</c:v>
                </c:pt>
                <c:pt idx="3575">
                  <c:v>45915</c:v>
                </c:pt>
                <c:pt idx="3576">
                  <c:v>45916</c:v>
                </c:pt>
                <c:pt idx="3577">
                  <c:v>45917</c:v>
                </c:pt>
                <c:pt idx="3578">
                  <c:v>45918</c:v>
                </c:pt>
                <c:pt idx="3579">
                  <c:v>45919</c:v>
                </c:pt>
                <c:pt idx="3580">
                  <c:v>45922</c:v>
                </c:pt>
                <c:pt idx="3581">
                  <c:v>45923</c:v>
                </c:pt>
                <c:pt idx="3582">
                  <c:v>45924</c:v>
                </c:pt>
                <c:pt idx="3583">
                  <c:v>45925</c:v>
                </c:pt>
                <c:pt idx="3584">
                  <c:v>45926</c:v>
                </c:pt>
                <c:pt idx="3585">
                  <c:v>45929</c:v>
                </c:pt>
                <c:pt idx="3586">
                  <c:v>45930</c:v>
                </c:pt>
                <c:pt idx="3587">
                  <c:v>45931</c:v>
                </c:pt>
                <c:pt idx="3588">
                  <c:v>45932</c:v>
                </c:pt>
                <c:pt idx="3589">
                  <c:v>45933</c:v>
                </c:pt>
                <c:pt idx="3590">
                  <c:v>45936</c:v>
                </c:pt>
                <c:pt idx="3591">
                  <c:v>45937</c:v>
                </c:pt>
                <c:pt idx="3592">
                  <c:v>45938</c:v>
                </c:pt>
                <c:pt idx="3593">
                  <c:v>45939</c:v>
                </c:pt>
                <c:pt idx="3594">
                  <c:v>45940</c:v>
                </c:pt>
                <c:pt idx="3595">
                  <c:v>45943</c:v>
                </c:pt>
                <c:pt idx="3596">
                  <c:v>45944</c:v>
                </c:pt>
                <c:pt idx="3597">
                  <c:v>45945</c:v>
                </c:pt>
                <c:pt idx="3598">
                  <c:v>45946</c:v>
                </c:pt>
                <c:pt idx="3599">
                  <c:v>45947</c:v>
                </c:pt>
                <c:pt idx="3600">
                  <c:v>45950</c:v>
                </c:pt>
                <c:pt idx="3601">
                  <c:v>45951</c:v>
                </c:pt>
                <c:pt idx="3602">
                  <c:v>45952</c:v>
                </c:pt>
                <c:pt idx="3603">
                  <c:v>45953</c:v>
                </c:pt>
                <c:pt idx="3604">
                  <c:v>45954</c:v>
                </c:pt>
                <c:pt idx="3605">
                  <c:v>45957</c:v>
                </c:pt>
                <c:pt idx="3606">
                  <c:v>45958</c:v>
                </c:pt>
                <c:pt idx="3607">
                  <c:v>45959</c:v>
                </c:pt>
                <c:pt idx="3608">
                  <c:v>45960</c:v>
                </c:pt>
                <c:pt idx="3609">
                  <c:v>45961</c:v>
                </c:pt>
                <c:pt idx="3610">
                  <c:v>45964</c:v>
                </c:pt>
                <c:pt idx="3611">
                  <c:v>45965</c:v>
                </c:pt>
                <c:pt idx="3612">
                  <c:v>45966</c:v>
                </c:pt>
                <c:pt idx="3613">
                  <c:v>45967</c:v>
                </c:pt>
                <c:pt idx="3614">
                  <c:v>45968</c:v>
                </c:pt>
                <c:pt idx="3615">
                  <c:v>45971</c:v>
                </c:pt>
                <c:pt idx="3616">
                  <c:v>45972</c:v>
                </c:pt>
                <c:pt idx="3617">
                  <c:v>45973</c:v>
                </c:pt>
                <c:pt idx="3618">
                  <c:v>45974</c:v>
                </c:pt>
                <c:pt idx="3619">
                  <c:v>45975</c:v>
                </c:pt>
                <c:pt idx="3620">
                  <c:v>45978</c:v>
                </c:pt>
                <c:pt idx="3621">
                  <c:v>45979</c:v>
                </c:pt>
                <c:pt idx="3622">
                  <c:v>45980</c:v>
                </c:pt>
                <c:pt idx="3623">
                  <c:v>45981</c:v>
                </c:pt>
                <c:pt idx="3624">
                  <c:v>45982</c:v>
                </c:pt>
                <c:pt idx="3625">
                  <c:v>45985</c:v>
                </c:pt>
                <c:pt idx="3626">
                  <c:v>45986</c:v>
                </c:pt>
                <c:pt idx="3627">
                  <c:v>45987</c:v>
                </c:pt>
                <c:pt idx="3628">
                  <c:v>45988</c:v>
                </c:pt>
                <c:pt idx="3629">
                  <c:v>45989</c:v>
                </c:pt>
                <c:pt idx="3630">
                  <c:v>45992</c:v>
                </c:pt>
                <c:pt idx="3631">
                  <c:v>45993</c:v>
                </c:pt>
                <c:pt idx="3632">
                  <c:v>45994</c:v>
                </c:pt>
                <c:pt idx="3633">
                  <c:v>45995</c:v>
                </c:pt>
                <c:pt idx="3634">
                  <c:v>45996</c:v>
                </c:pt>
                <c:pt idx="3635">
                  <c:v>45999</c:v>
                </c:pt>
                <c:pt idx="3636">
                  <c:v>46000</c:v>
                </c:pt>
                <c:pt idx="3637">
                  <c:v>46001</c:v>
                </c:pt>
                <c:pt idx="3638">
                  <c:v>46002</c:v>
                </c:pt>
                <c:pt idx="3639">
                  <c:v>46003</c:v>
                </c:pt>
                <c:pt idx="3640">
                  <c:v>46006</c:v>
                </c:pt>
                <c:pt idx="3641">
                  <c:v>46007</c:v>
                </c:pt>
                <c:pt idx="3642">
                  <c:v>46008</c:v>
                </c:pt>
                <c:pt idx="3643">
                  <c:v>46009</c:v>
                </c:pt>
                <c:pt idx="3644">
                  <c:v>46010</c:v>
                </c:pt>
                <c:pt idx="3645">
                  <c:v>46013</c:v>
                </c:pt>
                <c:pt idx="3646">
                  <c:v>46014</c:v>
                </c:pt>
                <c:pt idx="3647">
                  <c:v>46015</c:v>
                </c:pt>
                <c:pt idx="3648">
                  <c:v>46016</c:v>
                </c:pt>
                <c:pt idx="3649">
                  <c:v>46017</c:v>
                </c:pt>
                <c:pt idx="3650">
                  <c:v>46020</c:v>
                </c:pt>
                <c:pt idx="3651">
                  <c:v>46021</c:v>
                </c:pt>
                <c:pt idx="3652">
                  <c:v>46022</c:v>
                </c:pt>
                <c:pt idx="3653">
                  <c:v>46023</c:v>
                </c:pt>
                <c:pt idx="3654">
                  <c:v>46024</c:v>
                </c:pt>
                <c:pt idx="3655">
                  <c:v>46027</c:v>
                </c:pt>
                <c:pt idx="3656">
                  <c:v>46028</c:v>
                </c:pt>
                <c:pt idx="3657">
                  <c:v>46029</c:v>
                </c:pt>
                <c:pt idx="3658">
                  <c:v>46030</c:v>
                </c:pt>
                <c:pt idx="3659">
                  <c:v>46031</c:v>
                </c:pt>
                <c:pt idx="3660">
                  <c:v>46034</c:v>
                </c:pt>
                <c:pt idx="3661">
                  <c:v>46035</c:v>
                </c:pt>
                <c:pt idx="3662">
                  <c:v>46036</c:v>
                </c:pt>
                <c:pt idx="3663">
                  <c:v>46037</c:v>
                </c:pt>
                <c:pt idx="3664">
                  <c:v>46038</c:v>
                </c:pt>
                <c:pt idx="3665">
                  <c:v>46041</c:v>
                </c:pt>
                <c:pt idx="3666">
                  <c:v>46042</c:v>
                </c:pt>
                <c:pt idx="3667">
                  <c:v>46043</c:v>
                </c:pt>
                <c:pt idx="3668">
                  <c:v>46044</c:v>
                </c:pt>
                <c:pt idx="3669">
                  <c:v>46045</c:v>
                </c:pt>
                <c:pt idx="3670">
                  <c:v>46048</c:v>
                </c:pt>
                <c:pt idx="3671">
                  <c:v>46049</c:v>
                </c:pt>
                <c:pt idx="3672">
                  <c:v>46050</c:v>
                </c:pt>
                <c:pt idx="3673">
                  <c:v>46051</c:v>
                </c:pt>
                <c:pt idx="3674">
                  <c:v>46052</c:v>
                </c:pt>
                <c:pt idx="3675">
                  <c:v>46055</c:v>
                </c:pt>
                <c:pt idx="3676">
                  <c:v>46056</c:v>
                </c:pt>
                <c:pt idx="3677">
                  <c:v>46057</c:v>
                </c:pt>
                <c:pt idx="3678">
                  <c:v>46058</c:v>
                </c:pt>
                <c:pt idx="3679">
                  <c:v>46059</c:v>
                </c:pt>
                <c:pt idx="3680">
                  <c:v>46062</c:v>
                </c:pt>
                <c:pt idx="3681">
                  <c:v>46063</c:v>
                </c:pt>
                <c:pt idx="3682">
                  <c:v>46064</c:v>
                </c:pt>
                <c:pt idx="3683">
                  <c:v>46065</c:v>
                </c:pt>
                <c:pt idx="3684">
                  <c:v>46066</c:v>
                </c:pt>
                <c:pt idx="3685">
                  <c:v>46069</c:v>
                </c:pt>
                <c:pt idx="3686">
                  <c:v>46070</c:v>
                </c:pt>
                <c:pt idx="3687">
                  <c:v>46071</c:v>
                </c:pt>
                <c:pt idx="3688">
                  <c:v>46072</c:v>
                </c:pt>
                <c:pt idx="3689">
                  <c:v>46073</c:v>
                </c:pt>
                <c:pt idx="3690">
                  <c:v>46076</c:v>
                </c:pt>
                <c:pt idx="3691">
                  <c:v>46077</c:v>
                </c:pt>
                <c:pt idx="3692">
                  <c:v>46078</c:v>
                </c:pt>
                <c:pt idx="3693">
                  <c:v>46079</c:v>
                </c:pt>
                <c:pt idx="3694">
                  <c:v>46080</c:v>
                </c:pt>
                <c:pt idx="3695">
                  <c:v>46083</c:v>
                </c:pt>
                <c:pt idx="3696">
                  <c:v>46084</c:v>
                </c:pt>
                <c:pt idx="3697">
                  <c:v>46085</c:v>
                </c:pt>
                <c:pt idx="3698">
                  <c:v>46086</c:v>
                </c:pt>
                <c:pt idx="3699">
                  <c:v>46087</c:v>
                </c:pt>
                <c:pt idx="3700">
                  <c:v>46090</c:v>
                </c:pt>
                <c:pt idx="3701">
                  <c:v>46091</c:v>
                </c:pt>
                <c:pt idx="3702">
                  <c:v>46092</c:v>
                </c:pt>
                <c:pt idx="3703">
                  <c:v>46093</c:v>
                </c:pt>
                <c:pt idx="3704">
                  <c:v>46094</c:v>
                </c:pt>
                <c:pt idx="3705">
                  <c:v>46097</c:v>
                </c:pt>
                <c:pt idx="3706">
                  <c:v>46098</c:v>
                </c:pt>
                <c:pt idx="3707">
                  <c:v>46099</c:v>
                </c:pt>
                <c:pt idx="3708">
                  <c:v>46100</c:v>
                </c:pt>
                <c:pt idx="3709">
                  <c:v>46101</c:v>
                </c:pt>
                <c:pt idx="3710">
                  <c:v>46104</c:v>
                </c:pt>
                <c:pt idx="3711">
                  <c:v>46105</c:v>
                </c:pt>
                <c:pt idx="3712">
                  <c:v>46106</c:v>
                </c:pt>
                <c:pt idx="3713">
                  <c:v>46107</c:v>
                </c:pt>
                <c:pt idx="3714">
                  <c:v>46108</c:v>
                </c:pt>
                <c:pt idx="3715">
                  <c:v>46111</c:v>
                </c:pt>
                <c:pt idx="3716">
                  <c:v>46112</c:v>
                </c:pt>
                <c:pt idx="3717">
                  <c:v>46113</c:v>
                </c:pt>
                <c:pt idx="3718">
                  <c:v>46114</c:v>
                </c:pt>
                <c:pt idx="3719">
                  <c:v>46115</c:v>
                </c:pt>
                <c:pt idx="3720">
                  <c:v>46118</c:v>
                </c:pt>
                <c:pt idx="3721">
                  <c:v>46119</c:v>
                </c:pt>
                <c:pt idx="3722">
                  <c:v>46120</c:v>
                </c:pt>
                <c:pt idx="3723">
                  <c:v>46121</c:v>
                </c:pt>
                <c:pt idx="3724">
                  <c:v>46122</c:v>
                </c:pt>
                <c:pt idx="3725">
                  <c:v>46125</c:v>
                </c:pt>
                <c:pt idx="3726">
                  <c:v>46126</c:v>
                </c:pt>
                <c:pt idx="3727">
                  <c:v>46127</c:v>
                </c:pt>
                <c:pt idx="3728">
                  <c:v>46128</c:v>
                </c:pt>
                <c:pt idx="3729">
                  <c:v>46129</c:v>
                </c:pt>
                <c:pt idx="3730">
                  <c:v>46132</c:v>
                </c:pt>
                <c:pt idx="3731">
                  <c:v>46133</c:v>
                </c:pt>
                <c:pt idx="3732">
                  <c:v>46134</c:v>
                </c:pt>
                <c:pt idx="3733">
                  <c:v>46135</c:v>
                </c:pt>
                <c:pt idx="3734">
                  <c:v>46136</c:v>
                </c:pt>
                <c:pt idx="3735">
                  <c:v>46139</c:v>
                </c:pt>
                <c:pt idx="3736">
                  <c:v>46140</c:v>
                </c:pt>
                <c:pt idx="3737">
                  <c:v>46141</c:v>
                </c:pt>
                <c:pt idx="3738">
                  <c:v>46142</c:v>
                </c:pt>
                <c:pt idx="3739">
                  <c:v>46143</c:v>
                </c:pt>
                <c:pt idx="3740">
                  <c:v>46146</c:v>
                </c:pt>
                <c:pt idx="3741">
                  <c:v>46147</c:v>
                </c:pt>
                <c:pt idx="3742">
                  <c:v>46148</c:v>
                </c:pt>
                <c:pt idx="3743">
                  <c:v>46149</c:v>
                </c:pt>
                <c:pt idx="3744">
                  <c:v>46150</c:v>
                </c:pt>
                <c:pt idx="3745">
                  <c:v>46153</c:v>
                </c:pt>
                <c:pt idx="3746">
                  <c:v>46154</c:v>
                </c:pt>
                <c:pt idx="3747">
                  <c:v>46155</c:v>
                </c:pt>
                <c:pt idx="3748">
                  <c:v>46156</c:v>
                </c:pt>
                <c:pt idx="3749">
                  <c:v>46157</c:v>
                </c:pt>
                <c:pt idx="3750">
                  <c:v>46160</c:v>
                </c:pt>
                <c:pt idx="3751">
                  <c:v>46161</c:v>
                </c:pt>
                <c:pt idx="3752">
                  <c:v>46162</c:v>
                </c:pt>
                <c:pt idx="3753">
                  <c:v>46163</c:v>
                </c:pt>
                <c:pt idx="3754">
                  <c:v>46164</c:v>
                </c:pt>
                <c:pt idx="3755">
                  <c:v>46167</c:v>
                </c:pt>
                <c:pt idx="3756">
                  <c:v>46168</c:v>
                </c:pt>
                <c:pt idx="3757">
                  <c:v>46169</c:v>
                </c:pt>
                <c:pt idx="3758">
                  <c:v>46170</c:v>
                </c:pt>
                <c:pt idx="3759">
                  <c:v>46171</c:v>
                </c:pt>
                <c:pt idx="3760">
                  <c:v>46174</c:v>
                </c:pt>
                <c:pt idx="3761">
                  <c:v>46175</c:v>
                </c:pt>
                <c:pt idx="3762">
                  <c:v>46176</c:v>
                </c:pt>
                <c:pt idx="3763">
                  <c:v>46177</c:v>
                </c:pt>
                <c:pt idx="3764">
                  <c:v>46178</c:v>
                </c:pt>
                <c:pt idx="3765">
                  <c:v>46181</c:v>
                </c:pt>
                <c:pt idx="3766">
                  <c:v>46182</c:v>
                </c:pt>
                <c:pt idx="3767">
                  <c:v>46183</c:v>
                </c:pt>
                <c:pt idx="3768">
                  <c:v>46184</c:v>
                </c:pt>
                <c:pt idx="3769">
                  <c:v>46185</c:v>
                </c:pt>
                <c:pt idx="3770">
                  <c:v>46188</c:v>
                </c:pt>
                <c:pt idx="3771">
                  <c:v>46189</c:v>
                </c:pt>
                <c:pt idx="3772">
                  <c:v>46190</c:v>
                </c:pt>
                <c:pt idx="3773">
                  <c:v>46191</c:v>
                </c:pt>
                <c:pt idx="3774">
                  <c:v>46192</c:v>
                </c:pt>
                <c:pt idx="3775">
                  <c:v>46195</c:v>
                </c:pt>
                <c:pt idx="3776">
                  <c:v>46196</c:v>
                </c:pt>
                <c:pt idx="3777">
                  <c:v>46197</c:v>
                </c:pt>
                <c:pt idx="3778">
                  <c:v>46198</c:v>
                </c:pt>
                <c:pt idx="3779">
                  <c:v>46199</c:v>
                </c:pt>
                <c:pt idx="3780">
                  <c:v>46202</c:v>
                </c:pt>
                <c:pt idx="3781">
                  <c:v>46203</c:v>
                </c:pt>
                <c:pt idx="3782">
                  <c:v>46204</c:v>
                </c:pt>
                <c:pt idx="3783">
                  <c:v>46205</c:v>
                </c:pt>
                <c:pt idx="3784">
                  <c:v>46206</c:v>
                </c:pt>
                <c:pt idx="3785">
                  <c:v>46209</c:v>
                </c:pt>
                <c:pt idx="3786">
                  <c:v>46210</c:v>
                </c:pt>
                <c:pt idx="3787">
                  <c:v>46211</c:v>
                </c:pt>
                <c:pt idx="3788">
                  <c:v>46212</c:v>
                </c:pt>
                <c:pt idx="3789">
                  <c:v>46213</c:v>
                </c:pt>
                <c:pt idx="3790">
                  <c:v>46216</c:v>
                </c:pt>
                <c:pt idx="3791">
                  <c:v>46217</c:v>
                </c:pt>
                <c:pt idx="3792">
                  <c:v>46218</c:v>
                </c:pt>
                <c:pt idx="3793">
                  <c:v>46219</c:v>
                </c:pt>
                <c:pt idx="3794">
                  <c:v>46220</c:v>
                </c:pt>
                <c:pt idx="3795">
                  <c:v>46223</c:v>
                </c:pt>
                <c:pt idx="3796">
                  <c:v>46224</c:v>
                </c:pt>
                <c:pt idx="3797">
                  <c:v>46225</c:v>
                </c:pt>
                <c:pt idx="3798">
                  <c:v>46226</c:v>
                </c:pt>
                <c:pt idx="3799">
                  <c:v>46227</c:v>
                </c:pt>
                <c:pt idx="3800">
                  <c:v>46230</c:v>
                </c:pt>
                <c:pt idx="3801">
                  <c:v>46231</c:v>
                </c:pt>
                <c:pt idx="3802">
                  <c:v>46232</c:v>
                </c:pt>
                <c:pt idx="3803">
                  <c:v>46233</c:v>
                </c:pt>
                <c:pt idx="3804">
                  <c:v>46234</c:v>
                </c:pt>
                <c:pt idx="3805">
                  <c:v>46237</c:v>
                </c:pt>
                <c:pt idx="3806">
                  <c:v>46238</c:v>
                </c:pt>
                <c:pt idx="3807">
                  <c:v>46239</c:v>
                </c:pt>
                <c:pt idx="3808">
                  <c:v>46240</c:v>
                </c:pt>
                <c:pt idx="3809">
                  <c:v>46241</c:v>
                </c:pt>
                <c:pt idx="3810">
                  <c:v>46244</c:v>
                </c:pt>
                <c:pt idx="3811">
                  <c:v>46245</c:v>
                </c:pt>
                <c:pt idx="3812">
                  <c:v>46246</c:v>
                </c:pt>
                <c:pt idx="3813">
                  <c:v>46247</c:v>
                </c:pt>
                <c:pt idx="3814">
                  <c:v>46248</c:v>
                </c:pt>
                <c:pt idx="3815">
                  <c:v>46251</c:v>
                </c:pt>
                <c:pt idx="3816">
                  <c:v>46252</c:v>
                </c:pt>
                <c:pt idx="3817">
                  <c:v>46253</c:v>
                </c:pt>
                <c:pt idx="3818">
                  <c:v>46254</c:v>
                </c:pt>
                <c:pt idx="3819">
                  <c:v>46255</c:v>
                </c:pt>
                <c:pt idx="3820">
                  <c:v>46258</c:v>
                </c:pt>
                <c:pt idx="3821">
                  <c:v>46259</c:v>
                </c:pt>
                <c:pt idx="3822">
                  <c:v>46260</c:v>
                </c:pt>
                <c:pt idx="3823">
                  <c:v>46261</c:v>
                </c:pt>
                <c:pt idx="3824">
                  <c:v>46262</c:v>
                </c:pt>
                <c:pt idx="3825">
                  <c:v>46265</c:v>
                </c:pt>
                <c:pt idx="3826">
                  <c:v>46266</c:v>
                </c:pt>
                <c:pt idx="3827">
                  <c:v>46267</c:v>
                </c:pt>
                <c:pt idx="3828">
                  <c:v>46268</c:v>
                </c:pt>
                <c:pt idx="3829">
                  <c:v>46269</c:v>
                </c:pt>
                <c:pt idx="3830">
                  <c:v>46272</c:v>
                </c:pt>
                <c:pt idx="3831">
                  <c:v>46273</c:v>
                </c:pt>
                <c:pt idx="3832">
                  <c:v>46274</c:v>
                </c:pt>
              </c:numCache>
            </c:numRef>
          </c:cat>
          <c:val>
            <c:numRef>
              <c:f>Sheet1!$C$2:$C$4355</c:f>
              <c:numCache>
                <c:formatCode>0.00%</c:formatCode>
                <c:ptCount val="4354"/>
                <c:pt idx="0">
                  <c:v>3.2500000000000001E-2</c:v>
                </c:pt>
                <c:pt idx="1">
                  <c:v>3.2500000000000001E-2</c:v>
                </c:pt>
                <c:pt idx="2">
                  <c:v>3.2500000000000001E-2</c:v>
                </c:pt>
                <c:pt idx="3">
                  <c:v>3.2500000000000001E-2</c:v>
                </c:pt>
                <c:pt idx="4">
                  <c:v>3.2500000000000001E-2</c:v>
                </c:pt>
                <c:pt idx="5">
                  <c:v>3.2500000000000001E-2</c:v>
                </c:pt>
                <c:pt idx="6">
                  <c:v>3.2500000000000001E-2</c:v>
                </c:pt>
                <c:pt idx="7">
                  <c:v>3.2500000000000001E-2</c:v>
                </c:pt>
                <c:pt idx="8">
                  <c:v>3.2500000000000001E-2</c:v>
                </c:pt>
                <c:pt idx="9">
                  <c:v>3.2500000000000001E-2</c:v>
                </c:pt>
                <c:pt idx="10">
                  <c:v>3.2500000000000001E-2</c:v>
                </c:pt>
                <c:pt idx="11">
                  <c:v>3.2500000000000001E-2</c:v>
                </c:pt>
                <c:pt idx="12">
                  <c:v>3.2500000000000001E-2</c:v>
                </c:pt>
                <c:pt idx="13">
                  <c:v>3.2500000000000001E-2</c:v>
                </c:pt>
                <c:pt idx="14">
                  <c:v>3.2500000000000001E-2</c:v>
                </c:pt>
                <c:pt idx="15">
                  <c:v>3.2500000000000001E-2</c:v>
                </c:pt>
                <c:pt idx="16">
                  <c:v>3.2500000000000001E-2</c:v>
                </c:pt>
                <c:pt idx="17">
                  <c:v>3.2500000000000001E-2</c:v>
                </c:pt>
                <c:pt idx="18">
                  <c:v>3.2500000000000001E-2</c:v>
                </c:pt>
                <c:pt idx="19">
                  <c:v>3.2500000000000001E-2</c:v>
                </c:pt>
                <c:pt idx="20">
                  <c:v>3.2500000000000001E-2</c:v>
                </c:pt>
                <c:pt idx="21">
                  <c:v>3.2500000000000001E-2</c:v>
                </c:pt>
                <c:pt idx="22">
                  <c:v>3.2500000000000001E-2</c:v>
                </c:pt>
                <c:pt idx="23">
                  <c:v>3.2500000000000001E-2</c:v>
                </c:pt>
                <c:pt idx="24">
                  <c:v>3.2500000000000001E-2</c:v>
                </c:pt>
                <c:pt idx="25">
                  <c:v>3.2500000000000001E-2</c:v>
                </c:pt>
                <c:pt idx="26">
                  <c:v>3.2500000000000001E-2</c:v>
                </c:pt>
                <c:pt idx="27">
                  <c:v>3.2500000000000001E-2</c:v>
                </c:pt>
                <c:pt idx="28">
                  <c:v>3.2500000000000001E-2</c:v>
                </c:pt>
                <c:pt idx="29">
                  <c:v>3.2500000000000001E-2</c:v>
                </c:pt>
                <c:pt idx="30">
                  <c:v>3.2500000000000001E-2</c:v>
                </c:pt>
                <c:pt idx="31">
                  <c:v>3.2500000000000001E-2</c:v>
                </c:pt>
                <c:pt idx="32">
                  <c:v>3.2500000000000001E-2</c:v>
                </c:pt>
                <c:pt idx="33">
                  <c:v>3.2500000000000001E-2</c:v>
                </c:pt>
                <c:pt idx="34">
                  <c:v>3.2500000000000001E-2</c:v>
                </c:pt>
                <c:pt idx="35">
                  <c:v>3.2500000000000001E-2</c:v>
                </c:pt>
                <c:pt idx="36">
                  <c:v>3.2500000000000001E-2</c:v>
                </c:pt>
                <c:pt idx="37">
                  <c:v>3.2500000000000001E-2</c:v>
                </c:pt>
                <c:pt idx="38">
                  <c:v>3.2500000000000001E-2</c:v>
                </c:pt>
                <c:pt idx="39">
                  <c:v>3.2500000000000001E-2</c:v>
                </c:pt>
                <c:pt idx="40">
                  <c:v>3.2500000000000001E-2</c:v>
                </c:pt>
                <c:pt idx="41">
                  <c:v>3.2500000000000001E-2</c:v>
                </c:pt>
                <c:pt idx="42">
                  <c:v>3.2500000000000001E-2</c:v>
                </c:pt>
                <c:pt idx="43">
                  <c:v>3.2500000000000001E-2</c:v>
                </c:pt>
                <c:pt idx="44">
                  <c:v>3.2500000000000001E-2</c:v>
                </c:pt>
                <c:pt idx="45">
                  <c:v>3.2500000000000001E-2</c:v>
                </c:pt>
                <c:pt idx="46">
                  <c:v>3.2500000000000001E-2</c:v>
                </c:pt>
                <c:pt idx="47">
                  <c:v>3.2500000000000001E-2</c:v>
                </c:pt>
                <c:pt idx="48">
                  <c:v>3.2500000000000001E-2</c:v>
                </c:pt>
                <c:pt idx="49">
                  <c:v>3.2500000000000001E-2</c:v>
                </c:pt>
                <c:pt idx="50">
                  <c:v>3.2500000000000001E-2</c:v>
                </c:pt>
                <c:pt idx="51">
                  <c:v>3.2500000000000001E-2</c:v>
                </c:pt>
                <c:pt idx="52">
                  <c:v>3.2500000000000001E-2</c:v>
                </c:pt>
                <c:pt idx="53">
                  <c:v>3.2500000000000001E-2</c:v>
                </c:pt>
                <c:pt idx="54">
                  <c:v>3.2500000000000001E-2</c:v>
                </c:pt>
                <c:pt idx="55">
                  <c:v>3.2500000000000001E-2</c:v>
                </c:pt>
                <c:pt idx="56">
                  <c:v>3.2500000000000001E-2</c:v>
                </c:pt>
                <c:pt idx="57">
                  <c:v>3.2500000000000001E-2</c:v>
                </c:pt>
                <c:pt idx="58">
                  <c:v>3.2500000000000001E-2</c:v>
                </c:pt>
                <c:pt idx="59">
                  <c:v>3.2500000000000001E-2</c:v>
                </c:pt>
                <c:pt idx="60">
                  <c:v>3.2500000000000001E-2</c:v>
                </c:pt>
                <c:pt idx="61">
                  <c:v>3.2500000000000001E-2</c:v>
                </c:pt>
                <c:pt idx="62">
                  <c:v>3.2500000000000001E-2</c:v>
                </c:pt>
                <c:pt idx="63">
                  <c:v>3.2500000000000001E-2</c:v>
                </c:pt>
                <c:pt idx="64">
                  <c:v>3.2500000000000001E-2</c:v>
                </c:pt>
                <c:pt idx="65">
                  <c:v>3.2500000000000001E-2</c:v>
                </c:pt>
                <c:pt idx="66">
                  <c:v>3.2500000000000001E-2</c:v>
                </c:pt>
                <c:pt idx="67">
                  <c:v>3.2500000000000001E-2</c:v>
                </c:pt>
                <c:pt idx="68">
                  <c:v>3.2500000000000001E-2</c:v>
                </c:pt>
                <c:pt idx="69">
                  <c:v>3.2500000000000001E-2</c:v>
                </c:pt>
                <c:pt idx="70">
                  <c:v>3.2500000000000001E-2</c:v>
                </c:pt>
                <c:pt idx="71">
                  <c:v>3.2500000000000001E-2</c:v>
                </c:pt>
                <c:pt idx="72">
                  <c:v>3.2500000000000001E-2</c:v>
                </c:pt>
                <c:pt idx="73">
                  <c:v>3.2500000000000001E-2</c:v>
                </c:pt>
                <c:pt idx="74">
                  <c:v>3.2500000000000001E-2</c:v>
                </c:pt>
                <c:pt idx="75">
                  <c:v>3.2500000000000001E-2</c:v>
                </c:pt>
                <c:pt idx="76">
                  <c:v>3.2500000000000001E-2</c:v>
                </c:pt>
                <c:pt idx="77">
                  <c:v>3.2500000000000001E-2</c:v>
                </c:pt>
                <c:pt idx="78">
                  <c:v>3.2500000000000001E-2</c:v>
                </c:pt>
                <c:pt idx="79">
                  <c:v>3.2500000000000001E-2</c:v>
                </c:pt>
                <c:pt idx="80">
                  <c:v>3.2500000000000001E-2</c:v>
                </c:pt>
                <c:pt idx="81">
                  <c:v>3.2500000000000001E-2</c:v>
                </c:pt>
                <c:pt idx="82">
                  <c:v>3.2500000000000001E-2</c:v>
                </c:pt>
                <c:pt idx="83">
                  <c:v>3.2500000000000001E-2</c:v>
                </c:pt>
                <c:pt idx="84">
                  <c:v>3.2500000000000001E-2</c:v>
                </c:pt>
                <c:pt idx="85">
                  <c:v>3.2500000000000001E-2</c:v>
                </c:pt>
                <c:pt idx="86">
                  <c:v>3.2500000000000001E-2</c:v>
                </c:pt>
                <c:pt idx="87">
                  <c:v>3.2500000000000001E-2</c:v>
                </c:pt>
                <c:pt idx="88">
                  <c:v>3.2500000000000001E-2</c:v>
                </c:pt>
                <c:pt idx="89">
                  <c:v>3.2500000000000001E-2</c:v>
                </c:pt>
                <c:pt idx="90">
                  <c:v>3.2500000000000001E-2</c:v>
                </c:pt>
                <c:pt idx="91">
                  <c:v>3.2500000000000001E-2</c:v>
                </c:pt>
                <c:pt idx="92">
                  <c:v>3.2500000000000001E-2</c:v>
                </c:pt>
                <c:pt idx="93">
                  <c:v>3.2500000000000001E-2</c:v>
                </c:pt>
                <c:pt idx="94">
                  <c:v>3.2500000000000001E-2</c:v>
                </c:pt>
                <c:pt idx="95">
                  <c:v>3.2500000000000001E-2</c:v>
                </c:pt>
                <c:pt idx="96">
                  <c:v>3.2500000000000001E-2</c:v>
                </c:pt>
                <c:pt idx="97">
                  <c:v>3.2500000000000001E-2</c:v>
                </c:pt>
                <c:pt idx="98">
                  <c:v>3.2500000000000001E-2</c:v>
                </c:pt>
                <c:pt idx="99">
                  <c:v>3.2500000000000001E-2</c:v>
                </c:pt>
                <c:pt idx="100">
                  <c:v>3.2500000000000001E-2</c:v>
                </c:pt>
                <c:pt idx="101">
                  <c:v>3.2500000000000001E-2</c:v>
                </c:pt>
                <c:pt idx="102">
                  <c:v>3.2500000000000001E-2</c:v>
                </c:pt>
                <c:pt idx="103">
                  <c:v>3.2500000000000001E-2</c:v>
                </c:pt>
                <c:pt idx="104">
                  <c:v>3.2500000000000001E-2</c:v>
                </c:pt>
                <c:pt idx="105">
                  <c:v>3.2500000000000001E-2</c:v>
                </c:pt>
                <c:pt idx="106">
                  <c:v>3.2500000000000001E-2</c:v>
                </c:pt>
                <c:pt idx="107">
                  <c:v>3.2500000000000001E-2</c:v>
                </c:pt>
                <c:pt idx="108">
                  <c:v>3.2500000000000001E-2</c:v>
                </c:pt>
                <c:pt idx="109">
                  <c:v>3.2500000000000001E-2</c:v>
                </c:pt>
                <c:pt idx="110">
                  <c:v>3.2500000000000001E-2</c:v>
                </c:pt>
                <c:pt idx="111">
                  <c:v>3.2500000000000001E-2</c:v>
                </c:pt>
                <c:pt idx="112">
                  <c:v>3.2500000000000001E-2</c:v>
                </c:pt>
                <c:pt idx="113">
                  <c:v>3.2500000000000001E-2</c:v>
                </c:pt>
                <c:pt idx="114">
                  <c:v>3.2500000000000001E-2</c:v>
                </c:pt>
                <c:pt idx="115">
                  <c:v>3.2500000000000001E-2</c:v>
                </c:pt>
                <c:pt idx="116">
                  <c:v>3.2500000000000001E-2</c:v>
                </c:pt>
                <c:pt idx="117">
                  <c:v>3.2500000000000001E-2</c:v>
                </c:pt>
                <c:pt idx="118">
                  <c:v>3.2500000000000001E-2</c:v>
                </c:pt>
                <c:pt idx="119">
                  <c:v>3.2500000000000001E-2</c:v>
                </c:pt>
                <c:pt idx="120">
                  <c:v>3.2500000000000001E-2</c:v>
                </c:pt>
                <c:pt idx="121">
                  <c:v>3.2500000000000001E-2</c:v>
                </c:pt>
                <c:pt idx="122">
                  <c:v>3.2500000000000001E-2</c:v>
                </c:pt>
                <c:pt idx="123">
                  <c:v>3.2500000000000001E-2</c:v>
                </c:pt>
                <c:pt idx="124">
                  <c:v>3.2500000000000001E-2</c:v>
                </c:pt>
                <c:pt idx="125">
                  <c:v>3.2500000000000001E-2</c:v>
                </c:pt>
                <c:pt idx="126">
                  <c:v>3.2500000000000001E-2</c:v>
                </c:pt>
                <c:pt idx="127">
                  <c:v>3.2500000000000001E-2</c:v>
                </c:pt>
                <c:pt idx="128">
                  <c:v>3.2500000000000001E-2</c:v>
                </c:pt>
                <c:pt idx="129">
                  <c:v>3.2500000000000001E-2</c:v>
                </c:pt>
                <c:pt idx="130">
                  <c:v>3.2500000000000001E-2</c:v>
                </c:pt>
                <c:pt idx="131">
                  <c:v>3.2500000000000001E-2</c:v>
                </c:pt>
                <c:pt idx="132">
                  <c:v>3.2500000000000001E-2</c:v>
                </c:pt>
                <c:pt idx="133">
                  <c:v>3.2500000000000001E-2</c:v>
                </c:pt>
                <c:pt idx="134">
                  <c:v>3.2500000000000001E-2</c:v>
                </c:pt>
                <c:pt idx="135">
                  <c:v>3.2500000000000001E-2</c:v>
                </c:pt>
                <c:pt idx="136">
                  <c:v>3.2500000000000001E-2</c:v>
                </c:pt>
                <c:pt idx="137">
                  <c:v>3.2500000000000001E-2</c:v>
                </c:pt>
                <c:pt idx="138">
                  <c:v>0.03</c:v>
                </c:pt>
                <c:pt idx="139">
                  <c:v>0.03</c:v>
                </c:pt>
                <c:pt idx="140">
                  <c:v>0.03</c:v>
                </c:pt>
                <c:pt idx="141">
                  <c:v>0.03</c:v>
                </c:pt>
                <c:pt idx="142">
                  <c:v>0.03</c:v>
                </c:pt>
                <c:pt idx="143">
                  <c:v>0.03</c:v>
                </c:pt>
                <c:pt idx="144">
                  <c:v>0.03</c:v>
                </c:pt>
                <c:pt idx="145">
                  <c:v>0.03</c:v>
                </c:pt>
                <c:pt idx="146">
                  <c:v>0.03</c:v>
                </c:pt>
                <c:pt idx="147">
                  <c:v>0.03</c:v>
                </c:pt>
                <c:pt idx="148">
                  <c:v>0.03</c:v>
                </c:pt>
                <c:pt idx="149">
                  <c:v>0.03</c:v>
                </c:pt>
                <c:pt idx="150">
                  <c:v>0.03</c:v>
                </c:pt>
                <c:pt idx="151">
                  <c:v>0.03</c:v>
                </c:pt>
                <c:pt idx="152">
                  <c:v>0.03</c:v>
                </c:pt>
                <c:pt idx="153">
                  <c:v>0.03</c:v>
                </c:pt>
                <c:pt idx="154">
                  <c:v>0.03</c:v>
                </c:pt>
                <c:pt idx="155">
                  <c:v>0.03</c:v>
                </c:pt>
                <c:pt idx="156">
                  <c:v>0.03</c:v>
                </c:pt>
                <c:pt idx="157">
                  <c:v>0.03</c:v>
                </c:pt>
                <c:pt idx="158">
                  <c:v>0.03</c:v>
                </c:pt>
                <c:pt idx="159">
                  <c:v>0.03</c:v>
                </c:pt>
                <c:pt idx="160">
                  <c:v>0.03</c:v>
                </c:pt>
                <c:pt idx="161">
                  <c:v>0.03</c:v>
                </c:pt>
                <c:pt idx="162">
                  <c:v>0.03</c:v>
                </c:pt>
                <c:pt idx="163">
                  <c:v>0.03</c:v>
                </c:pt>
                <c:pt idx="164">
                  <c:v>0.03</c:v>
                </c:pt>
                <c:pt idx="165">
                  <c:v>0.03</c:v>
                </c:pt>
                <c:pt idx="166">
                  <c:v>0.03</c:v>
                </c:pt>
                <c:pt idx="167">
                  <c:v>0.03</c:v>
                </c:pt>
                <c:pt idx="168">
                  <c:v>0.03</c:v>
                </c:pt>
                <c:pt idx="169">
                  <c:v>0.03</c:v>
                </c:pt>
                <c:pt idx="170">
                  <c:v>0.03</c:v>
                </c:pt>
                <c:pt idx="171">
                  <c:v>0.03</c:v>
                </c:pt>
                <c:pt idx="172">
                  <c:v>0.03</c:v>
                </c:pt>
                <c:pt idx="173">
                  <c:v>0.03</c:v>
                </c:pt>
                <c:pt idx="174">
                  <c:v>0.03</c:v>
                </c:pt>
                <c:pt idx="175">
                  <c:v>0.03</c:v>
                </c:pt>
                <c:pt idx="176">
                  <c:v>0.03</c:v>
                </c:pt>
                <c:pt idx="177">
                  <c:v>0.03</c:v>
                </c:pt>
                <c:pt idx="178">
                  <c:v>0.03</c:v>
                </c:pt>
                <c:pt idx="179">
                  <c:v>0.03</c:v>
                </c:pt>
                <c:pt idx="180">
                  <c:v>0.03</c:v>
                </c:pt>
                <c:pt idx="181">
                  <c:v>0.03</c:v>
                </c:pt>
                <c:pt idx="182">
                  <c:v>0.03</c:v>
                </c:pt>
                <c:pt idx="183">
                  <c:v>0.03</c:v>
                </c:pt>
                <c:pt idx="184">
                  <c:v>0.03</c:v>
                </c:pt>
                <c:pt idx="185">
                  <c:v>0.03</c:v>
                </c:pt>
                <c:pt idx="186">
                  <c:v>0.03</c:v>
                </c:pt>
                <c:pt idx="187">
                  <c:v>0.03</c:v>
                </c:pt>
                <c:pt idx="188">
                  <c:v>0.03</c:v>
                </c:pt>
                <c:pt idx="189">
                  <c:v>0.03</c:v>
                </c:pt>
                <c:pt idx="190">
                  <c:v>0.03</c:v>
                </c:pt>
                <c:pt idx="191">
                  <c:v>0.03</c:v>
                </c:pt>
                <c:pt idx="192">
                  <c:v>0.03</c:v>
                </c:pt>
                <c:pt idx="193">
                  <c:v>0.03</c:v>
                </c:pt>
                <c:pt idx="194">
                  <c:v>0.03</c:v>
                </c:pt>
                <c:pt idx="195">
                  <c:v>0.03</c:v>
                </c:pt>
                <c:pt idx="196">
                  <c:v>0.03</c:v>
                </c:pt>
                <c:pt idx="197">
                  <c:v>0.03</c:v>
                </c:pt>
                <c:pt idx="198">
                  <c:v>0.03</c:v>
                </c:pt>
                <c:pt idx="199">
                  <c:v>0.03</c:v>
                </c:pt>
                <c:pt idx="200">
                  <c:v>0.03</c:v>
                </c:pt>
                <c:pt idx="201">
                  <c:v>0.03</c:v>
                </c:pt>
                <c:pt idx="202">
                  <c:v>0.03</c:v>
                </c:pt>
                <c:pt idx="203">
                  <c:v>2.75E-2</c:v>
                </c:pt>
                <c:pt idx="204">
                  <c:v>2.75E-2</c:v>
                </c:pt>
                <c:pt idx="205">
                  <c:v>2.75E-2</c:v>
                </c:pt>
                <c:pt idx="206">
                  <c:v>2.75E-2</c:v>
                </c:pt>
                <c:pt idx="207">
                  <c:v>2.75E-2</c:v>
                </c:pt>
                <c:pt idx="208">
                  <c:v>2.75E-2</c:v>
                </c:pt>
                <c:pt idx="209">
                  <c:v>2.75E-2</c:v>
                </c:pt>
                <c:pt idx="210">
                  <c:v>2.75E-2</c:v>
                </c:pt>
                <c:pt idx="211">
                  <c:v>2.75E-2</c:v>
                </c:pt>
                <c:pt idx="212">
                  <c:v>2.75E-2</c:v>
                </c:pt>
                <c:pt idx="213">
                  <c:v>2.75E-2</c:v>
                </c:pt>
                <c:pt idx="214">
                  <c:v>2.75E-2</c:v>
                </c:pt>
                <c:pt idx="215">
                  <c:v>2.75E-2</c:v>
                </c:pt>
                <c:pt idx="216">
                  <c:v>2.75E-2</c:v>
                </c:pt>
                <c:pt idx="217">
                  <c:v>2.75E-2</c:v>
                </c:pt>
                <c:pt idx="218">
                  <c:v>2.75E-2</c:v>
                </c:pt>
                <c:pt idx="219">
                  <c:v>2.75E-2</c:v>
                </c:pt>
                <c:pt idx="220">
                  <c:v>2.75E-2</c:v>
                </c:pt>
                <c:pt idx="221">
                  <c:v>2.75E-2</c:v>
                </c:pt>
                <c:pt idx="222">
                  <c:v>2.75E-2</c:v>
                </c:pt>
                <c:pt idx="223">
                  <c:v>2.75E-2</c:v>
                </c:pt>
                <c:pt idx="224">
                  <c:v>2.75E-2</c:v>
                </c:pt>
                <c:pt idx="225">
                  <c:v>2.75E-2</c:v>
                </c:pt>
                <c:pt idx="226">
                  <c:v>2.75E-2</c:v>
                </c:pt>
                <c:pt idx="227">
                  <c:v>2.75E-2</c:v>
                </c:pt>
                <c:pt idx="228">
                  <c:v>2.75E-2</c:v>
                </c:pt>
                <c:pt idx="229">
                  <c:v>2.75E-2</c:v>
                </c:pt>
                <c:pt idx="230">
                  <c:v>2.75E-2</c:v>
                </c:pt>
                <c:pt idx="231">
                  <c:v>2.75E-2</c:v>
                </c:pt>
                <c:pt idx="232">
                  <c:v>2.75E-2</c:v>
                </c:pt>
                <c:pt idx="233">
                  <c:v>2.75E-2</c:v>
                </c:pt>
                <c:pt idx="234">
                  <c:v>2.75E-2</c:v>
                </c:pt>
                <c:pt idx="235">
                  <c:v>2.75E-2</c:v>
                </c:pt>
                <c:pt idx="236">
                  <c:v>2.75E-2</c:v>
                </c:pt>
                <c:pt idx="237">
                  <c:v>2.75E-2</c:v>
                </c:pt>
                <c:pt idx="238">
                  <c:v>2.75E-2</c:v>
                </c:pt>
                <c:pt idx="239">
                  <c:v>2.75E-2</c:v>
                </c:pt>
                <c:pt idx="240">
                  <c:v>2.75E-2</c:v>
                </c:pt>
                <c:pt idx="241">
                  <c:v>2.75E-2</c:v>
                </c:pt>
                <c:pt idx="242">
                  <c:v>2.75E-2</c:v>
                </c:pt>
                <c:pt idx="243">
                  <c:v>2.75E-2</c:v>
                </c:pt>
                <c:pt idx="244">
                  <c:v>2.75E-2</c:v>
                </c:pt>
                <c:pt idx="245">
                  <c:v>2.75E-2</c:v>
                </c:pt>
                <c:pt idx="246">
                  <c:v>2.75E-2</c:v>
                </c:pt>
                <c:pt idx="247">
                  <c:v>2.75E-2</c:v>
                </c:pt>
                <c:pt idx="248">
                  <c:v>2.75E-2</c:v>
                </c:pt>
                <c:pt idx="249">
                  <c:v>2.75E-2</c:v>
                </c:pt>
                <c:pt idx="250">
                  <c:v>2.75E-2</c:v>
                </c:pt>
                <c:pt idx="251">
                  <c:v>2.75E-2</c:v>
                </c:pt>
                <c:pt idx="252">
                  <c:v>2.75E-2</c:v>
                </c:pt>
                <c:pt idx="253">
                  <c:v>2.75E-2</c:v>
                </c:pt>
                <c:pt idx="254">
                  <c:v>2.75E-2</c:v>
                </c:pt>
                <c:pt idx="255">
                  <c:v>2.75E-2</c:v>
                </c:pt>
                <c:pt idx="256">
                  <c:v>2.75E-2</c:v>
                </c:pt>
                <c:pt idx="257">
                  <c:v>2.75E-2</c:v>
                </c:pt>
                <c:pt idx="258">
                  <c:v>2.75E-2</c:v>
                </c:pt>
                <c:pt idx="259">
                  <c:v>2.75E-2</c:v>
                </c:pt>
                <c:pt idx="260">
                  <c:v>2.75E-2</c:v>
                </c:pt>
                <c:pt idx="261">
                  <c:v>2.75E-2</c:v>
                </c:pt>
                <c:pt idx="262">
                  <c:v>2.75E-2</c:v>
                </c:pt>
                <c:pt idx="263">
                  <c:v>2.75E-2</c:v>
                </c:pt>
                <c:pt idx="264">
                  <c:v>2.75E-2</c:v>
                </c:pt>
                <c:pt idx="265">
                  <c:v>2.75E-2</c:v>
                </c:pt>
                <c:pt idx="266">
                  <c:v>2.75E-2</c:v>
                </c:pt>
                <c:pt idx="267">
                  <c:v>2.75E-2</c:v>
                </c:pt>
                <c:pt idx="268">
                  <c:v>2.75E-2</c:v>
                </c:pt>
                <c:pt idx="269">
                  <c:v>2.75E-2</c:v>
                </c:pt>
                <c:pt idx="270">
                  <c:v>2.75E-2</c:v>
                </c:pt>
                <c:pt idx="271">
                  <c:v>2.75E-2</c:v>
                </c:pt>
                <c:pt idx="272">
                  <c:v>2.75E-2</c:v>
                </c:pt>
                <c:pt idx="273">
                  <c:v>2.75E-2</c:v>
                </c:pt>
                <c:pt idx="274">
                  <c:v>2.75E-2</c:v>
                </c:pt>
                <c:pt idx="275">
                  <c:v>2.75E-2</c:v>
                </c:pt>
                <c:pt idx="276">
                  <c:v>2.75E-2</c:v>
                </c:pt>
                <c:pt idx="277">
                  <c:v>2.75E-2</c:v>
                </c:pt>
                <c:pt idx="278">
                  <c:v>2.75E-2</c:v>
                </c:pt>
                <c:pt idx="279">
                  <c:v>2.75E-2</c:v>
                </c:pt>
                <c:pt idx="280">
                  <c:v>2.75E-2</c:v>
                </c:pt>
                <c:pt idx="281">
                  <c:v>2.75E-2</c:v>
                </c:pt>
                <c:pt idx="282">
                  <c:v>2.75E-2</c:v>
                </c:pt>
                <c:pt idx="283">
                  <c:v>2.75E-2</c:v>
                </c:pt>
                <c:pt idx="284">
                  <c:v>2.75E-2</c:v>
                </c:pt>
                <c:pt idx="285">
                  <c:v>2.75E-2</c:v>
                </c:pt>
                <c:pt idx="286">
                  <c:v>2.75E-2</c:v>
                </c:pt>
                <c:pt idx="287">
                  <c:v>2.75E-2</c:v>
                </c:pt>
                <c:pt idx="288">
                  <c:v>2.75E-2</c:v>
                </c:pt>
                <c:pt idx="289">
                  <c:v>2.75E-2</c:v>
                </c:pt>
                <c:pt idx="290">
                  <c:v>2.75E-2</c:v>
                </c:pt>
                <c:pt idx="291">
                  <c:v>2.75E-2</c:v>
                </c:pt>
                <c:pt idx="292">
                  <c:v>2.75E-2</c:v>
                </c:pt>
                <c:pt idx="293">
                  <c:v>2.75E-2</c:v>
                </c:pt>
                <c:pt idx="294">
                  <c:v>2.75E-2</c:v>
                </c:pt>
                <c:pt idx="295">
                  <c:v>2.75E-2</c:v>
                </c:pt>
                <c:pt idx="296">
                  <c:v>2.75E-2</c:v>
                </c:pt>
                <c:pt idx="297">
                  <c:v>2.75E-2</c:v>
                </c:pt>
                <c:pt idx="298">
                  <c:v>2.75E-2</c:v>
                </c:pt>
                <c:pt idx="299">
                  <c:v>2.75E-2</c:v>
                </c:pt>
                <c:pt idx="300">
                  <c:v>2.75E-2</c:v>
                </c:pt>
                <c:pt idx="301">
                  <c:v>2.75E-2</c:v>
                </c:pt>
                <c:pt idx="302">
                  <c:v>2.75E-2</c:v>
                </c:pt>
                <c:pt idx="303">
                  <c:v>2.75E-2</c:v>
                </c:pt>
                <c:pt idx="304">
                  <c:v>2.75E-2</c:v>
                </c:pt>
                <c:pt idx="305">
                  <c:v>2.75E-2</c:v>
                </c:pt>
                <c:pt idx="306">
                  <c:v>2.75E-2</c:v>
                </c:pt>
                <c:pt idx="307">
                  <c:v>2.75E-2</c:v>
                </c:pt>
                <c:pt idx="308">
                  <c:v>2.75E-2</c:v>
                </c:pt>
                <c:pt idx="309">
                  <c:v>2.75E-2</c:v>
                </c:pt>
                <c:pt idx="310">
                  <c:v>2.75E-2</c:v>
                </c:pt>
                <c:pt idx="311">
                  <c:v>2.75E-2</c:v>
                </c:pt>
                <c:pt idx="312">
                  <c:v>2.75E-2</c:v>
                </c:pt>
                <c:pt idx="313">
                  <c:v>2.75E-2</c:v>
                </c:pt>
                <c:pt idx="314">
                  <c:v>2.75E-2</c:v>
                </c:pt>
                <c:pt idx="315">
                  <c:v>2.75E-2</c:v>
                </c:pt>
                <c:pt idx="316">
                  <c:v>2.75E-2</c:v>
                </c:pt>
                <c:pt idx="317">
                  <c:v>2.75E-2</c:v>
                </c:pt>
                <c:pt idx="318">
                  <c:v>2.75E-2</c:v>
                </c:pt>
                <c:pt idx="319">
                  <c:v>2.75E-2</c:v>
                </c:pt>
                <c:pt idx="320">
                  <c:v>2.75E-2</c:v>
                </c:pt>
                <c:pt idx="321">
                  <c:v>2.75E-2</c:v>
                </c:pt>
                <c:pt idx="322">
                  <c:v>2.75E-2</c:v>
                </c:pt>
                <c:pt idx="323">
                  <c:v>2.75E-2</c:v>
                </c:pt>
                <c:pt idx="324">
                  <c:v>2.75E-2</c:v>
                </c:pt>
                <c:pt idx="325">
                  <c:v>2.75E-2</c:v>
                </c:pt>
                <c:pt idx="326">
                  <c:v>2.75E-2</c:v>
                </c:pt>
                <c:pt idx="327">
                  <c:v>2.75E-2</c:v>
                </c:pt>
                <c:pt idx="328">
                  <c:v>2.75E-2</c:v>
                </c:pt>
                <c:pt idx="329">
                  <c:v>2.75E-2</c:v>
                </c:pt>
                <c:pt idx="330">
                  <c:v>2.75E-2</c:v>
                </c:pt>
                <c:pt idx="331">
                  <c:v>2.75E-2</c:v>
                </c:pt>
                <c:pt idx="332">
                  <c:v>2.75E-2</c:v>
                </c:pt>
                <c:pt idx="333">
                  <c:v>2.75E-2</c:v>
                </c:pt>
                <c:pt idx="334">
                  <c:v>2.75E-2</c:v>
                </c:pt>
                <c:pt idx="335">
                  <c:v>2.75E-2</c:v>
                </c:pt>
                <c:pt idx="336">
                  <c:v>2.75E-2</c:v>
                </c:pt>
                <c:pt idx="337">
                  <c:v>2.75E-2</c:v>
                </c:pt>
                <c:pt idx="338">
                  <c:v>2.75E-2</c:v>
                </c:pt>
                <c:pt idx="339">
                  <c:v>2.75E-2</c:v>
                </c:pt>
                <c:pt idx="340">
                  <c:v>2.75E-2</c:v>
                </c:pt>
                <c:pt idx="341">
                  <c:v>2.75E-2</c:v>
                </c:pt>
                <c:pt idx="342">
                  <c:v>2.75E-2</c:v>
                </c:pt>
                <c:pt idx="343">
                  <c:v>2.75E-2</c:v>
                </c:pt>
                <c:pt idx="344">
                  <c:v>2.75E-2</c:v>
                </c:pt>
                <c:pt idx="345">
                  <c:v>2.75E-2</c:v>
                </c:pt>
                <c:pt idx="346">
                  <c:v>2.75E-2</c:v>
                </c:pt>
                <c:pt idx="347">
                  <c:v>2.75E-2</c:v>
                </c:pt>
                <c:pt idx="348">
                  <c:v>2.75E-2</c:v>
                </c:pt>
                <c:pt idx="349">
                  <c:v>2.75E-2</c:v>
                </c:pt>
                <c:pt idx="350">
                  <c:v>2.75E-2</c:v>
                </c:pt>
                <c:pt idx="351">
                  <c:v>2.75E-2</c:v>
                </c:pt>
                <c:pt idx="352">
                  <c:v>2.75E-2</c:v>
                </c:pt>
                <c:pt idx="353">
                  <c:v>2.5000000000000001E-2</c:v>
                </c:pt>
                <c:pt idx="354">
                  <c:v>2.5000000000000001E-2</c:v>
                </c:pt>
                <c:pt idx="355">
                  <c:v>2.5000000000000001E-2</c:v>
                </c:pt>
                <c:pt idx="356">
                  <c:v>2.5000000000000001E-2</c:v>
                </c:pt>
                <c:pt idx="357">
                  <c:v>2.5000000000000001E-2</c:v>
                </c:pt>
                <c:pt idx="358">
                  <c:v>2.5000000000000001E-2</c:v>
                </c:pt>
                <c:pt idx="359">
                  <c:v>2.5000000000000001E-2</c:v>
                </c:pt>
                <c:pt idx="360">
                  <c:v>2.5000000000000001E-2</c:v>
                </c:pt>
                <c:pt idx="361">
                  <c:v>2.5000000000000001E-2</c:v>
                </c:pt>
                <c:pt idx="362">
                  <c:v>2.5000000000000001E-2</c:v>
                </c:pt>
                <c:pt idx="363">
                  <c:v>2.5000000000000001E-2</c:v>
                </c:pt>
                <c:pt idx="364">
                  <c:v>2.5000000000000001E-2</c:v>
                </c:pt>
                <c:pt idx="365">
                  <c:v>2.5000000000000001E-2</c:v>
                </c:pt>
                <c:pt idx="366">
                  <c:v>2.5000000000000001E-2</c:v>
                </c:pt>
                <c:pt idx="367">
                  <c:v>2.5000000000000001E-2</c:v>
                </c:pt>
                <c:pt idx="368">
                  <c:v>2.5000000000000001E-2</c:v>
                </c:pt>
                <c:pt idx="369">
                  <c:v>2.5000000000000001E-2</c:v>
                </c:pt>
                <c:pt idx="370">
                  <c:v>2.5000000000000001E-2</c:v>
                </c:pt>
                <c:pt idx="371">
                  <c:v>2.5000000000000001E-2</c:v>
                </c:pt>
                <c:pt idx="372">
                  <c:v>2.5000000000000001E-2</c:v>
                </c:pt>
                <c:pt idx="373">
                  <c:v>2.5000000000000001E-2</c:v>
                </c:pt>
                <c:pt idx="374">
                  <c:v>2.5000000000000001E-2</c:v>
                </c:pt>
                <c:pt idx="375">
                  <c:v>2.5000000000000001E-2</c:v>
                </c:pt>
                <c:pt idx="376">
                  <c:v>2.5000000000000001E-2</c:v>
                </c:pt>
                <c:pt idx="377">
                  <c:v>2.5000000000000001E-2</c:v>
                </c:pt>
                <c:pt idx="378">
                  <c:v>2.5000000000000001E-2</c:v>
                </c:pt>
                <c:pt idx="379">
                  <c:v>2.5000000000000001E-2</c:v>
                </c:pt>
                <c:pt idx="380">
                  <c:v>2.5000000000000001E-2</c:v>
                </c:pt>
                <c:pt idx="381">
                  <c:v>2.5000000000000001E-2</c:v>
                </c:pt>
                <c:pt idx="382">
                  <c:v>2.5000000000000001E-2</c:v>
                </c:pt>
                <c:pt idx="383">
                  <c:v>2.5000000000000001E-2</c:v>
                </c:pt>
                <c:pt idx="384">
                  <c:v>2.5000000000000001E-2</c:v>
                </c:pt>
                <c:pt idx="385">
                  <c:v>2.5000000000000001E-2</c:v>
                </c:pt>
                <c:pt idx="386">
                  <c:v>2.5000000000000001E-2</c:v>
                </c:pt>
                <c:pt idx="387">
                  <c:v>2.5000000000000001E-2</c:v>
                </c:pt>
                <c:pt idx="388">
                  <c:v>2.5000000000000001E-2</c:v>
                </c:pt>
                <c:pt idx="389">
                  <c:v>2.5000000000000001E-2</c:v>
                </c:pt>
                <c:pt idx="390">
                  <c:v>2.5000000000000001E-2</c:v>
                </c:pt>
                <c:pt idx="391">
                  <c:v>2.5000000000000001E-2</c:v>
                </c:pt>
                <c:pt idx="392">
                  <c:v>2.5000000000000001E-2</c:v>
                </c:pt>
                <c:pt idx="393">
                  <c:v>2.5000000000000001E-2</c:v>
                </c:pt>
                <c:pt idx="394">
                  <c:v>2.5000000000000001E-2</c:v>
                </c:pt>
                <c:pt idx="395">
                  <c:v>2.5000000000000001E-2</c:v>
                </c:pt>
                <c:pt idx="396">
                  <c:v>2.5000000000000001E-2</c:v>
                </c:pt>
                <c:pt idx="397">
                  <c:v>2.5000000000000001E-2</c:v>
                </c:pt>
                <c:pt idx="398">
                  <c:v>2.5000000000000001E-2</c:v>
                </c:pt>
                <c:pt idx="399">
                  <c:v>2.5000000000000001E-2</c:v>
                </c:pt>
                <c:pt idx="400">
                  <c:v>2.5000000000000001E-2</c:v>
                </c:pt>
                <c:pt idx="401">
                  <c:v>2.5000000000000001E-2</c:v>
                </c:pt>
                <c:pt idx="402">
                  <c:v>2.5000000000000001E-2</c:v>
                </c:pt>
                <c:pt idx="403">
                  <c:v>2.5000000000000001E-2</c:v>
                </c:pt>
                <c:pt idx="404">
                  <c:v>2.5000000000000001E-2</c:v>
                </c:pt>
                <c:pt idx="405">
                  <c:v>2.5000000000000001E-2</c:v>
                </c:pt>
                <c:pt idx="406">
                  <c:v>2.5000000000000001E-2</c:v>
                </c:pt>
                <c:pt idx="407">
                  <c:v>2.5000000000000001E-2</c:v>
                </c:pt>
                <c:pt idx="408">
                  <c:v>2.5000000000000001E-2</c:v>
                </c:pt>
                <c:pt idx="409">
                  <c:v>2.5000000000000001E-2</c:v>
                </c:pt>
                <c:pt idx="410">
                  <c:v>2.5000000000000001E-2</c:v>
                </c:pt>
                <c:pt idx="411">
                  <c:v>2.5000000000000001E-2</c:v>
                </c:pt>
                <c:pt idx="412">
                  <c:v>2.5000000000000001E-2</c:v>
                </c:pt>
                <c:pt idx="413">
                  <c:v>2.5000000000000001E-2</c:v>
                </c:pt>
                <c:pt idx="414">
                  <c:v>2.5000000000000001E-2</c:v>
                </c:pt>
                <c:pt idx="415">
                  <c:v>2.5000000000000001E-2</c:v>
                </c:pt>
                <c:pt idx="416">
                  <c:v>2.5000000000000001E-2</c:v>
                </c:pt>
                <c:pt idx="417">
                  <c:v>2.5000000000000001E-2</c:v>
                </c:pt>
                <c:pt idx="418">
                  <c:v>2.5000000000000001E-2</c:v>
                </c:pt>
                <c:pt idx="419">
                  <c:v>2.5000000000000001E-2</c:v>
                </c:pt>
                <c:pt idx="420">
                  <c:v>2.5000000000000001E-2</c:v>
                </c:pt>
                <c:pt idx="421">
                  <c:v>2.5000000000000001E-2</c:v>
                </c:pt>
                <c:pt idx="422">
                  <c:v>2.5000000000000001E-2</c:v>
                </c:pt>
                <c:pt idx="423">
                  <c:v>2.5000000000000001E-2</c:v>
                </c:pt>
                <c:pt idx="424">
                  <c:v>2.5000000000000001E-2</c:v>
                </c:pt>
                <c:pt idx="425">
                  <c:v>2.5000000000000001E-2</c:v>
                </c:pt>
                <c:pt idx="426">
                  <c:v>2.5000000000000001E-2</c:v>
                </c:pt>
                <c:pt idx="427">
                  <c:v>2.5000000000000001E-2</c:v>
                </c:pt>
                <c:pt idx="428">
                  <c:v>2.5000000000000001E-2</c:v>
                </c:pt>
                <c:pt idx="429">
                  <c:v>2.5000000000000001E-2</c:v>
                </c:pt>
                <c:pt idx="430">
                  <c:v>2.5000000000000001E-2</c:v>
                </c:pt>
                <c:pt idx="431">
                  <c:v>2.5000000000000001E-2</c:v>
                </c:pt>
                <c:pt idx="432">
                  <c:v>2.5000000000000001E-2</c:v>
                </c:pt>
                <c:pt idx="433">
                  <c:v>2.5000000000000001E-2</c:v>
                </c:pt>
                <c:pt idx="434">
                  <c:v>2.5000000000000001E-2</c:v>
                </c:pt>
                <c:pt idx="435">
                  <c:v>2.5000000000000001E-2</c:v>
                </c:pt>
                <c:pt idx="436">
                  <c:v>2.5000000000000001E-2</c:v>
                </c:pt>
                <c:pt idx="437">
                  <c:v>2.5000000000000001E-2</c:v>
                </c:pt>
                <c:pt idx="438">
                  <c:v>2.5000000000000001E-2</c:v>
                </c:pt>
                <c:pt idx="439">
                  <c:v>2.5000000000000001E-2</c:v>
                </c:pt>
                <c:pt idx="440">
                  <c:v>2.5000000000000001E-2</c:v>
                </c:pt>
                <c:pt idx="441">
                  <c:v>2.5000000000000001E-2</c:v>
                </c:pt>
                <c:pt idx="442">
                  <c:v>2.5000000000000001E-2</c:v>
                </c:pt>
                <c:pt idx="443">
                  <c:v>2.5000000000000001E-2</c:v>
                </c:pt>
                <c:pt idx="444">
                  <c:v>2.5000000000000001E-2</c:v>
                </c:pt>
                <c:pt idx="445">
                  <c:v>2.5000000000000001E-2</c:v>
                </c:pt>
                <c:pt idx="446">
                  <c:v>2.5000000000000001E-2</c:v>
                </c:pt>
                <c:pt idx="447">
                  <c:v>2.5000000000000001E-2</c:v>
                </c:pt>
                <c:pt idx="448">
                  <c:v>2.5000000000000001E-2</c:v>
                </c:pt>
                <c:pt idx="449">
                  <c:v>2.5000000000000001E-2</c:v>
                </c:pt>
                <c:pt idx="450">
                  <c:v>2.5000000000000001E-2</c:v>
                </c:pt>
                <c:pt idx="451">
                  <c:v>2.5000000000000001E-2</c:v>
                </c:pt>
                <c:pt idx="452">
                  <c:v>2.5000000000000001E-2</c:v>
                </c:pt>
                <c:pt idx="453">
                  <c:v>2.5000000000000001E-2</c:v>
                </c:pt>
                <c:pt idx="454">
                  <c:v>2.5000000000000001E-2</c:v>
                </c:pt>
                <c:pt idx="455">
                  <c:v>2.5000000000000001E-2</c:v>
                </c:pt>
                <c:pt idx="456">
                  <c:v>2.5000000000000001E-2</c:v>
                </c:pt>
                <c:pt idx="457">
                  <c:v>2.5000000000000001E-2</c:v>
                </c:pt>
                <c:pt idx="458">
                  <c:v>2.5000000000000001E-2</c:v>
                </c:pt>
                <c:pt idx="459">
                  <c:v>2.5000000000000001E-2</c:v>
                </c:pt>
                <c:pt idx="460">
                  <c:v>2.5000000000000001E-2</c:v>
                </c:pt>
                <c:pt idx="461">
                  <c:v>2.5000000000000001E-2</c:v>
                </c:pt>
                <c:pt idx="462">
                  <c:v>2.5000000000000001E-2</c:v>
                </c:pt>
                <c:pt idx="463">
                  <c:v>2.5000000000000001E-2</c:v>
                </c:pt>
                <c:pt idx="464">
                  <c:v>2.5000000000000001E-2</c:v>
                </c:pt>
                <c:pt idx="465">
                  <c:v>2.5000000000000001E-2</c:v>
                </c:pt>
                <c:pt idx="466">
                  <c:v>2.5000000000000001E-2</c:v>
                </c:pt>
                <c:pt idx="467">
                  <c:v>2.5000000000000001E-2</c:v>
                </c:pt>
                <c:pt idx="468">
                  <c:v>2.5000000000000001E-2</c:v>
                </c:pt>
                <c:pt idx="469">
                  <c:v>2.5000000000000001E-2</c:v>
                </c:pt>
                <c:pt idx="470">
                  <c:v>2.5000000000000001E-2</c:v>
                </c:pt>
                <c:pt idx="471">
                  <c:v>2.5000000000000001E-2</c:v>
                </c:pt>
                <c:pt idx="472">
                  <c:v>2.5000000000000001E-2</c:v>
                </c:pt>
                <c:pt idx="473">
                  <c:v>2.5000000000000001E-2</c:v>
                </c:pt>
                <c:pt idx="474">
                  <c:v>2.5000000000000001E-2</c:v>
                </c:pt>
                <c:pt idx="475">
                  <c:v>2.5000000000000001E-2</c:v>
                </c:pt>
                <c:pt idx="476">
                  <c:v>2.5000000000000001E-2</c:v>
                </c:pt>
                <c:pt idx="477">
                  <c:v>2.5000000000000001E-2</c:v>
                </c:pt>
                <c:pt idx="478">
                  <c:v>2.5000000000000001E-2</c:v>
                </c:pt>
                <c:pt idx="479">
                  <c:v>2.5000000000000001E-2</c:v>
                </c:pt>
                <c:pt idx="480">
                  <c:v>2.5000000000000001E-2</c:v>
                </c:pt>
                <c:pt idx="481">
                  <c:v>2.5000000000000001E-2</c:v>
                </c:pt>
                <c:pt idx="482">
                  <c:v>2.5000000000000001E-2</c:v>
                </c:pt>
                <c:pt idx="483">
                  <c:v>2.5000000000000001E-2</c:v>
                </c:pt>
                <c:pt idx="484">
                  <c:v>2.5000000000000001E-2</c:v>
                </c:pt>
                <c:pt idx="485">
                  <c:v>2.5000000000000001E-2</c:v>
                </c:pt>
                <c:pt idx="486">
                  <c:v>2.5000000000000001E-2</c:v>
                </c:pt>
                <c:pt idx="487">
                  <c:v>2.5000000000000001E-2</c:v>
                </c:pt>
                <c:pt idx="488">
                  <c:v>2.5000000000000001E-2</c:v>
                </c:pt>
                <c:pt idx="489">
                  <c:v>2.5000000000000001E-2</c:v>
                </c:pt>
                <c:pt idx="490">
                  <c:v>2.5000000000000001E-2</c:v>
                </c:pt>
                <c:pt idx="491">
                  <c:v>2.5000000000000001E-2</c:v>
                </c:pt>
                <c:pt idx="492">
                  <c:v>2.5000000000000001E-2</c:v>
                </c:pt>
                <c:pt idx="493">
                  <c:v>2.5000000000000001E-2</c:v>
                </c:pt>
                <c:pt idx="494">
                  <c:v>2.5000000000000001E-2</c:v>
                </c:pt>
                <c:pt idx="495">
                  <c:v>2.5000000000000001E-2</c:v>
                </c:pt>
                <c:pt idx="496">
                  <c:v>2.5000000000000001E-2</c:v>
                </c:pt>
                <c:pt idx="497">
                  <c:v>2.5000000000000001E-2</c:v>
                </c:pt>
                <c:pt idx="498">
                  <c:v>2.5000000000000001E-2</c:v>
                </c:pt>
                <c:pt idx="499">
                  <c:v>2.5000000000000001E-2</c:v>
                </c:pt>
                <c:pt idx="500">
                  <c:v>2.5000000000000001E-2</c:v>
                </c:pt>
                <c:pt idx="501">
                  <c:v>2.5000000000000001E-2</c:v>
                </c:pt>
                <c:pt idx="502">
                  <c:v>2.5000000000000001E-2</c:v>
                </c:pt>
                <c:pt idx="503">
                  <c:v>2.5000000000000001E-2</c:v>
                </c:pt>
                <c:pt idx="504">
                  <c:v>2.5000000000000001E-2</c:v>
                </c:pt>
                <c:pt idx="505">
                  <c:v>2.5000000000000001E-2</c:v>
                </c:pt>
                <c:pt idx="506">
                  <c:v>2.5000000000000001E-2</c:v>
                </c:pt>
                <c:pt idx="507">
                  <c:v>2.5000000000000001E-2</c:v>
                </c:pt>
                <c:pt idx="508">
                  <c:v>2.5000000000000001E-2</c:v>
                </c:pt>
                <c:pt idx="509">
                  <c:v>2.5000000000000001E-2</c:v>
                </c:pt>
                <c:pt idx="510">
                  <c:v>2.5000000000000001E-2</c:v>
                </c:pt>
                <c:pt idx="511">
                  <c:v>2.5000000000000001E-2</c:v>
                </c:pt>
                <c:pt idx="512">
                  <c:v>2.5000000000000001E-2</c:v>
                </c:pt>
                <c:pt idx="513">
                  <c:v>2.5000000000000001E-2</c:v>
                </c:pt>
                <c:pt idx="514">
                  <c:v>2.5000000000000001E-2</c:v>
                </c:pt>
                <c:pt idx="515">
                  <c:v>2.5000000000000001E-2</c:v>
                </c:pt>
                <c:pt idx="516">
                  <c:v>2.5000000000000001E-2</c:v>
                </c:pt>
                <c:pt idx="517">
                  <c:v>2.5000000000000001E-2</c:v>
                </c:pt>
                <c:pt idx="518">
                  <c:v>2.5000000000000001E-2</c:v>
                </c:pt>
                <c:pt idx="519">
                  <c:v>2.5000000000000001E-2</c:v>
                </c:pt>
                <c:pt idx="520">
                  <c:v>2.5000000000000001E-2</c:v>
                </c:pt>
                <c:pt idx="521">
                  <c:v>2.5000000000000001E-2</c:v>
                </c:pt>
                <c:pt idx="522">
                  <c:v>2.5000000000000001E-2</c:v>
                </c:pt>
                <c:pt idx="523">
                  <c:v>2.5000000000000001E-2</c:v>
                </c:pt>
                <c:pt idx="524">
                  <c:v>2.5000000000000001E-2</c:v>
                </c:pt>
                <c:pt idx="525">
                  <c:v>2.5000000000000001E-2</c:v>
                </c:pt>
                <c:pt idx="526">
                  <c:v>2.5000000000000001E-2</c:v>
                </c:pt>
                <c:pt idx="527">
                  <c:v>2.5000000000000001E-2</c:v>
                </c:pt>
                <c:pt idx="528">
                  <c:v>2.5000000000000001E-2</c:v>
                </c:pt>
                <c:pt idx="529">
                  <c:v>2.5000000000000001E-2</c:v>
                </c:pt>
                <c:pt idx="530">
                  <c:v>2.5000000000000001E-2</c:v>
                </c:pt>
                <c:pt idx="531">
                  <c:v>2.5000000000000001E-2</c:v>
                </c:pt>
                <c:pt idx="532">
                  <c:v>2.5000000000000001E-2</c:v>
                </c:pt>
                <c:pt idx="533">
                  <c:v>2.5000000000000001E-2</c:v>
                </c:pt>
                <c:pt idx="534">
                  <c:v>2.5000000000000001E-2</c:v>
                </c:pt>
                <c:pt idx="535">
                  <c:v>2.5000000000000001E-2</c:v>
                </c:pt>
                <c:pt idx="536">
                  <c:v>2.5000000000000001E-2</c:v>
                </c:pt>
                <c:pt idx="537">
                  <c:v>2.5000000000000001E-2</c:v>
                </c:pt>
                <c:pt idx="538">
                  <c:v>2.5000000000000001E-2</c:v>
                </c:pt>
                <c:pt idx="539">
                  <c:v>2.5000000000000001E-2</c:v>
                </c:pt>
                <c:pt idx="540">
                  <c:v>2.5000000000000001E-2</c:v>
                </c:pt>
                <c:pt idx="541">
                  <c:v>2.5000000000000001E-2</c:v>
                </c:pt>
                <c:pt idx="542">
                  <c:v>2.5000000000000001E-2</c:v>
                </c:pt>
                <c:pt idx="543">
                  <c:v>2.5000000000000001E-2</c:v>
                </c:pt>
                <c:pt idx="544">
                  <c:v>2.5000000000000001E-2</c:v>
                </c:pt>
                <c:pt idx="545">
                  <c:v>2.5000000000000001E-2</c:v>
                </c:pt>
                <c:pt idx="546">
                  <c:v>2.5000000000000001E-2</c:v>
                </c:pt>
                <c:pt idx="547">
                  <c:v>2.5000000000000001E-2</c:v>
                </c:pt>
                <c:pt idx="548">
                  <c:v>2.5000000000000001E-2</c:v>
                </c:pt>
                <c:pt idx="549">
                  <c:v>2.5000000000000001E-2</c:v>
                </c:pt>
                <c:pt idx="550">
                  <c:v>2.5000000000000001E-2</c:v>
                </c:pt>
                <c:pt idx="551">
                  <c:v>2.5000000000000001E-2</c:v>
                </c:pt>
                <c:pt idx="552">
                  <c:v>2.5000000000000001E-2</c:v>
                </c:pt>
                <c:pt idx="553">
                  <c:v>2.5000000000000001E-2</c:v>
                </c:pt>
                <c:pt idx="554">
                  <c:v>2.5000000000000001E-2</c:v>
                </c:pt>
                <c:pt idx="555">
                  <c:v>2.5000000000000001E-2</c:v>
                </c:pt>
                <c:pt idx="556">
                  <c:v>2.5000000000000001E-2</c:v>
                </c:pt>
                <c:pt idx="557">
                  <c:v>2.5000000000000001E-2</c:v>
                </c:pt>
                <c:pt idx="558">
                  <c:v>2.5000000000000001E-2</c:v>
                </c:pt>
                <c:pt idx="559">
                  <c:v>2.5000000000000001E-2</c:v>
                </c:pt>
                <c:pt idx="560">
                  <c:v>2.5000000000000001E-2</c:v>
                </c:pt>
                <c:pt idx="561">
                  <c:v>2.5000000000000001E-2</c:v>
                </c:pt>
                <c:pt idx="562">
                  <c:v>2.5000000000000001E-2</c:v>
                </c:pt>
                <c:pt idx="563">
                  <c:v>2.5000000000000001E-2</c:v>
                </c:pt>
                <c:pt idx="564">
                  <c:v>2.5000000000000001E-2</c:v>
                </c:pt>
                <c:pt idx="565">
                  <c:v>2.5000000000000001E-2</c:v>
                </c:pt>
                <c:pt idx="566">
                  <c:v>2.5000000000000001E-2</c:v>
                </c:pt>
                <c:pt idx="567">
                  <c:v>2.5000000000000001E-2</c:v>
                </c:pt>
                <c:pt idx="568">
                  <c:v>2.5000000000000001E-2</c:v>
                </c:pt>
                <c:pt idx="569">
                  <c:v>2.5000000000000001E-2</c:v>
                </c:pt>
                <c:pt idx="570">
                  <c:v>2.5000000000000001E-2</c:v>
                </c:pt>
                <c:pt idx="571">
                  <c:v>2.5000000000000001E-2</c:v>
                </c:pt>
                <c:pt idx="572">
                  <c:v>2.5000000000000001E-2</c:v>
                </c:pt>
                <c:pt idx="573">
                  <c:v>2.5000000000000001E-2</c:v>
                </c:pt>
                <c:pt idx="574">
                  <c:v>2.5000000000000001E-2</c:v>
                </c:pt>
                <c:pt idx="575">
                  <c:v>2.5000000000000001E-2</c:v>
                </c:pt>
                <c:pt idx="576">
                  <c:v>2.5000000000000001E-2</c:v>
                </c:pt>
                <c:pt idx="577">
                  <c:v>2.5000000000000001E-2</c:v>
                </c:pt>
                <c:pt idx="578">
                  <c:v>2.5000000000000001E-2</c:v>
                </c:pt>
                <c:pt idx="579">
                  <c:v>2.5000000000000001E-2</c:v>
                </c:pt>
                <c:pt idx="580">
                  <c:v>2.5000000000000001E-2</c:v>
                </c:pt>
                <c:pt idx="581">
                  <c:v>2.5000000000000001E-2</c:v>
                </c:pt>
                <c:pt idx="582">
                  <c:v>2.5000000000000001E-2</c:v>
                </c:pt>
                <c:pt idx="583">
                  <c:v>2.5000000000000001E-2</c:v>
                </c:pt>
                <c:pt idx="584">
                  <c:v>2.5000000000000001E-2</c:v>
                </c:pt>
                <c:pt idx="585">
                  <c:v>2.5000000000000001E-2</c:v>
                </c:pt>
                <c:pt idx="586">
                  <c:v>2.5000000000000001E-2</c:v>
                </c:pt>
                <c:pt idx="587">
                  <c:v>2.5000000000000001E-2</c:v>
                </c:pt>
                <c:pt idx="588">
                  <c:v>2.5000000000000001E-2</c:v>
                </c:pt>
                <c:pt idx="589">
                  <c:v>2.5000000000000001E-2</c:v>
                </c:pt>
                <c:pt idx="590">
                  <c:v>2.5000000000000001E-2</c:v>
                </c:pt>
                <c:pt idx="591">
                  <c:v>2.5000000000000001E-2</c:v>
                </c:pt>
                <c:pt idx="592">
                  <c:v>2.5000000000000001E-2</c:v>
                </c:pt>
                <c:pt idx="593">
                  <c:v>2.5000000000000001E-2</c:v>
                </c:pt>
                <c:pt idx="594">
                  <c:v>2.5000000000000001E-2</c:v>
                </c:pt>
                <c:pt idx="595">
                  <c:v>2.5000000000000001E-2</c:v>
                </c:pt>
                <c:pt idx="596">
                  <c:v>2.5000000000000001E-2</c:v>
                </c:pt>
                <c:pt idx="597">
                  <c:v>2.5000000000000001E-2</c:v>
                </c:pt>
                <c:pt idx="598">
                  <c:v>2.5000000000000001E-2</c:v>
                </c:pt>
                <c:pt idx="599">
                  <c:v>2.5000000000000001E-2</c:v>
                </c:pt>
                <c:pt idx="600">
                  <c:v>2.5000000000000001E-2</c:v>
                </c:pt>
                <c:pt idx="601">
                  <c:v>2.5000000000000001E-2</c:v>
                </c:pt>
                <c:pt idx="602">
                  <c:v>2.5000000000000001E-2</c:v>
                </c:pt>
                <c:pt idx="603">
                  <c:v>2.5000000000000001E-2</c:v>
                </c:pt>
                <c:pt idx="604">
                  <c:v>2.5000000000000001E-2</c:v>
                </c:pt>
                <c:pt idx="605">
                  <c:v>2.5000000000000001E-2</c:v>
                </c:pt>
                <c:pt idx="606">
                  <c:v>2.5000000000000001E-2</c:v>
                </c:pt>
                <c:pt idx="607">
                  <c:v>2.5000000000000001E-2</c:v>
                </c:pt>
                <c:pt idx="608">
                  <c:v>2.5000000000000001E-2</c:v>
                </c:pt>
                <c:pt idx="609">
                  <c:v>2.5000000000000001E-2</c:v>
                </c:pt>
                <c:pt idx="610">
                  <c:v>2.5000000000000001E-2</c:v>
                </c:pt>
                <c:pt idx="611">
                  <c:v>2.5000000000000001E-2</c:v>
                </c:pt>
                <c:pt idx="612">
                  <c:v>2.5000000000000001E-2</c:v>
                </c:pt>
                <c:pt idx="613">
                  <c:v>2.5000000000000001E-2</c:v>
                </c:pt>
                <c:pt idx="614">
                  <c:v>2.5000000000000001E-2</c:v>
                </c:pt>
                <c:pt idx="615">
                  <c:v>2.5000000000000001E-2</c:v>
                </c:pt>
                <c:pt idx="616">
                  <c:v>2.5000000000000001E-2</c:v>
                </c:pt>
                <c:pt idx="617">
                  <c:v>2.5000000000000001E-2</c:v>
                </c:pt>
                <c:pt idx="618">
                  <c:v>2.5000000000000001E-2</c:v>
                </c:pt>
                <c:pt idx="619">
                  <c:v>2.5000000000000001E-2</c:v>
                </c:pt>
                <c:pt idx="620">
                  <c:v>2.5000000000000001E-2</c:v>
                </c:pt>
                <c:pt idx="621">
                  <c:v>2.5000000000000001E-2</c:v>
                </c:pt>
                <c:pt idx="622">
                  <c:v>2.5000000000000001E-2</c:v>
                </c:pt>
                <c:pt idx="623">
                  <c:v>2.5000000000000001E-2</c:v>
                </c:pt>
                <c:pt idx="624">
                  <c:v>2.5000000000000001E-2</c:v>
                </c:pt>
                <c:pt idx="625">
                  <c:v>2.5000000000000001E-2</c:v>
                </c:pt>
                <c:pt idx="626">
                  <c:v>2.5000000000000001E-2</c:v>
                </c:pt>
                <c:pt idx="627">
                  <c:v>2.5000000000000001E-2</c:v>
                </c:pt>
                <c:pt idx="628">
                  <c:v>2.5000000000000001E-2</c:v>
                </c:pt>
                <c:pt idx="629">
                  <c:v>2.5000000000000001E-2</c:v>
                </c:pt>
                <c:pt idx="630">
                  <c:v>2.5000000000000001E-2</c:v>
                </c:pt>
                <c:pt idx="631">
                  <c:v>2.5000000000000001E-2</c:v>
                </c:pt>
                <c:pt idx="632">
                  <c:v>2.5000000000000001E-2</c:v>
                </c:pt>
                <c:pt idx="633">
                  <c:v>2.5000000000000001E-2</c:v>
                </c:pt>
                <c:pt idx="634">
                  <c:v>2.5000000000000001E-2</c:v>
                </c:pt>
                <c:pt idx="635">
                  <c:v>2.5000000000000001E-2</c:v>
                </c:pt>
                <c:pt idx="636">
                  <c:v>2.5000000000000001E-2</c:v>
                </c:pt>
                <c:pt idx="637">
                  <c:v>2.5000000000000001E-2</c:v>
                </c:pt>
                <c:pt idx="638">
                  <c:v>2.5000000000000001E-2</c:v>
                </c:pt>
                <c:pt idx="639">
                  <c:v>2.5000000000000001E-2</c:v>
                </c:pt>
                <c:pt idx="640">
                  <c:v>2.5000000000000001E-2</c:v>
                </c:pt>
                <c:pt idx="641">
                  <c:v>2.5000000000000001E-2</c:v>
                </c:pt>
                <c:pt idx="642">
                  <c:v>2.5000000000000001E-2</c:v>
                </c:pt>
                <c:pt idx="643">
                  <c:v>2.5000000000000001E-2</c:v>
                </c:pt>
                <c:pt idx="644">
                  <c:v>2.5000000000000001E-2</c:v>
                </c:pt>
                <c:pt idx="645">
                  <c:v>2.5000000000000001E-2</c:v>
                </c:pt>
                <c:pt idx="646">
                  <c:v>2.5000000000000001E-2</c:v>
                </c:pt>
                <c:pt idx="647">
                  <c:v>2.5000000000000001E-2</c:v>
                </c:pt>
                <c:pt idx="648">
                  <c:v>2.5000000000000001E-2</c:v>
                </c:pt>
                <c:pt idx="649">
                  <c:v>2.5000000000000001E-2</c:v>
                </c:pt>
                <c:pt idx="650">
                  <c:v>2.5000000000000001E-2</c:v>
                </c:pt>
                <c:pt idx="651">
                  <c:v>2.5000000000000001E-2</c:v>
                </c:pt>
                <c:pt idx="652">
                  <c:v>2.5000000000000001E-2</c:v>
                </c:pt>
                <c:pt idx="653">
                  <c:v>2.5000000000000001E-2</c:v>
                </c:pt>
                <c:pt idx="654">
                  <c:v>2.5000000000000001E-2</c:v>
                </c:pt>
                <c:pt idx="655">
                  <c:v>2.5000000000000001E-2</c:v>
                </c:pt>
                <c:pt idx="656">
                  <c:v>2.5000000000000001E-2</c:v>
                </c:pt>
                <c:pt idx="657">
                  <c:v>2.5000000000000001E-2</c:v>
                </c:pt>
                <c:pt idx="658">
                  <c:v>2.5000000000000001E-2</c:v>
                </c:pt>
                <c:pt idx="659">
                  <c:v>2.5000000000000001E-2</c:v>
                </c:pt>
                <c:pt idx="660">
                  <c:v>2.5000000000000001E-2</c:v>
                </c:pt>
                <c:pt idx="661">
                  <c:v>2.5000000000000001E-2</c:v>
                </c:pt>
                <c:pt idx="662">
                  <c:v>2.5000000000000001E-2</c:v>
                </c:pt>
                <c:pt idx="663">
                  <c:v>2.5000000000000001E-2</c:v>
                </c:pt>
                <c:pt idx="664">
                  <c:v>2.5000000000000001E-2</c:v>
                </c:pt>
                <c:pt idx="665">
                  <c:v>2.5000000000000001E-2</c:v>
                </c:pt>
                <c:pt idx="666">
                  <c:v>2.5000000000000001E-2</c:v>
                </c:pt>
                <c:pt idx="667">
                  <c:v>2.5000000000000001E-2</c:v>
                </c:pt>
                <c:pt idx="668">
                  <c:v>2.5000000000000001E-2</c:v>
                </c:pt>
                <c:pt idx="669">
                  <c:v>2.5000000000000001E-2</c:v>
                </c:pt>
                <c:pt idx="670">
                  <c:v>2.5000000000000001E-2</c:v>
                </c:pt>
                <c:pt idx="671">
                  <c:v>2.5000000000000001E-2</c:v>
                </c:pt>
                <c:pt idx="672">
                  <c:v>2.5000000000000001E-2</c:v>
                </c:pt>
                <c:pt idx="673">
                  <c:v>2.5000000000000001E-2</c:v>
                </c:pt>
                <c:pt idx="674">
                  <c:v>2.5000000000000001E-2</c:v>
                </c:pt>
                <c:pt idx="675">
                  <c:v>2.5000000000000001E-2</c:v>
                </c:pt>
                <c:pt idx="676">
                  <c:v>2.5000000000000001E-2</c:v>
                </c:pt>
                <c:pt idx="677">
                  <c:v>2.5000000000000001E-2</c:v>
                </c:pt>
                <c:pt idx="678">
                  <c:v>2.5000000000000001E-2</c:v>
                </c:pt>
                <c:pt idx="679">
                  <c:v>2.5000000000000001E-2</c:v>
                </c:pt>
                <c:pt idx="680">
                  <c:v>2.5000000000000001E-2</c:v>
                </c:pt>
                <c:pt idx="681">
                  <c:v>2.5000000000000001E-2</c:v>
                </c:pt>
                <c:pt idx="682">
                  <c:v>2.5000000000000001E-2</c:v>
                </c:pt>
                <c:pt idx="683">
                  <c:v>2.2499999999999999E-2</c:v>
                </c:pt>
                <c:pt idx="684">
                  <c:v>2.2499999999999999E-2</c:v>
                </c:pt>
                <c:pt idx="685">
                  <c:v>2.2499999999999999E-2</c:v>
                </c:pt>
                <c:pt idx="686">
                  <c:v>2.2499999999999999E-2</c:v>
                </c:pt>
                <c:pt idx="687">
                  <c:v>2.2499999999999999E-2</c:v>
                </c:pt>
                <c:pt idx="688">
                  <c:v>2.2499999999999999E-2</c:v>
                </c:pt>
                <c:pt idx="689">
                  <c:v>2.2499999999999999E-2</c:v>
                </c:pt>
                <c:pt idx="690">
                  <c:v>2.2499999999999999E-2</c:v>
                </c:pt>
                <c:pt idx="691">
                  <c:v>2.2499999999999999E-2</c:v>
                </c:pt>
                <c:pt idx="692">
                  <c:v>2.2499999999999999E-2</c:v>
                </c:pt>
                <c:pt idx="693">
                  <c:v>2.2499999999999999E-2</c:v>
                </c:pt>
                <c:pt idx="694">
                  <c:v>2.2499999999999999E-2</c:v>
                </c:pt>
                <c:pt idx="695">
                  <c:v>2.2499999999999999E-2</c:v>
                </c:pt>
                <c:pt idx="696">
                  <c:v>2.2499999999999999E-2</c:v>
                </c:pt>
                <c:pt idx="697">
                  <c:v>2.2499999999999999E-2</c:v>
                </c:pt>
                <c:pt idx="698">
                  <c:v>2.2499999999999999E-2</c:v>
                </c:pt>
                <c:pt idx="699">
                  <c:v>2.2499999999999999E-2</c:v>
                </c:pt>
                <c:pt idx="700">
                  <c:v>2.2499999999999999E-2</c:v>
                </c:pt>
                <c:pt idx="701">
                  <c:v>2.2499999999999999E-2</c:v>
                </c:pt>
                <c:pt idx="702">
                  <c:v>2.2499999999999999E-2</c:v>
                </c:pt>
                <c:pt idx="703">
                  <c:v>2.2499999999999999E-2</c:v>
                </c:pt>
                <c:pt idx="704">
                  <c:v>2.2499999999999999E-2</c:v>
                </c:pt>
                <c:pt idx="705">
                  <c:v>2.2499999999999999E-2</c:v>
                </c:pt>
                <c:pt idx="706">
                  <c:v>2.2499999999999999E-2</c:v>
                </c:pt>
                <c:pt idx="707">
                  <c:v>2.2499999999999999E-2</c:v>
                </c:pt>
                <c:pt idx="708">
                  <c:v>2.2499999999999999E-2</c:v>
                </c:pt>
                <c:pt idx="709">
                  <c:v>2.2499999999999999E-2</c:v>
                </c:pt>
                <c:pt idx="710">
                  <c:v>2.2499999999999999E-2</c:v>
                </c:pt>
                <c:pt idx="711">
                  <c:v>2.2499999999999999E-2</c:v>
                </c:pt>
                <c:pt idx="712">
                  <c:v>2.2499999999999999E-2</c:v>
                </c:pt>
                <c:pt idx="713">
                  <c:v>2.2499999999999999E-2</c:v>
                </c:pt>
                <c:pt idx="714">
                  <c:v>2.2499999999999999E-2</c:v>
                </c:pt>
                <c:pt idx="715">
                  <c:v>2.2499999999999999E-2</c:v>
                </c:pt>
                <c:pt idx="716">
                  <c:v>2.2499999999999999E-2</c:v>
                </c:pt>
                <c:pt idx="717">
                  <c:v>2.2499999999999999E-2</c:v>
                </c:pt>
                <c:pt idx="718">
                  <c:v>2.2499999999999999E-2</c:v>
                </c:pt>
                <c:pt idx="719">
                  <c:v>2.2499999999999999E-2</c:v>
                </c:pt>
                <c:pt idx="720">
                  <c:v>2.2499999999999999E-2</c:v>
                </c:pt>
                <c:pt idx="721">
                  <c:v>2.2499999999999999E-2</c:v>
                </c:pt>
                <c:pt idx="722">
                  <c:v>2.2499999999999999E-2</c:v>
                </c:pt>
                <c:pt idx="723">
                  <c:v>2.2499999999999999E-2</c:v>
                </c:pt>
                <c:pt idx="724">
                  <c:v>2.2499999999999999E-2</c:v>
                </c:pt>
                <c:pt idx="725">
                  <c:v>2.2499999999999999E-2</c:v>
                </c:pt>
                <c:pt idx="726">
                  <c:v>2.2499999999999999E-2</c:v>
                </c:pt>
                <c:pt idx="727">
                  <c:v>0.02</c:v>
                </c:pt>
                <c:pt idx="728">
                  <c:v>0.02</c:v>
                </c:pt>
                <c:pt idx="729">
                  <c:v>0.02</c:v>
                </c:pt>
                <c:pt idx="730">
                  <c:v>0.02</c:v>
                </c:pt>
                <c:pt idx="731">
                  <c:v>0.02</c:v>
                </c:pt>
                <c:pt idx="732">
                  <c:v>0.02</c:v>
                </c:pt>
                <c:pt idx="733">
                  <c:v>0.02</c:v>
                </c:pt>
                <c:pt idx="734">
                  <c:v>0.02</c:v>
                </c:pt>
                <c:pt idx="735">
                  <c:v>0.02</c:v>
                </c:pt>
                <c:pt idx="736">
                  <c:v>0.02</c:v>
                </c:pt>
                <c:pt idx="737">
                  <c:v>0.02</c:v>
                </c:pt>
                <c:pt idx="738">
                  <c:v>0.02</c:v>
                </c:pt>
                <c:pt idx="739">
                  <c:v>0.02</c:v>
                </c:pt>
                <c:pt idx="740">
                  <c:v>0.02</c:v>
                </c:pt>
                <c:pt idx="741">
                  <c:v>0.02</c:v>
                </c:pt>
                <c:pt idx="742">
                  <c:v>0.02</c:v>
                </c:pt>
                <c:pt idx="743">
                  <c:v>0.02</c:v>
                </c:pt>
                <c:pt idx="744">
                  <c:v>0.02</c:v>
                </c:pt>
                <c:pt idx="745">
                  <c:v>0.02</c:v>
                </c:pt>
                <c:pt idx="746">
                  <c:v>0.02</c:v>
                </c:pt>
                <c:pt idx="747">
                  <c:v>0.02</c:v>
                </c:pt>
                <c:pt idx="748">
                  <c:v>0.02</c:v>
                </c:pt>
                <c:pt idx="749">
                  <c:v>0.02</c:v>
                </c:pt>
                <c:pt idx="750">
                  <c:v>0.02</c:v>
                </c:pt>
                <c:pt idx="751">
                  <c:v>0.02</c:v>
                </c:pt>
                <c:pt idx="752">
                  <c:v>0.02</c:v>
                </c:pt>
                <c:pt idx="753">
                  <c:v>0.02</c:v>
                </c:pt>
                <c:pt idx="754">
                  <c:v>0.02</c:v>
                </c:pt>
                <c:pt idx="755">
                  <c:v>0.02</c:v>
                </c:pt>
                <c:pt idx="756">
                  <c:v>0.02</c:v>
                </c:pt>
                <c:pt idx="757">
                  <c:v>0.02</c:v>
                </c:pt>
                <c:pt idx="758">
                  <c:v>0.02</c:v>
                </c:pt>
                <c:pt idx="759">
                  <c:v>0.02</c:v>
                </c:pt>
                <c:pt idx="760">
                  <c:v>0.02</c:v>
                </c:pt>
                <c:pt idx="761">
                  <c:v>0.02</c:v>
                </c:pt>
                <c:pt idx="762">
                  <c:v>0.02</c:v>
                </c:pt>
                <c:pt idx="763">
                  <c:v>0.02</c:v>
                </c:pt>
                <c:pt idx="764">
                  <c:v>0.02</c:v>
                </c:pt>
                <c:pt idx="765">
                  <c:v>0.02</c:v>
                </c:pt>
                <c:pt idx="766">
                  <c:v>0.02</c:v>
                </c:pt>
                <c:pt idx="767">
                  <c:v>0.02</c:v>
                </c:pt>
                <c:pt idx="768">
                  <c:v>0.02</c:v>
                </c:pt>
                <c:pt idx="769">
                  <c:v>0.02</c:v>
                </c:pt>
                <c:pt idx="770">
                  <c:v>0.02</c:v>
                </c:pt>
                <c:pt idx="771">
                  <c:v>0.02</c:v>
                </c:pt>
                <c:pt idx="772">
                  <c:v>0.02</c:v>
                </c:pt>
                <c:pt idx="773">
                  <c:v>0.02</c:v>
                </c:pt>
                <c:pt idx="774">
                  <c:v>0.02</c:v>
                </c:pt>
                <c:pt idx="775">
                  <c:v>0.02</c:v>
                </c:pt>
                <c:pt idx="776">
                  <c:v>0.02</c:v>
                </c:pt>
                <c:pt idx="777">
                  <c:v>0.02</c:v>
                </c:pt>
                <c:pt idx="778">
                  <c:v>0.02</c:v>
                </c:pt>
                <c:pt idx="779">
                  <c:v>0.02</c:v>
                </c:pt>
                <c:pt idx="780">
                  <c:v>0.02</c:v>
                </c:pt>
                <c:pt idx="781">
                  <c:v>0.02</c:v>
                </c:pt>
                <c:pt idx="782">
                  <c:v>0.02</c:v>
                </c:pt>
                <c:pt idx="783">
                  <c:v>0.02</c:v>
                </c:pt>
                <c:pt idx="784">
                  <c:v>0.02</c:v>
                </c:pt>
                <c:pt idx="785">
                  <c:v>0.02</c:v>
                </c:pt>
                <c:pt idx="786">
                  <c:v>0.02</c:v>
                </c:pt>
                <c:pt idx="787">
                  <c:v>0.02</c:v>
                </c:pt>
                <c:pt idx="788">
                  <c:v>0.02</c:v>
                </c:pt>
                <c:pt idx="789">
                  <c:v>0.02</c:v>
                </c:pt>
                <c:pt idx="790">
                  <c:v>0.02</c:v>
                </c:pt>
                <c:pt idx="791">
                  <c:v>0.02</c:v>
                </c:pt>
                <c:pt idx="792">
                  <c:v>0.02</c:v>
                </c:pt>
                <c:pt idx="793">
                  <c:v>0.02</c:v>
                </c:pt>
                <c:pt idx="794">
                  <c:v>0.02</c:v>
                </c:pt>
                <c:pt idx="795">
                  <c:v>0.02</c:v>
                </c:pt>
                <c:pt idx="796">
                  <c:v>0.02</c:v>
                </c:pt>
                <c:pt idx="797">
                  <c:v>0.02</c:v>
                </c:pt>
                <c:pt idx="798">
                  <c:v>0.02</c:v>
                </c:pt>
                <c:pt idx="799">
                  <c:v>0.02</c:v>
                </c:pt>
                <c:pt idx="800">
                  <c:v>0.02</c:v>
                </c:pt>
                <c:pt idx="801">
                  <c:v>0.02</c:v>
                </c:pt>
                <c:pt idx="802">
                  <c:v>0.02</c:v>
                </c:pt>
                <c:pt idx="803">
                  <c:v>0.02</c:v>
                </c:pt>
                <c:pt idx="804">
                  <c:v>0.02</c:v>
                </c:pt>
                <c:pt idx="805">
                  <c:v>0.02</c:v>
                </c:pt>
                <c:pt idx="806">
                  <c:v>0.02</c:v>
                </c:pt>
                <c:pt idx="807">
                  <c:v>0.02</c:v>
                </c:pt>
                <c:pt idx="808">
                  <c:v>0.02</c:v>
                </c:pt>
                <c:pt idx="809">
                  <c:v>0.02</c:v>
                </c:pt>
                <c:pt idx="810">
                  <c:v>0.02</c:v>
                </c:pt>
                <c:pt idx="811">
                  <c:v>0.02</c:v>
                </c:pt>
                <c:pt idx="812">
                  <c:v>0.02</c:v>
                </c:pt>
                <c:pt idx="813">
                  <c:v>0.02</c:v>
                </c:pt>
                <c:pt idx="814">
                  <c:v>0.02</c:v>
                </c:pt>
                <c:pt idx="815">
                  <c:v>0.02</c:v>
                </c:pt>
                <c:pt idx="816">
                  <c:v>0.02</c:v>
                </c:pt>
                <c:pt idx="817">
                  <c:v>0.02</c:v>
                </c:pt>
                <c:pt idx="818">
                  <c:v>0.02</c:v>
                </c:pt>
                <c:pt idx="819">
                  <c:v>0.02</c:v>
                </c:pt>
                <c:pt idx="820">
                  <c:v>0.02</c:v>
                </c:pt>
                <c:pt idx="821">
                  <c:v>0.02</c:v>
                </c:pt>
                <c:pt idx="822">
                  <c:v>0.02</c:v>
                </c:pt>
                <c:pt idx="823">
                  <c:v>0.02</c:v>
                </c:pt>
                <c:pt idx="824">
                  <c:v>0.02</c:v>
                </c:pt>
                <c:pt idx="825">
                  <c:v>0.02</c:v>
                </c:pt>
                <c:pt idx="826">
                  <c:v>0.02</c:v>
                </c:pt>
                <c:pt idx="827">
                  <c:v>0.02</c:v>
                </c:pt>
                <c:pt idx="828">
                  <c:v>0.02</c:v>
                </c:pt>
                <c:pt idx="829">
                  <c:v>0.02</c:v>
                </c:pt>
                <c:pt idx="830">
                  <c:v>0.02</c:v>
                </c:pt>
                <c:pt idx="831">
                  <c:v>0.02</c:v>
                </c:pt>
                <c:pt idx="832">
                  <c:v>0.02</c:v>
                </c:pt>
                <c:pt idx="833">
                  <c:v>0.02</c:v>
                </c:pt>
                <c:pt idx="834">
                  <c:v>1.7500000000000002E-2</c:v>
                </c:pt>
                <c:pt idx="835">
                  <c:v>1.7500000000000002E-2</c:v>
                </c:pt>
                <c:pt idx="836">
                  <c:v>1.7500000000000002E-2</c:v>
                </c:pt>
                <c:pt idx="837">
                  <c:v>1.7500000000000002E-2</c:v>
                </c:pt>
                <c:pt idx="838">
                  <c:v>1.7500000000000002E-2</c:v>
                </c:pt>
                <c:pt idx="839">
                  <c:v>1.7500000000000002E-2</c:v>
                </c:pt>
                <c:pt idx="840">
                  <c:v>1.7500000000000002E-2</c:v>
                </c:pt>
                <c:pt idx="841">
                  <c:v>1.7500000000000002E-2</c:v>
                </c:pt>
                <c:pt idx="842">
                  <c:v>1.7500000000000002E-2</c:v>
                </c:pt>
                <c:pt idx="843">
                  <c:v>1.7500000000000002E-2</c:v>
                </c:pt>
                <c:pt idx="844">
                  <c:v>1.7500000000000002E-2</c:v>
                </c:pt>
                <c:pt idx="845">
                  <c:v>1.7500000000000002E-2</c:v>
                </c:pt>
                <c:pt idx="846">
                  <c:v>1.7500000000000002E-2</c:v>
                </c:pt>
                <c:pt idx="847">
                  <c:v>1.7500000000000002E-2</c:v>
                </c:pt>
                <c:pt idx="848">
                  <c:v>1.7500000000000002E-2</c:v>
                </c:pt>
                <c:pt idx="849">
                  <c:v>1.7500000000000002E-2</c:v>
                </c:pt>
                <c:pt idx="850">
                  <c:v>1.7500000000000002E-2</c:v>
                </c:pt>
                <c:pt idx="851">
                  <c:v>1.7500000000000002E-2</c:v>
                </c:pt>
                <c:pt idx="852">
                  <c:v>1.7500000000000002E-2</c:v>
                </c:pt>
                <c:pt idx="853">
                  <c:v>1.7500000000000002E-2</c:v>
                </c:pt>
                <c:pt idx="854">
                  <c:v>1.7500000000000002E-2</c:v>
                </c:pt>
                <c:pt idx="855">
                  <c:v>1.7500000000000002E-2</c:v>
                </c:pt>
                <c:pt idx="856">
                  <c:v>1.7500000000000002E-2</c:v>
                </c:pt>
                <c:pt idx="857">
                  <c:v>1.7500000000000002E-2</c:v>
                </c:pt>
                <c:pt idx="858">
                  <c:v>1.7500000000000002E-2</c:v>
                </c:pt>
                <c:pt idx="859">
                  <c:v>1.7500000000000002E-2</c:v>
                </c:pt>
                <c:pt idx="860">
                  <c:v>1.7500000000000002E-2</c:v>
                </c:pt>
                <c:pt idx="861">
                  <c:v>1.7500000000000002E-2</c:v>
                </c:pt>
                <c:pt idx="862">
                  <c:v>1.7500000000000002E-2</c:v>
                </c:pt>
                <c:pt idx="863">
                  <c:v>1.7500000000000002E-2</c:v>
                </c:pt>
                <c:pt idx="864">
                  <c:v>1.7500000000000002E-2</c:v>
                </c:pt>
                <c:pt idx="865">
                  <c:v>1.7500000000000002E-2</c:v>
                </c:pt>
                <c:pt idx="866">
                  <c:v>1.7500000000000002E-2</c:v>
                </c:pt>
                <c:pt idx="867">
                  <c:v>1.7500000000000002E-2</c:v>
                </c:pt>
                <c:pt idx="868">
                  <c:v>1.7500000000000002E-2</c:v>
                </c:pt>
                <c:pt idx="869">
                  <c:v>1.7500000000000002E-2</c:v>
                </c:pt>
                <c:pt idx="870">
                  <c:v>1.7500000000000002E-2</c:v>
                </c:pt>
                <c:pt idx="871">
                  <c:v>1.7500000000000002E-2</c:v>
                </c:pt>
                <c:pt idx="872">
                  <c:v>1.7500000000000002E-2</c:v>
                </c:pt>
                <c:pt idx="873">
                  <c:v>1.7500000000000002E-2</c:v>
                </c:pt>
                <c:pt idx="874">
                  <c:v>1.7500000000000002E-2</c:v>
                </c:pt>
                <c:pt idx="875">
                  <c:v>1.7500000000000002E-2</c:v>
                </c:pt>
                <c:pt idx="876">
                  <c:v>1.7500000000000002E-2</c:v>
                </c:pt>
                <c:pt idx="877">
                  <c:v>1.7500000000000002E-2</c:v>
                </c:pt>
                <c:pt idx="878">
                  <c:v>1.7500000000000002E-2</c:v>
                </c:pt>
                <c:pt idx="879">
                  <c:v>1.7500000000000002E-2</c:v>
                </c:pt>
                <c:pt idx="880">
                  <c:v>1.7500000000000002E-2</c:v>
                </c:pt>
                <c:pt idx="881">
                  <c:v>1.7500000000000002E-2</c:v>
                </c:pt>
                <c:pt idx="882">
                  <c:v>1.7500000000000002E-2</c:v>
                </c:pt>
                <c:pt idx="883">
                  <c:v>1.7500000000000002E-2</c:v>
                </c:pt>
                <c:pt idx="884">
                  <c:v>1.7500000000000002E-2</c:v>
                </c:pt>
                <c:pt idx="885">
                  <c:v>1.7500000000000002E-2</c:v>
                </c:pt>
                <c:pt idx="886">
                  <c:v>1.7500000000000002E-2</c:v>
                </c:pt>
                <c:pt idx="887">
                  <c:v>1.7500000000000002E-2</c:v>
                </c:pt>
                <c:pt idx="888">
                  <c:v>1.7500000000000002E-2</c:v>
                </c:pt>
                <c:pt idx="889">
                  <c:v>1.7500000000000002E-2</c:v>
                </c:pt>
                <c:pt idx="890">
                  <c:v>1.7500000000000002E-2</c:v>
                </c:pt>
                <c:pt idx="891">
                  <c:v>1.7500000000000002E-2</c:v>
                </c:pt>
                <c:pt idx="892">
                  <c:v>1.7500000000000002E-2</c:v>
                </c:pt>
                <c:pt idx="893">
                  <c:v>1.7500000000000002E-2</c:v>
                </c:pt>
                <c:pt idx="894">
                  <c:v>1.7500000000000002E-2</c:v>
                </c:pt>
                <c:pt idx="895">
                  <c:v>1.7500000000000002E-2</c:v>
                </c:pt>
                <c:pt idx="896">
                  <c:v>1.7500000000000002E-2</c:v>
                </c:pt>
                <c:pt idx="897">
                  <c:v>1.7500000000000002E-2</c:v>
                </c:pt>
                <c:pt idx="898">
                  <c:v>1.4999999999999999E-2</c:v>
                </c:pt>
                <c:pt idx="899">
                  <c:v>1.4999999999999999E-2</c:v>
                </c:pt>
                <c:pt idx="900">
                  <c:v>1.4999999999999999E-2</c:v>
                </c:pt>
                <c:pt idx="901">
                  <c:v>1.4999999999999999E-2</c:v>
                </c:pt>
                <c:pt idx="902">
                  <c:v>1.4999999999999999E-2</c:v>
                </c:pt>
                <c:pt idx="903">
                  <c:v>1.4999999999999999E-2</c:v>
                </c:pt>
                <c:pt idx="904">
                  <c:v>1.4999999999999999E-2</c:v>
                </c:pt>
                <c:pt idx="905">
                  <c:v>1.4999999999999999E-2</c:v>
                </c:pt>
                <c:pt idx="906">
                  <c:v>1.4999999999999999E-2</c:v>
                </c:pt>
                <c:pt idx="907">
                  <c:v>1.4999999999999999E-2</c:v>
                </c:pt>
                <c:pt idx="908">
                  <c:v>1.4999999999999999E-2</c:v>
                </c:pt>
                <c:pt idx="909">
                  <c:v>1.4999999999999999E-2</c:v>
                </c:pt>
                <c:pt idx="910">
                  <c:v>1.4999999999999999E-2</c:v>
                </c:pt>
                <c:pt idx="911">
                  <c:v>1.4999999999999999E-2</c:v>
                </c:pt>
                <c:pt idx="912">
                  <c:v>1.4999999999999999E-2</c:v>
                </c:pt>
                <c:pt idx="913">
                  <c:v>1.4999999999999999E-2</c:v>
                </c:pt>
                <c:pt idx="914">
                  <c:v>1.4999999999999999E-2</c:v>
                </c:pt>
                <c:pt idx="915">
                  <c:v>1.4999999999999999E-2</c:v>
                </c:pt>
                <c:pt idx="916">
                  <c:v>1.4999999999999999E-2</c:v>
                </c:pt>
                <c:pt idx="917">
                  <c:v>1.4999999999999999E-2</c:v>
                </c:pt>
                <c:pt idx="918">
                  <c:v>1.4999999999999999E-2</c:v>
                </c:pt>
                <c:pt idx="919">
                  <c:v>1.4999999999999999E-2</c:v>
                </c:pt>
                <c:pt idx="920">
                  <c:v>1.4999999999999999E-2</c:v>
                </c:pt>
                <c:pt idx="921">
                  <c:v>1.4999999999999999E-2</c:v>
                </c:pt>
                <c:pt idx="922">
                  <c:v>1.4999999999999999E-2</c:v>
                </c:pt>
                <c:pt idx="923">
                  <c:v>1.4999999999999999E-2</c:v>
                </c:pt>
                <c:pt idx="924">
                  <c:v>1.4999999999999999E-2</c:v>
                </c:pt>
                <c:pt idx="925">
                  <c:v>1.4999999999999999E-2</c:v>
                </c:pt>
                <c:pt idx="926">
                  <c:v>1.4999999999999999E-2</c:v>
                </c:pt>
                <c:pt idx="927">
                  <c:v>1.4999999999999999E-2</c:v>
                </c:pt>
                <c:pt idx="928">
                  <c:v>1.4999999999999999E-2</c:v>
                </c:pt>
                <c:pt idx="929">
                  <c:v>1.4999999999999999E-2</c:v>
                </c:pt>
                <c:pt idx="930">
                  <c:v>1.4999999999999999E-2</c:v>
                </c:pt>
                <c:pt idx="931">
                  <c:v>1.4999999999999999E-2</c:v>
                </c:pt>
                <c:pt idx="932">
                  <c:v>1.4999999999999999E-2</c:v>
                </c:pt>
                <c:pt idx="933">
                  <c:v>1.4999999999999999E-2</c:v>
                </c:pt>
                <c:pt idx="934">
                  <c:v>1.4999999999999999E-2</c:v>
                </c:pt>
                <c:pt idx="935">
                  <c:v>1.4999999999999999E-2</c:v>
                </c:pt>
                <c:pt idx="936">
                  <c:v>1.4999999999999999E-2</c:v>
                </c:pt>
                <c:pt idx="937">
                  <c:v>1.4999999999999999E-2</c:v>
                </c:pt>
                <c:pt idx="938">
                  <c:v>1.4999999999999999E-2</c:v>
                </c:pt>
                <c:pt idx="939">
                  <c:v>1.4999999999999999E-2</c:v>
                </c:pt>
                <c:pt idx="940">
                  <c:v>1.4999999999999999E-2</c:v>
                </c:pt>
                <c:pt idx="941">
                  <c:v>1.4999999999999999E-2</c:v>
                </c:pt>
                <c:pt idx="942">
                  <c:v>1.4999999999999999E-2</c:v>
                </c:pt>
                <c:pt idx="943">
                  <c:v>1.4999999999999999E-2</c:v>
                </c:pt>
                <c:pt idx="944">
                  <c:v>1.4999999999999999E-2</c:v>
                </c:pt>
                <c:pt idx="945">
                  <c:v>1.4999999999999999E-2</c:v>
                </c:pt>
                <c:pt idx="946">
                  <c:v>1.4999999999999999E-2</c:v>
                </c:pt>
                <c:pt idx="947">
                  <c:v>1.4999999999999999E-2</c:v>
                </c:pt>
                <c:pt idx="948">
                  <c:v>1.4999999999999999E-2</c:v>
                </c:pt>
                <c:pt idx="949">
                  <c:v>1.4999999999999999E-2</c:v>
                </c:pt>
                <c:pt idx="950">
                  <c:v>1.4999999999999999E-2</c:v>
                </c:pt>
                <c:pt idx="951">
                  <c:v>1.4999999999999999E-2</c:v>
                </c:pt>
                <c:pt idx="952">
                  <c:v>1.4999999999999999E-2</c:v>
                </c:pt>
                <c:pt idx="953">
                  <c:v>1.4999999999999999E-2</c:v>
                </c:pt>
                <c:pt idx="954">
                  <c:v>1.4999999999999999E-2</c:v>
                </c:pt>
                <c:pt idx="955">
                  <c:v>1.4999999999999999E-2</c:v>
                </c:pt>
                <c:pt idx="956">
                  <c:v>1.4999999999999999E-2</c:v>
                </c:pt>
                <c:pt idx="957">
                  <c:v>1.4999999999999999E-2</c:v>
                </c:pt>
                <c:pt idx="958">
                  <c:v>1.4999999999999999E-2</c:v>
                </c:pt>
                <c:pt idx="959">
                  <c:v>1.4999999999999999E-2</c:v>
                </c:pt>
                <c:pt idx="960">
                  <c:v>1.4999999999999999E-2</c:v>
                </c:pt>
                <c:pt idx="961">
                  <c:v>1.4999999999999999E-2</c:v>
                </c:pt>
                <c:pt idx="962">
                  <c:v>1.4999999999999999E-2</c:v>
                </c:pt>
                <c:pt idx="963">
                  <c:v>1.4999999999999999E-2</c:v>
                </c:pt>
                <c:pt idx="964">
                  <c:v>1.4999999999999999E-2</c:v>
                </c:pt>
                <c:pt idx="965">
                  <c:v>1.4999999999999999E-2</c:v>
                </c:pt>
                <c:pt idx="966">
                  <c:v>1.4999999999999999E-2</c:v>
                </c:pt>
                <c:pt idx="967">
                  <c:v>1.4999999999999999E-2</c:v>
                </c:pt>
                <c:pt idx="968">
                  <c:v>1.4999999999999999E-2</c:v>
                </c:pt>
                <c:pt idx="969">
                  <c:v>1.4999999999999999E-2</c:v>
                </c:pt>
                <c:pt idx="970">
                  <c:v>1.4999999999999999E-2</c:v>
                </c:pt>
                <c:pt idx="971">
                  <c:v>1.4999999999999999E-2</c:v>
                </c:pt>
                <c:pt idx="972">
                  <c:v>1.4999999999999999E-2</c:v>
                </c:pt>
                <c:pt idx="973">
                  <c:v>1.4999999999999999E-2</c:v>
                </c:pt>
                <c:pt idx="974">
                  <c:v>1.4999999999999999E-2</c:v>
                </c:pt>
                <c:pt idx="975">
                  <c:v>1.4999999999999999E-2</c:v>
                </c:pt>
                <c:pt idx="976">
                  <c:v>1.4999999999999999E-2</c:v>
                </c:pt>
                <c:pt idx="977">
                  <c:v>1.4999999999999999E-2</c:v>
                </c:pt>
                <c:pt idx="978">
                  <c:v>1.4999999999999999E-2</c:v>
                </c:pt>
                <c:pt idx="979">
                  <c:v>1.4999999999999999E-2</c:v>
                </c:pt>
                <c:pt idx="980">
                  <c:v>1.4999999999999999E-2</c:v>
                </c:pt>
                <c:pt idx="981">
                  <c:v>1.4999999999999999E-2</c:v>
                </c:pt>
                <c:pt idx="982">
                  <c:v>1.4999999999999999E-2</c:v>
                </c:pt>
                <c:pt idx="983">
                  <c:v>1.4999999999999999E-2</c:v>
                </c:pt>
                <c:pt idx="984">
                  <c:v>1.4999999999999999E-2</c:v>
                </c:pt>
                <c:pt idx="985">
                  <c:v>1.4999999999999999E-2</c:v>
                </c:pt>
                <c:pt idx="986">
                  <c:v>1.4999999999999999E-2</c:v>
                </c:pt>
                <c:pt idx="987">
                  <c:v>1.4999999999999999E-2</c:v>
                </c:pt>
                <c:pt idx="988">
                  <c:v>1.4999999999999999E-2</c:v>
                </c:pt>
                <c:pt idx="989">
                  <c:v>1.4999999999999999E-2</c:v>
                </c:pt>
                <c:pt idx="990">
                  <c:v>1.4999999999999999E-2</c:v>
                </c:pt>
                <c:pt idx="991">
                  <c:v>1.4999999999999999E-2</c:v>
                </c:pt>
                <c:pt idx="992">
                  <c:v>1.4999999999999999E-2</c:v>
                </c:pt>
                <c:pt idx="993">
                  <c:v>1.4999999999999999E-2</c:v>
                </c:pt>
                <c:pt idx="994">
                  <c:v>1.4999999999999999E-2</c:v>
                </c:pt>
                <c:pt idx="995">
                  <c:v>1.4999999999999999E-2</c:v>
                </c:pt>
                <c:pt idx="996">
                  <c:v>1.4999999999999999E-2</c:v>
                </c:pt>
                <c:pt idx="997">
                  <c:v>1.4999999999999999E-2</c:v>
                </c:pt>
                <c:pt idx="998">
                  <c:v>1.4999999999999999E-2</c:v>
                </c:pt>
                <c:pt idx="999">
                  <c:v>1.4999999999999999E-2</c:v>
                </c:pt>
                <c:pt idx="1000">
                  <c:v>1.4999999999999999E-2</c:v>
                </c:pt>
                <c:pt idx="1001">
                  <c:v>1.4999999999999999E-2</c:v>
                </c:pt>
                <c:pt idx="1002">
                  <c:v>1.4999999999999999E-2</c:v>
                </c:pt>
                <c:pt idx="1003">
                  <c:v>1.4999999999999999E-2</c:v>
                </c:pt>
                <c:pt idx="1004">
                  <c:v>1.4999999999999999E-2</c:v>
                </c:pt>
                <c:pt idx="1005">
                  <c:v>1.4999999999999999E-2</c:v>
                </c:pt>
                <c:pt idx="1006">
                  <c:v>1.4999999999999999E-2</c:v>
                </c:pt>
                <c:pt idx="1007">
                  <c:v>1.4999999999999999E-2</c:v>
                </c:pt>
                <c:pt idx="1008">
                  <c:v>1.4999999999999999E-2</c:v>
                </c:pt>
                <c:pt idx="1009">
                  <c:v>1.4999999999999999E-2</c:v>
                </c:pt>
                <c:pt idx="1010">
                  <c:v>1.4999999999999999E-2</c:v>
                </c:pt>
                <c:pt idx="1011">
                  <c:v>1.4999999999999999E-2</c:v>
                </c:pt>
                <c:pt idx="1012">
                  <c:v>1.4999999999999999E-2</c:v>
                </c:pt>
                <c:pt idx="1013">
                  <c:v>1.4999999999999999E-2</c:v>
                </c:pt>
                <c:pt idx="1014">
                  <c:v>1.4999999999999999E-2</c:v>
                </c:pt>
                <c:pt idx="1015">
                  <c:v>1.4999999999999999E-2</c:v>
                </c:pt>
                <c:pt idx="1016">
                  <c:v>1.4999999999999999E-2</c:v>
                </c:pt>
                <c:pt idx="1017">
                  <c:v>1.4999999999999999E-2</c:v>
                </c:pt>
                <c:pt idx="1018">
                  <c:v>1.4999999999999999E-2</c:v>
                </c:pt>
                <c:pt idx="1019">
                  <c:v>1.4999999999999999E-2</c:v>
                </c:pt>
                <c:pt idx="1020">
                  <c:v>1.4999999999999999E-2</c:v>
                </c:pt>
                <c:pt idx="1021">
                  <c:v>1.4999999999999999E-2</c:v>
                </c:pt>
                <c:pt idx="1022">
                  <c:v>1.4999999999999999E-2</c:v>
                </c:pt>
                <c:pt idx="1023">
                  <c:v>1.4999999999999999E-2</c:v>
                </c:pt>
                <c:pt idx="1024">
                  <c:v>1.4999999999999999E-2</c:v>
                </c:pt>
                <c:pt idx="1025">
                  <c:v>1.4999999999999999E-2</c:v>
                </c:pt>
                <c:pt idx="1026">
                  <c:v>1.4999999999999999E-2</c:v>
                </c:pt>
                <c:pt idx="1027">
                  <c:v>1.4999999999999999E-2</c:v>
                </c:pt>
                <c:pt idx="1028">
                  <c:v>1.4999999999999999E-2</c:v>
                </c:pt>
                <c:pt idx="1029">
                  <c:v>1.4999999999999999E-2</c:v>
                </c:pt>
                <c:pt idx="1030">
                  <c:v>1.4999999999999999E-2</c:v>
                </c:pt>
                <c:pt idx="1031">
                  <c:v>1.4999999999999999E-2</c:v>
                </c:pt>
                <c:pt idx="1032">
                  <c:v>1.4999999999999999E-2</c:v>
                </c:pt>
                <c:pt idx="1033">
                  <c:v>1.4999999999999999E-2</c:v>
                </c:pt>
                <c:pt idx="1034">
                  <c:v>1.4999999999999999E-2</c:v>
                </c:pt>
                <c:pt idx="1035">
                  <c:v>1.4999999999999999E-2</c:v>
                </c:pt>
                <c:pt idx="1036">
                  <c:v>1.4999999999999999E-2</c:v>
                </c:pt>
                <c:pt idx="1037">
                  <c:v>1.4999999999999999E-2</c:v>
                </c:pt>
                <c:pt idx="1038">
                  <c:v>1.4999999999999999E-2</c:v>
                </c:pt>
                <c:pt idx="1039">
                  <c:v>1.4999999999999999E-2</c:v>
                </c:pt>
                <c:pt idx="1040">
                  <c:v>1.4999999999999999E-2</c:v>
                </c:pt>
                <c:pt idx="1041">
                  <c:v>1.4999999999999999E-2</c:v>
                </c:pt>
                <c:pt idx="1042">
                  <c:v>1.4999999999999999E-2</c:v>
                </c:pt>
                <c:pt idx="1043">
                  <c:v>1.4999999999999999E-2</c:v>
                </c:pt>
                <c:pt idx="1044">
                  <c:v>1.4999999999999999E-2</c:v>
                </c:pt>
                <c:pt idx="1045">
                  <c:v>1.4999999999999999E-2</c:v>
                </c:pt>
                <c:pt idx="1046">
                  <c:v>1.4999999999999999E-2</c:v>
                </c:pt>
                <c:pt idx="1047">
                  <c:v>1.4999999999999999E-2</c:v>
                </c:pt>
                <c:pt idx="1048">
                  <c:v>1.4999999999999999E-2</c:v>
                </c:pt>
                <c:pt idx="1049">
                  <c:v>1.4999999999999999E-2</c:v>
                </c:pt>
                <c:pt idx="1050">
                  <c:v>1.4999999999999999E-2</c:v>
                </c:pt>
                <c:pt idx="1051">
                  <c:v>1.4999999999999999E-2</c:v>
                </c:pt>
                <c:pt idx="1052">
                  <c:v>1.4999999999999999E-2</c:v>
                </c:pt>
                <c:pt idx="1053">
                  <c:v>1.4999999999999999E-2</c:v>
                </c:pt>
                <c:pt idx="1054">
                  <c:v>1.4999999999999999E-2</c:v>
                </c:pt>
                <c:pt idx="1055">
                  <c:v>1.4999999999999999E-2</c:v>
                </c:pt>
                <c:pt idx="1056">
                  <c:v>1.4999999999999999E-2</c:v>
                </c:pt>
                <c:pt idx="1057">
                  <c:v>1.4999999999999999E-2</c:v>
                </c:pt>
                <c:pt idx="1058">
                  <c:v>1.4999999999999999E-2</c:v>
                </c:pt>
                <c:pt idx="1059">
                  <c:v>1.4999999999999999E-2</c:v>
                </c:pt>
                <c:pt idx="1060">
                  <c:v>1.4999999999999999E-2</c:v>
                </c:pt>
                <c:pt idx="1061">
                  <c:v>1.4999999999999999E-2</c:v>
                </c:pt>
                <c:pt idx="1062">
                  <c:v>1.4999999999999999E-2</c:v>
                </c:pt>
                <c:pt idx="1063">
                  <c:v>1.4999999999999999E-2</c:v>
                </c:pt>
                <c:pt idx="1064">
                  <c:v>1.4999999999999999E-2</c:v>
                </c:pt>
                <c:pt idx="1065">
                  <c:v>1.4999999999999999E-2</c:v>
                </c:pt>
                <c:pt idx="1066">
                  <c:v>1.4999999999999999E-2</c:v>
                </c:pt>
                <c:pt idx="1067">
                  <c:v>1.4999999999999999E-2</c:v>
                </c:pt>
                <c:pt idx="1068">
                  <c:v>1.4999999999999999E-2</c:v>
                </c:pt>
                <c:pt idx="1069">
                  <c:v>1.4999999999999999E-2</c:v>
                </c:pt>
                <c:pt idx="1070">
                  <c:v>1.4999999999999999E-2</c:v>
                </c:pt>
                <c:pt idx="1071">
                  <c:v>1.4999999999999999E-2</c:v>
                </c:pt>
                <c:pt idx="1072">
                  <c:v>1.4999999999999999E-2</c:v>
                </c:pt>
                <c:pt idx="1073">
                  <c:v>1.4999999999999999E-2</c:v>
                </c:pt>
                <c:pt idx="1074">
                  <c:v>1.4999999999999999E-2</c:v>
                </c:pt>
                <c:pt idx="1075">
                  <c:v>1.4999999999999999E-2</c:v>
                </c:pt>
                <c:pt idx="1076">
                  <c:v>1.4999999999999999E-2</c:v>
                </c:pt>
                <c:pt idx="1077">
                  <c:v>1.4999999999999999E-2</c:v>
                </c:pt>
                <c:pt idx="1078">
                  <c:v>1.4999999999999999E-2</c:v>
                </c:pt>
                <c:pt idx="1079">
                  <c:v>1.4999999999999999E-2</c:v>
                </c:pt>
                <c:pt idx="1080">
                  <c:v>1.4999999999999999E-2</c:v>
                </c:pt>
                <c:pt idx="1081">
                  <c:v>1.4999999999999999E-2</c:v>
                </c:pt>
                <c:pt idx="1082">
                  <c:v>1.4999999999999999E-2</c:v>
                </c:pt>
                <c:pt idx="1083">
                  <c:v>1.4999999999999999E-2</c:v>
                </c:pt>
                <c:pt idx="1084">
                  <c:v>1.4999999999999999E-2</c:v>
                </c:pt>
                <c:pt idx="1085">
                  <c:v>1.4999999999999999E-2</c:v>
                </c:pt>
                <c:pt idx="1086">
                  <c:v>1.4999999999999999E-2</c:v>
                </c:pt>
                <c:pt idx="1087">
                  <c:v>1.4999999999999999E-2</c:v>
                </c:pt>
                <c:pt idx="1088">
                  <c:v>1.4999999999999999E-2</c:v>
                </c:pt>
                <c:pt idx="1089">
                  <c:v>1.4999999999999999E-2</c:v>
                </c:pt>
                <c:pt idx="1090">
                  <c:v>1.4999999999999999E-2</c:v>
                </c:pt>
                <c:pt idx="1091">
                  <c:v>1.4999999999999999E-2</c:v>
                </c:pt>
                <c:pt idx="1092">
                  <c:v>1.4999999999999999E-2</c:v>
                </c:pt>
                <c:pt idx="1093">
                  <c:v>1.4999999999999999E-2</c:v>
                </c:pt>
                <c:pt idx="1094">
                  <c:v>1.4999999999999999E-2</c:v>
                </c:pt>
                <c:pt idx="1095">
                  <c:v>1.4999999999999999E-2</c:v>
                </c:pt>
                <c:pt idx="1096">
                  <c:v>1.4999999999999999E-2</c:v>
                </c:pt>
                <c:pt idx="1097">
                  <c:v>1.4999999999999999E-2</c:v>
                </c:pt>
                <c:pt idx="1098">
                  <c:v>1.4999999999999999E-2</c:v>
                </c:pt>
                <c:pt idx="1099">
                  <c:v>1.4999999999999999E-2</c:v>
                </c:pt>
                <c:pt idx="1100">
                  <c:v>1.4999999999999999E-2</c:v>
                </c:pt>
                <c:pt idx="1101">
                  <c:v>1.4999999999999999E-2</c:v>
                </c:pt>
                <c:pt idx="1102">
                  <c:v>1.4999999999999999E-2</c:v>
                </c:pt>
                <c:pt idx="1103">
                  <c:v>1.4999999999999999E-2</c:v>
                </c:pt>
                <c:pt idx="1104">
                  <c:v>1.4999999999999999E-2</c:v>
                </c:pt>
                <c:pt idx="1105">
                  <c:v>1.4999999999999999E-2</c:v>
                </c:pt>
                <c:pt idx="1106">
                  <c:v>1.4999999999999999E-2</c:v>
                </c:pt>
                <c:pt idx="1107">
                  <c:v>1.4999999999999999E-2</c:v>
                </c:pt>
                <c:pt idx="1108">
                  <c:v>1.4999999999999999E-2</c:v>
                </c:pt>
                <c:pt idx="1109">
                  <c:v>1.4999999999999999E-2</c:v>
                </c:pt>
                <c:pt idx="1110">
                  <c:v>1.4999999999999999E-2</c:v>
                </c:pt>
                <c:pt idx="1111">
                  <c:v>1.4999999999999999E-2</c:v>
                </c:pt>
                <c:pt idx="1112">
                  <c:v>1.4999999999999999E-2</c:v>
                </c:pt>
                <c:pt idx="1113">
                  <c:v>1.4999999999999999E-2</c:v>
                </c:pt>
                <c:pt idx="1114">
                  <c:v>1.4999999999999999E-2</c:v>
                </c:pt>
                <c:pt idx="1115">
                  <c:v>1.4999999999999999E-2</c:v>
                </c:pt>
                <c:pt idx="1116">
                  <c:v>1.4999999999999999E-2</c:v>
                </c:pt>
                <c:pt idx="1117">
                  <c:v>1.4999999999999999E-2</c:v>
                </c:pt>
                <c:pt idx="1118">
                  <c:v>1.4999999999999999E-2</c:v>
                </c:pt>
                <c:pt idx="1119">
                  <c:v>1.4999999999999999E-2</c:v>
                </c:pt>
                <c:pt idx="1120">
                  <c:v>1.4999999999999999E-2</c:v>
                </c:pt>
                <c:pt idx="1121">
                  <c:v>1.4999999999999999E-2</c:v>
                </c:pt>
                <c:pt idx="1122">
                  <c:v>1.4999999999999999E-2</c:v>
                </c:pt>
                <c:pt idx="1123">
                  <c:v>1.4999999999999999E-2</c:v>
                </c:pt>
                <c:pt idx="1124">
                  <c:v>1.4999999999999999E-2</c:v>
                </c:pt>
                <c:pt idx="1125">
                  <c:v>1.4999999999999999E-2</c:v>
                </c:pt>
                <c:pt idx="1126">
                  <c:v>1.4999999999999999E-2</c:v>
                </c:pt>
                <c:pt idx="1127">
                  <c:v>1.4999999999999999E-2</c:v>
                </c:pt>
                <c:pt idx="1128">
                  <c:v>1.4999999999999999E-2</c:v>
                </c:pt>
                <c:pt idx="1129">
                  <c:v>1.4999999999999999E-2</c:v>
                </c:pt>
                <c:pt idx="1130">
                  <c:v>1.4999999999999999E-2</c:v>
                </c:pt>
                <c:pt idx="1131">
                  <c:v>1.4999999999999999E-2</c:v>
                </c:pt>
                <c:pt idx="1132">
                  <c:v>1.4999999999999999E-2</c:v>
                </c:pt>
                <c:pt idx="1133">
                  <c:v>1.4999999999999999E-2</c:v>
                </c:pt>
                <c:pt idx="1134">
                  <c:v>1.4999999999999999E-2</c:v>
                </c:pt>
                <c:pt idx="1135">
                  <c:v>1.4999999999999999E-2</c:v>
                </c:pt>
                <c:pt idx="1136">
                  <c:v>1.4999999999999999E-2</c:v>
                </c:pt>
                <c:pt idx="1137">
                  <c:v>1.4999999999999999E-2</c:v>
                </c:pt>
                <c:pt idx="1138">
                  <c:v>1.4999999999999999E-2</c:v>
                </c:pt>
                <c:pt idx="1139">
                  <c:v>1.4999999999999999E-2</c:v>
                </c:pt>
                <c:pt idx="1140">
                  <c:v>1.4999999999999999E-2</c:v>
                </c:pt>
                <c:pt idx="1141">
                  <c:v>1.4999999999999999E-2</c:v>
                </c:pt>
                <c:pt idx="1142">
                  <c:v>1.4999999999999999E-2</c:v>
                </c:pt>
                <c:pt idx="1143">
                  <c:v>1.4999999999999999E-2</c:v>
                </c:pt>
                <c:pt idx="1144">
                  <c:v>1.4999999999999999E-2</c:v>
                </c:pt>
                <c:pt idx="1145">
                  <c:v>1.4999999999999999E-2</c:v>
                </c:pt>
                <c:pt idx="1146">
                  <c:v>1.4999999999999999E-2</c:v>
                </c:pt>
                <c:pt idx="1147">
                  <c:v>1.4999999999999999E-2</c:v>
                </c:pt>
                <c:pt idx="1148">
                  <c:v>1.4999999999999999E-2</c:v>
                </c:pt>
                <c:pt idx="1149">
                  <c:v>1.4999999999999999E-2</c:v>
                </c:pt>
                <c:pt idx="1150">
                  <c:v>1.4999999999999999E-2</c:v>
                </c:pt>
                <c:pt idx="1151">
                  <c:v>1.4999999999999999E-2</c:v>
                </c:pt>
                <c:pt idx="1152">
                  <c:v>1.4999999999999999E-2</c:v>
                </c:pt>
                <c:pt idx="1153">
                  <c:v>1.4999999999999999E-2</c:v>
                </c:pt>
                <c:pt idx="1154">
                  <c:v>1.4999999999999999E-2</c:v>
                </c:pt>
                <c:pt idx="1155">
                  <c:v>1.4999999999999999E-2</c:v>
                </c:pt>
                <c:pt idx="1156">
                  <c:v>1.4999999999999999E-2</c:v>
                </c:pt>
                <c:pt idx="1157">
                  <c:v>1.4999999999999999E-2</c:v>
                </c:pt>
                <c:pt idx="1158">
                  <c:v>1.2500000000000001E-2</c:v>
                </c:pt>
                <c:pt idx="1159">
                  <c:v>1.2500000000000001E-2</c:v>
                </c:pt>
                <c:pt idx="1160">
                  <c:v>1.2500000000000001E-2</c:v>
                </c:pt>
                <c:pt idx="1161">
                  <c:v>1.2500000000000001E-2</c:v>
                </c:pt>
                <c:pt idx="1162">
                  <c:v>1.2500000000000001E-2</c:v>
                </c:pt>
                <c:pt idx="1163">
                  <c:v>1.2500000000000001E-2</c:v>
                </c:pt>
                <c:pt idx="1164">
                  <c:v>1.2500000000000001E-2</c:v>
                </c:pt>
                <c:pt idx="1165">
                  <c:v>1.2500000000000001E-2</c:v>
                </c:pt>
                <c:pt idx="1166">
                  <c:v>1.2500000000000001E-2</c:v>
                </c:pt>
                <c:pt idx="1167">
                  <c:v>1.2500000000000001E-2</c:v>
                </c:pt>
                <c:pt idx="1168">
                  <c:v>1.2500000000000001E-2</c:v>
                </c:pt>
                <c:pt idx="1169">
                  <c:v>1.2500000000000001E-2</c:v>
                </c:pt>
                <c:pt idx="1170">
                  <c:v>1.2500000000000001E-2</c:v>
                </c:pt>
                <c:pt idx="1171">
                  <c:v>1.2500000000000001E-2</c:v>
                </c:pt>
                <c:pt idx="1172">
                  <c:v>1.2500000000000001E-2</c:v>
                </c:pt>
                <c:pt idx="1173">
                  <c:v>1.2500000000000001E-2</c:v>
                </c:pt>
                <c:pt idx="1174">
                  <c:v>1.2500000000000001E-2</c:v>
                </c:pt>
                <c:pt idx="1175">
                  <c:v>1.2500000000000001E-2</c:v>
                </c:pt>
                <c:pt idx="1176">
                  <c:v>1.2500000000000001E-2</c:v>
                </c:pt>
                <c:pt idx="1177">
                  <c:v>1.2500000000000001E-2</c:v>
                </c:pt>
                <c:pt idx="1178">
                  <c:v>1.2500000000000001E-2</c:v>
                </c:pt>
                <c:pt idx="1179">
                  <c:v>1.2500000000000001E-2</c:v>
                </c:pt>
                <c:pt idx="1180">
                  <c:v>1.2500000000000001E-2</c:v>
                </c:pt>
                <c:pt idx="1181">
                  <c:v>1.2500000000000001E-2</c:v>
                </c:pt>
                <c:pt idx="1182">
                  <c:v>1.2500000000000001E-2</c:v>
                </c:pt>
                <c:pt idx="1183">
                  <c:v>1.2500000000000001E-2</c:v>
                </c:pt>
                <c:pt idx="1184">
                  <c:v>1.2500000000000001E-2</c:v>
                </c:pt>
                <c:pt idx="1185">
                  <c:v>1.2500000000000001E-2</c:v>
                </c:pt>
                <c:pt idx="1186">
                  <c:v>1.2500000000000001E-2</c:v>
                </c:pt>
                <c:pt idx="1187">
                  <c:v>1.2500000000000001E-2</c:v>
                </c:pt>
                <c:pt idx="1188">
                  <c:v>1.2500000000000001E-2</c:v>
                </c:pt>
                <c:pt idx="1189">
                  <c:v>1.2500000000000001E-2</c:v>
                </c:pt>
                <c:pt idx="1190">
                  <c:v>1.2500000000000001E-2</c:v>
                </c:pt>
                <c:pt idx="1191">
                  <c:v>1.2500000000000001E-2</c:v>
                </c:pt>
                <c:pt idx="1192">
                  <c:v>1.2500000000000001E-2</c:v>
                </c:pt>
                <c:pt idx="1193">
                  <c:v>1.2500000000000001E-2</c:v>
                </c:pt>
                <c:pt idx="1194">
                  <c:v>1.2500000000000001E-2</c:v>
                </c:pt>
                <c:pt idx="1195">
                  <c:v>1.2500000000000001E-2</c:v>
                </c:pt>
                <c:pt idx="1196">
                  <c:v>1.2500000000000001E-2</c:v>
                </c:pt>
                <c:pt idx="1197">
                  <c:v>1.2500000000000001E-2</c:v>
                </c:pt>
                <c:pt idx="1198">
                  <c:v>1.2500000000000001E-2</c:v>
                </c:pt>
                <c:pt idx="1199">
                  <c:v>1.2500000000000001E-2</c:v>
                </c:pt>
                <c:pt idx="1200">
                  <c:v>1.2500000000000001E-2</c:v>
                </c:pt>
                <c:pt idx="1201">
                  <c:v>1.2500000000000001E-2</c:v>
                </c:pt>
                <c:pt idx="1202">
                  <c:v>1.2500000000000001E-2</c:v>
                </c:pt>
                <c:pt idx="1203">
                  <c:v>1.2500000000000001E-2</c:v>
                </c:pt>
                <c:pt idx="1204">
                  <c:v>1.2500000000000001E-2</c:v>
                </c:pt>
                <c:pt idx="1205">
                  <c:v>1.2500000000000001E-2</c:v>
                </c:pt>
                <c:pt idx="1206">
                  <c:v>1.2500000000000001E-2</c:v>
                </c:pt>
                <c:pt idx="1207">
                  <c:v>1.2500000000000001E-2</c:v>
                </c:pt>
                <c:pt idx="1208">
                  <c:v>1.2500000000000001E-2</c:v>
                </c:pt>
                <c:pt idx="1209">
                  <c:v>1.2500000000000001E-2</c:v>
                </c:pt>
                <c:pt idx="1210">
                  <c:v>1.2500000000000001E-2</c:v>
                </c:pt>
                <c:pt idx="1211">
                  <c:v>1.2500000000000001E-2</c:v>
                </c:pt>
                <c:pt idx="1212">
                  <c:v>1.2500000000000001E-2</c:v>
                </c:pt>
                <c:pt idx="1213">
                  <c:v>1.2500000000000001E-2</c:v>
                </c:pt>
                <c:pt idx="1214">
                  <c:v>1.2500000000000001E-2</c:v>
                </c:pt>
                <c:pt idx="1215">
                  <c:v>1.2500000000000001E-2</c:v>
                </c:pt>
                <c:pt idx="1216">
                  <c:v>1.2500000000000001E-2</c:v>
                </c:pt>
                <c:pt idx="1217">
                  <c:v>1.2500000000000001E-2</c:v>
                </c:pt>
                <c:pt idx="1218">
                  <c:v>1.2500000000000001E-2</c:v>
                </c:pt>
                <c:pt idx="1219">
                  <c:v>1.2500000000000001E-2</c:v>
                </c:pt>
                <c:pt idx="1220">
                  <c:v>1.2500000000000001E-2</c:v>
                </c:pt>
                <c:pt idx="1221">
                  <c:v>1.2500000000000001E-2</c:v>
                </c:pt>
                <c:pt idx="1222">
                  <c:v>1.2500000000000001E-2</c:v>
                </c:pt>
                <c:pt idx="1223">
                  <c:v>1.2500000000000001E-2</c:v>
                </c:pt>
                <c:pt idx="1224">
                  <c:v>1.2500000000000001E-2</c:v>
                </c:pt>
                <c:pt idx="1225">
                  <c:v>1.2500000000000001E-2</c:v>
                </c:pt>
                <c:pt idx="1226">
                  <c:v>1.2500000000000001E-2</c:v>
                </c:pt>
                <c:pt idx="1227">
                  <c:v>1.2500000000000001E-2</c:v>
                </c:pt>
                <c:pt idx="1228">
                  <c:v>1.2500000000000001E-2</c:v>
                </c:pt>
                <c:pt idx="1229">
                  <c:v>1.2500000000000001E-2</c:v>
                </c:pt>
                <c:pt idx="1230">
                  <c:v>1.2500000000000001E-2</c:v>
                </c:pt>
                <c:pt idx="1231">
                  <c:v>1.2500000000000001E-2</c:v>
                </c:pt>
                <c:pt idx="1232">
                  <c:v>1.2500000000000001E-2</c:v>
                </c:pt>
                <c:pt idx="1233">
                  <c:v>1.2500000000000001E-2</c:v>
                </c:pt>
                <c:pt idx="1234">
                  <c:v>1.2500000000000001E-2</c:v>
                </c:pt>
                <c:pt idx="1235">
                  <c:v>1.2500000000000001E-2</c:v>
                </c:pt>
                <c:pt idx="1236">
                  <c:v>1.2500000000000001E-2</c:v>
                </c:pt>
                <c:pt idx="1237">
                  <c:v>1.2500000000000001E-2</c:v>
                </c:pt>
                <c:pt idx="1238">
                  <c:v>1.2500000000000001E-2</c:v>
                </c:pt>
                <c:pt idx="1239">
                  <c:v>1.2500000000000001E-2</c:v>
                </c:pt>
                <c:pt idx="1240">
                  <c:v>1.2500000000000001E-2</c:v>
                </c:pt>
                <c:pt idx="1241">
                  <c:v>1.2500000000000001E-2</c:v>
                </c:pt>
                <c:pt idx="1242">
                  <c:v>1.2500000000000001E-2</c:v>
                </c:pt>
                <c:pt idx="1243">
                  <c:v>1.2500000000000001E-2</c:v>
                </c:pt>
                <c:pt idx="1244">
                  <c:v>1.2500000000000001E-2</c:v>
                </c:pt>
                <c:pt idx="1245">
                  <c:v>1.2500000000000001E-2</c:v>
                </c:pt>
                <c:pt idx="1246">
                  <c:v>1.2500000000000001E-2</c:v>
                </c:pt>
                <c:pt idx="1247">
                  <c:v>1.2500000000000001E-2</c:v>
                </c:pt>
                <c:pt idx="1248">
                  <c:v>1.2500000000000001E-2</c:v>
                </c:pt>
                <c:pt idx="1249">
                  <c:v>1.2500000000000001E-2</c:v>
                </c:pt>
                <c:pt idx="1250">
                  <c:v>1.2500000000000001E-2</c:v>
                </c:pt>
                <c:pt idx="1251">
                  <c:v>1.2500000000000001E-2</c:v>
                </c:pt>
                <c:pt idx="1252">
                  <c:v>1.2500000000000001E-2</c:v>
                </c:pt>
                <c:pt idx="1253">
                  <c:v>1.2500000000000001E-2</c:v>
                </c:pt>
                <c:pt idx="1254">
                  <c:v>1.2500000000000001E-2</c:v>
                </c:pt>
                <c:pt idx="1255">
                  <c:v>1.2500000000000001E-2</c:v>
                </c:pt>
                <c:pt idx="1256">
                  <c:v>1.2500000000000001E-2</c:v>
                </c:pt>
                <c:pt idx="1257">
                  <c:v>1.2500000000000001E-2</c:v>
                </c:pt>
                <c:pt idx="1258">
                  <c:v>1.2500000000000001E-2</c:v>
                </c:pt>
                <c:pt idx="1259">
                  <c:v>1.2500000000000001E-2</c:v>
                </c:pt>
                <c:pt idx="1260">
                  <c:v>1.2500000000000001E-2</c:v>
                </c:pt>
                <c:pt idx="1261">
                  <c:v>1.2500000000000001E-2</c:v>
                </c:pt>
                <c:pt idx="1262">
                  <c:v>1.2500000000000001E-2</c:v>
                </c:pt>
                <c:pt idx="1263">
                  <c:v>1.2500000000000001E-2</c:v>
                </c:pt>
                <c:pt idx="1264">
                  <c:v>1.2500000000000001E-2</c:v>
                </c:pt>
                <c:pt idx="1265">
                  <c:v>1.2500000000000001E-2</c:v>
                </c:pt>
                <c:pt idx="1266">
                  <c:v>1.2500000000000001E-2</c:v>
                </c:pt>
                <c:pt idx="1267">
                  <c:v>1.2500000000000001E-2</c:v>
                </c:pt>
                <c:pt idx="1268">
                  <c:v>1.2500000000000001E-2</c:v>
                </c:pt>
                <c:pt idx="1269">
                  <c:v>1.2500000000000001E-2</c:v>
                </c:pt>
                <c:pt idx="1270">
                  <c:v>1.2500000000000001E-2</c:v>
                </c:pt>
                <c:pt idx="1271">
                  <c:v>1.2500000000000001E-2</c:v>
                </c:pt>
                <c:pt idx="1272">
                  <c:v>1.2500000000000001E-2</c:v>
                </c:pt>
                <c:pt idx="1273">
                  <c:v>1.2500000000000001E-2</c:v>
                </c:pt>
                <c:pt idx="1274">
                  <c:v>1.2500000000000001E-2</c:v>
                </c:pt>
                <c:pt idx="1275">
                  <c:v>1.2500000000000001E-2</c:v>
                </c:pt>
                <c:pt idx="1276">
                  <c:v>1.2500000000000001E-2</c:v>
                </c:pt>
                <c:pt idx="1277">
                  <c:v>1.2500000000000001E-2</c:v>
                </c:pt>
                <c:pt idx="1278">
                  <c:v>1.2500000000000001E-2</c:v>
                </c:pt>
                <c:pt idx="1279">
                  <c:v>1.2500000000000001E-2</c:v>
                </c:pt>
                <c:pt idx="1280">
                  <c:v>1.2500000000000001E-2</c:v>
                </c:pt>
                <c:pt idx="1281">
                  <c:v>1.2500000000000001E-2</c:v>
                </c:pt>
                <c:pt idx="1282">
                  <c:v>1.2500000000000001E-2</c:v>
                </c:pt>
                <c:pt idx="1283">
                  <c:v>1.2500000000000001E-2</c:v>
                </c:pt>
                <c:pt idx="1284">
                  <c:v>1.2500000000000001E-2</c:v>
                </c:pt>
                <c:pt idx="1285">
                  <c:v>1.2500000000000001E-2</c:v>
                </c:pt>
                <c:pt idx="1286">
                  <c:v>1.2500000000000001E-2</c:v>
                </c:pt>
                <c:pt idx="1287">
                  <c:v>1.2500000000000001E-2</c:v>
                </c:pt>
                <c:pt idx="1288">
                  <c:v>1.2500000000000001E-2</c:v>
                </c:pt>
                <c:pt idx="1289">
                  <c:v>1.2500000000000001E-2</c:v>
                </c:pt>
                <c:pt idx="1290">
                  <c:v>1.2500000000000001E-2</c:v>
                </c:pt>
                <c:pt idx="1291">
                  <c:v>1.2500000000000001E-2</c:v>
                </c:pt>
                <c:pt idx="1292">
                  <c:v>1.2500000000000001E-2</c:v>
                </c:pt>
                <c:pt idx="1293">
                  <c:v>1.2500000000000001E-2</c:v>
                </c:pt>
                <c:pt idx="1294">
                  <c:v>1.2500000000000001E-2</c:v>
                </c:pt>
                <c:pt idx="1295">
                  <c:v>1.2500000000000001E-2</c:v>
                </c:pt>
                <c:pt idx="1296">
                  <c:v>1.2500000000000001E-2</c:v>
                </c:pt>
                <c:pt idx="1297">
                  <c:v>1.2500000000000001E-2</c:v>
                </c:pt>
                <c:pt idx="1298">
                  <c:v>1.2500000000000001E-2</c:v>
                </c:pt>
                <c:pt idx="1299">
                  <c:v>1.2500000000000001E-2</c:v>
                </c:pt>
                <c:pt idx="1300">
                  <c:v>1.2500000000000001E-2</c:v>
                </c:pt>
                <c:pt idx="1301">
                  <c:v>1.2500000000000001E-2</c:v>
                </c:pt>
                <c:pt idx="1302">
                  <c:v>1.2500000000000001E-2</c:v>
                </c:pt>
                <c:pt idx="1303">
                  <c:v>1.2500000000000001E-2</c:v>
                </c:pt>
                <c:pt idx="1304">
                  <c:v>1.2500000000000001E-2</c:v>
                </c:pt>
                <c:pt idx="1305">
                  <c:v>1.2500000000000001E-2</c:v>
                </c:pt>
                <c:pt idx="1306">
                  <c:v>1.2500000000000001E-2</c:v>
                </c:pt>
                <c:pt idx="1307">
                  <c:v>1.2500000000000001E-2</c:v>
                </c:pt>
                <c:pt idx="1308">
                  <c:v>1.2500000000000001E-2</c:v>
                </c:pt>
                <c:pt idx="1309">
                  <c:v>1.2500000000000001E-2</c:v>
                </c:pt>
                <c:pt idx="1310">
                  <c:v>1.2500000000000001E-2</c:v>
                </c:pt>
                <c:pt idx="1311">
                  <c:v>1.2500000000000001E-2</c:v>
                </c:pt>
                <c:pt idx="1312">
                  <c:v>1.2500000000000001E-2</c:v>
                </c:pt>
                <c:pt idx="1313">
                  <c:v>1.2500000000000001E-2</c:v>
                </c:pt>
                <c:pt idx="1314">
                  <c:v>1.2500000000000001E-2</c:v>
                </c:pt>
                <c:pt idx="1315">
                  <c:v>1.2500000000000001E-2</c:v>
                </c:pt>
                <c:pt idx="1316">
                  <c:v>1.2500000000000001E-2</c:v>
                </c:pt>
                <c:pt idx="1317">
                  <c:v>1.2500000000000001E-2</c:v>
                </c:pt>
                <c:pt idx="1318">
                  <c:v>1.2500000000000001E-2</c:v>
                </c:pt>
                <c:pt idx="1319">
                  <c:v>1.2500000000000001E-2</c:v>
                </c:pt>
                <c:pt idx="1320">
                  <c:v>1.2500000000000001E-2</c:v>
                </c:pt>
                <c:pt idx="1321">
                  <c:v>1.2500000000000001E-2</c:v>
                </c:pt>
                <c:pt idx="1322">
                  <c:v>1.2500000000000001E-2</c:v>
                </c:pt>
                <c:pt idx="1323">
                  <c:v>1.2500000000000001E-2</c:v>
                </c:pt>
                <c:pt idx="1324">
                  <c:v>1.2500000000000001E-2</c:v>
                </c:pt>
                <c:pt idx="1325">
                  <c:v>1.2500000000000001E-2</c:v>
                </c:pt>
                <c:pt idx="1326">
                  <c:v>1.2500000000000001E-2</c:v>
                </c:pt>
                <c:pt idx="1327">
                  <c:v>1.2500000000000001E-2</c:v>
                </c:pt>
                <c:pt idx="1328">
                  <c:v>1.2500000000000001E-2</c:v>
                </c:pt>
                <c:pt idx="1329">
                  <c:v>1.2500000000000001E-2</c:v>
                </c:pt>
                <c:pt idx="1330">
                  <c:v>1.2500000000000001E-2</c:v>
                </c:pt>
                <c:pt idx="1331">
                  <c:v>1.2500000000000001E-2</c:v>
                </c:pt>
                <c:pt idx="1332">
                  <c:v>1.2500000000000001E-2</c:v>
                </c:pt>
                <c:pt idx="1333">
                  <c:v>1.2500000000000001E-2</c:v>
                </c:pt>
                <c:pt idx="1334">
                  <c:v>1.2500000000000001E-2</c:v>
                </c:pt>
                <c:pt idx="1335">
                  <c:v>1.2500000000000001E-2</c:v>
                </c:pt>
                <c:pt idx="1336">
                  <c:v>1.2500000000000001E-2</c:v>
                </c:pt>
                <c:pt idx="1337">
                  <c:v>1.2500000000000001E-2</c:v>
                </c:pt>
                <c:pt idx="1338">
                  <c:v>1.2500000000000001E-2</c:v>
                </c:pt>
                <c:pt idx="1339">
                  <c:v>1.2500000000000001E-2</c:v>
                </c:pt>
                <c:pt idx="1340">
                  <c:v>1.2500000000000001E-2</c:v>
                </c:pt>
                <c:pt idx="1341">
                  <c:v>1.2500000000000001E-2</c:v>
                </c:pt>
                <c:pt idx="1342">
                  <c:v>1.2500000000000001E-2</c:v>
                </c:pt>
                <c:pt idx="1343">
                  <c:v>1.2500000000000001E-2</c:v>
                </c:pt>
                <c:pt idx="1344">
                  <c:v>1.2500000000000001E-2</c:v>
                </c:pt>
                <c:pt idx="1345">
                  <c:v>1.2500000000000001E-2</c:v>
                </c:pt>
                <c:pt idx="1346">
                  <c:v>1.2500000000000001E-2</c:v>
                </c:pt>
                <c:pt idx="1347">
                  <c:v>1.2500000000000001E-2</c:v>
                </c:pt>
                <c:pt idx="1348">
                  <c:v>1.2500000000000001E-2</c:v>
                </c:pt>
                <c:pt idx="1349">
                  <c:v>1.2500000000000001E-2</c:v>
                </c:pt>
                <c:pt idx="1350">
                  <c:v>1.2500000000000001E-2</c:v>
                </c:pt>
                <c:pt idx="1351">
                  <c:v>1.2500000000000001E-2</c:v>
                </c:pt>
                <c:pt idx="1352">
                  <c:v>1.2500000000000001E-2</c:v>
                </c:pt>
                <c:pt idx="1353">
                  <c:v>1.2500000000000001E-2</c:v>
                </c:pt>
                <c:pt idx="1354">
                  <c:v>1.2500000000000001E-2</c:v>
                </c:pt>
                <c:pt idx="1355">
                  <c:v>1.2500000000000001E-2</c:v>
                </c:pt>
                <c:pt idx="1356">
                  <c:v>1.2500000000000001E-2</c:v>
                </c:pt>
                <c:pt idx="1357">
                  <c:v>1.2500000000000001E-2</c:v>
                </c:pt>
                <c:pt idx="1358">
                  <c:v>1.2500000000000001E-2</c:v>
                </c:pt>
                <c:pt idx="1359">
                  <c:v>1.2500000000000001E-2</c:v>
                </c:pt>
                <c:pt idx="1360">
                  <c:v>1.2500000000000001E-2</c:v>
                </c:pt>
                <c:pt idx="1361">
                  <c:v>1.2500000000000001E-2</c:v>
                </c:pt>
                <c:pt idx="1362">
                  <c:v>1.2500000000000001E-2</c:v>
                </c:pt>
                <c:pt idx="1363">
                  <c:v>1.2500000000000001E-2</c:v>
                </c:pt>
                <c:pt idx="1364">
                  <c:v>1.2500000000000001E-2</c:v>
                </c:pt>
                <c:pt idx="1365">
                  <c:v>1.2500000000000001E-2</c:v>
                </c:pt>
                <c:pt idx="1366">
                  <c:v>1.2500000000000001E-2</c:v>
                </c:pt>
                <c:pt idx="1367">
                  <c:v>1.2500000000000001E-2</c:v>
                </c:pt>
                <c:pt idx="1368">
                  <c:v>1.2500000000000001E-2</c:v>
                </c:pt>
                <c:pt idx="1369">
                  <c:v>1.2500000000000001E-2</c:v>
                </c:pt>
                <c:pt idx="1370">
                  <c:v>1.2500000000000001E-2</c:v>
                </c:pt>
                <c:pt idx="1371">
                  <c:v>1.2500000000000001E-2</c:v>
                </c:pt>
                <c:pt idx="1372">
                  <c:v>1.2500000000000001E-2</c:v>
                </c:pt>
                <c:pt idx="1373">
                  <c:v>1.2500000000000001E-2</c:v>
                </c:pt>
                <c:pt idx="1374">
                  <c:v>1.2500000000000001E-2</c:v>
                </c:pt>
                <c:pt idx="1375">
                  <c:v>1.2500000000000001E-2</c:v>
                </c:pt>
                <c:pt idx="1376">
                  <c:v>1.2500000000000001E-2</c:v>
                </c:pt>
                <c:pt idx="1377">
                  <c:v>1.2500000000000001E-2</c:v>
                </c:pt>
                <c:pt idx="1378">
                  <c:v>1.2500000000000001E-2</c:v>
                </c:pt>
                <c:pt idx="1379">
                  <c:v>1.2500000000000001E-2</c:v>
                </c:pt>
                <c:pt idx="1380">
                  <c:v>1.2500000000000001E-2</c:v>
                </c:pt>
                <c:pt idx="1381">
                  <c:v>1.2500000000000001E-2</c:v>
                </c:pt>
                <c:pt idx="1382">
                  <c:v>1.2500000000000001E-2</c:v>
                </c:pt>
                <c:pt idx="1383">
                  <c:v>1.2500000000000001E-2</c:v>
                </c:pt>
                <c:pt idx="1384">
                  <c:v>1.2500000000000001E-2</c:v>
                </c:pt>
                <c:pt idx="1385">
                  <c:v>1.2500000000000001E-2</c:v>
                </c:pt>
                <c:pt idx="1386">
                  <c:v>1.2500000000000001E-2</c:v>
                </c:pt>
                <c:pt idx="1387">
                  <c:v>1.2500000000000001E-2</c:v>
                </c:pt>
                <c:pt idx="1388">
                  <c:v>1.2500000000000001E-2</c:v>
                </c:pt>
                <c:pt idx="1389">
                  <c:v>1.2500000000000001E-2</c:v>
                </c:pt>
                <c:pt idx="1390">
                  <c:v>1.2500000000000001E-2</c:v>
                </c:pt>
                <c:pt idx="1391">
                  <c:v>1.2500000000000001E-2</c:v>
                </c:pt>
                <c:pt idx="1392">
                  <c:v>1.2500000000000001E-2</c:v>
                </c:pt>
                <c:pt idx="1393">
                  <c:v>1.2500000000000001E-2</c:v>
                </c:pt>
                <c:pt idx="1394">
                  <c:v>1.2500000000000001E-2</c:v>
                </c:pt>
                <c:pt idx="1395">
                  <c:v>1.2500000000000001E-2</c:v>
                </c:pt>
                <c:pt idx="1396">
                  <c:v>1.2500000000000001E-2</c:v>
                </c:pt>
                <c:pt idx="1397">
                  <c:v>1.2500000000000001E-2</c:v>
                </c:pt>
                <c:pt idx="1398">
                  <c:v>1.2500000000000001E-2</c:v>
                </c:pt>
                <c:pt idx="1399">
                  <c:v>1.2500000000000001E-2</c:v>
                </c:pt>
                <c:pt idx="1400">
                  <c:v>1.2500000000000001E-2</c:v>
                </c:pt>
                <c:pt idx="1401">
                  <c:v>1.2500000000000001E-2</c:v>
                </c:pt>
                <c:pt idx="1402">
                  <c:v>1.2500000000000001E-2</c:v>
                </c:pt>
                <c:pt idx="1403">
                  <c:v>1.2500000000000001E-2</c:v>
                </c:pt>
                <c:pt idx="1404">
                  <c:v>1.2500000000000001E-2</c:v>
                </c:pt>
                <c:pt idx="1405">
                  <c:v>1.2500000000000001E-2</c:v>
                </c:pt>
                <c:pt idx="1406">
                  <c:v>1.2500000000000001E-2</c:v>
                </c:pt>
                <c:pt idx="1407">
                  <c:v>1.2500000000000001E-2</c:v>
                </c:pt>
                <c:pt idx="1408">
                  <c:v>1.2500000000000001E-2</c:v>
                </c:pt>
                <c:pt idx="1409">
                  <c:v>1.2500000000000001E-2</c:v>
                </c:pt>
                <c:pt idx="1410">
                  <c:v>1.2500000000000001E-2</c:v>
                </c:pt>
                <c:pt idx="1411">
                  <c:v>1.2500000000000001E-2</c:v>
                </c:pt>
                <c:pt idx="1412">
                  <c:v>1.2500000000000001E-2</c:v>
                </c:pt>
                <c:pt idx="1413">
                  <c:v>1.2500000000000001E-2</c:v>
                </c:pt>
                <c:pt idx="1414">
                  <c:v>1.2500000000000001E-2</c:v>
                </c:pt>
                <c:pt idx="1415">
                  <c:v>1.2500000000000001E-2</c:v>
                </c:pt>
                <c:pt idx="1416">
                  <c:v>1.2500000000000001E-2</c:v>
                </c:pt>
                <c:pt idx="1417">
                  <c:v>1.2500000000000001E-2</c:v>
                </c:pt>
                <c:pt idx="1418">
                  <c:v>1.2500000000000001E-2</c:v>
                </c:pt>
                <c:pt idx="1419">
                  <c:v>1.2500000000000001E-2</c:v>
                </c:pt>
                <c:pt idx="1420">
                  <c:v>1.2500000000000001E-2</c:v>
                </c:pt>
                <c:pt idx="1421">
                  <c:v>1.2500000000000001E-2</c:v>
                </c:pt>
                <c:pt idx="1422">
                  <c:v>1.2500000000000001E-2</c:v>
                </c:pt>
                <c:pt idx="1423">
                  <c:v>1.2500000000000001E-2</c:v>
                </c:pt>
                <c:pt idx="1424">
                  <c:v>1.2500000000000001E-2</c:v>
                </c:pt>
                <c:pt idx="1425">
                  <c:v>1.2500000000000001E-2</c:v>
                </c:pt>
                <c:pt idx="1426">
                  <c:v>1.2500000000000001E-2</c:v>
                </c:pt>
                <c:pt idx="1427">
                  <c:v>1.2500000000000001E-2</c:v>
                </c:pt>
                <c:pt idx="1428">
                  <c:v>1.2500000000000001E-2</c:v>
                </c:pt>
                <c:pt idx="1429">
                  <c:v>1.2500000000000001E-2</c:v>
                </c:pt>
                <c:pt idx="1430">
                  <c:v>1.2500000000000001E-2</c:v>
                </c:pt>
                <c:pt idx="1431">
                  <c:v>1.2500000000000001E-2</c:v>
                </c:pt>
                <c:pt idx="1432">
                  <c:v>1.2500000000000001E-2</c:v>
                </c:pt>
                <c:pt idx="1433">
                  <c:v>1.2500000000000001E-2</c:v>
                </c:pt>
                <c:pt idx="1434">
                  <c:v>1.2500000000000001E-2</c:v>
                </c:pt>
                <c:pt idx="1435">
                  <c:v>1.2500000000000001E-2</c:v>
                </c:pt>
                <c:pt idx="1436">
                  <c:v>1.2500000000000001E-2</c:v>
                </c:pt>
                <c:pt idx="1437">
                  <c:v>1.2500000000000001E-2</c:v>
                </c:pt>
                <c:pt idx="1438">
                  <c:v>1.2500000000000001E-2</c:v>
                </c:pt>
                <c:pt idx="1439">
                  <c:v>1.2500000000000001E-2</c:v>
                </c:pt>
                <c:pt idx="1440">
                  <c:v>1.2500000000000001E-2</c:v>
                </c:pt>
                <c:pt idx="1441">
                  <c:v>1.2500000000000001E-2</c:v>
                </c:pt>
                <c:pt idx="1442">
                  <c:v>1.2500000000000001E-2</c:v>
                </c:pt>
                <c:pt idx="1443">
                  <c:v>1.2500000000000001E-2</c:v>
                </c:pt>
                <c:pt idx="1444">
                  <c:v>1.2500000000000001E-2</c:v>
                </c:pt>
                <c:pt idx="1445">
                  <c:v>1.2500000000000001E-2</c:v>
                </c:pt>
                <c:pt idx="1446">
                  <c:v>1.2500000000000001E-2</c:v>
                </c:pt>
                <c:pt idx="1447">
                  <c:v>1.2500000000000001E-2</c:v>
                </c:pt>
                <c:pt idx="1448">
                  <c:v>1.2500000000000001E-2</c:v>
                </c:pt>
                <c:pt idx="1449">
                  <c:v>1.2500000000000001E-2</c:v>
                </c:pt>
                <c:pt idx="1450">
                  <c:v>1.2500000000000001E-2</c:v>
                </c:pt>
                <c:pt idx="1451">
                  <c:v>1.2500000000000001E-2</c:v>
                </c:pt>
                <c:pt idx="1452">
                  <c:v>1.2500000000000001E-2</c:v>
                </c:pt>
                <c:pt idx="1453">
                  <c:v>1.2500000000000001E-2</c:v>
                </c:pt>
                <c:pt idx="1454">
                  <c:v>1.2500000000000001E-2</c:v>
                </c:pt>
                <c:pt idx="1455">
                  <c:v>1.2500000000000001E-2</c:v>
                </c:pt>
                <c:pt idx="1456">
                  <c:v>1.2500000000000001E-2</c:v>
                </c:pt>
                <c:pt idx="1457">
                  <c:v>1.2500000000000001E-2</c:v>
                </c:pt>
                <c:pt idx="1458">
                  <c:v>1.2500000000000001E-2</c:v>
                </c:pt>
                <c:pt idx="1459">
                  <c:v>1.2500000000000001E-2</c:v>
                </c:pt>
                <c:pt idx="1460">
                  <c:v>1.2500000000000001E-2</c:v>
                </c:pt>
                <c:pt idx="1461">
                  <c:v>1.2500000000000001E-2</c:v>
                </c:pt>
                <c:pt idx="1462">
                  <c:v>1.2500000000000001E-2</c:v>
                </c:pt>
                <c:pt idx="1463">
                  <c:v>1.2500000000000001E-2</c:v>
                </c:pt>
                <c:pt idx="1464">
                  <c:v>1.2500000000000001E-2</c:v>
                </c:pt>
                <c:pt idx="1465">
                  <c:v>1.2500000000000001E-2</c:v>
                </c:pt>
                <c:pt idx="1466">
                  <c:v>1.2500000000000001E-2</c:v>
                </c:pt>
                <c:pt idx="1467">
                  <c:v>1.2500000000000001E-2</c:v>
                </c:pt>
                <c:pt idx="1468">
                  <c:v>1.2500000000000001E-2</c:v>
                </c:pt>
                <c:pt idx="1469">
                  <c:v>1.2500000000000001E-2</c:v>
                </c:pt>
                <c:pt idx="1470">
                  <c:v>1.2500000000000001E-2</c:v>
                </c:pt>
                <c:pt idx="1471">
                  <c:v>1.2500000000000001E-2</c:v>
                </c:pt>
                <c:pt idx="1472">
                  <c:v>1.2500000000000001E-2</c:v>
                </c:pt>
                <c:pt idx="1473">
                  <c:v>1.2500000000000001E-2</c:v>
                </c:pt>
                <c:pt idx="1474">
                  <c:v>1.2500000000000001E-2</c:v>
                </c:pt>
                <c:pt idx="1475">
                  <c:v>1.2500000000000001E-2</c:v>
                </c:pt>
                <c:pt idx="1476">
                  <c:v>1.2500000000000001E-2</c:v>
                </c:pt>
                <c:pt idx="1477">
                  <c:v>1.2500000000000001E-2</c:v>
                </c:pt>
                <c:pt idx="1478">
                  <c:v>1.2500000000000001E-2</c:v>
                </c:pt>
                <c:pt idx="1479">
                  <c:v>1.2500000000000001E-2</c:v>
                </c:pt>
                <c:pt idx="1480">
                  <c:v>1.2500000000000001E-2</c:v>
                </c:pt>
                <c:pt idx="1481">
                  <c:v>1.2500000000000001E-2</c:v>
                </c:pt>
                <c:pt idx="1482">
                  <c:v>1.2500000000000001E-2</c:v>
                </c:pt>
                <c:pt idx="1483">
                  <c:v>1.2500000000000001E-2</c:v>
                </c:pt>
                <c:pt idx="1484">
                  <c:v>1.2500000000000001E-2</c:v>
                </c:pt>
                <c:pt idx="1485">
                  <c:v>1.2500000000000001E-2</c:v>
                </c:pt>
                <c:pt idx="1486">
                  <c:v>1.2500000000000001E-2</c:v>
                </c:pt>
                <c:pt idx="1487">
                  <c:v>1.2500000000000001E-2</c:v>
                </c:pt>
                <c:pt idx="1488">
                  <c:v>1.2500000000000001E-2</c:v>
                </c:pt>
                <c:pt idx="1489">
                  <c:v>1.2500000000000001E-2</c:v>
                </c:pt>
                <c:pt idx="1490">
                  <c:v>1.2500000000000001E-2</c:v>
                </c:pt>
                <c:pt idx="1491">
                  <c:v>1.2500000000000001E-2</c:v>
                </c:pt>
                <c:pt idx="1492">
                  <c:v>1.2500000000000001E-2</c:v>
                </c:pt>
                <c:pt idx="1493">
                  <c:v>1.2500000000000001E-2</c:v>
                </c:pt>
                <c:pt idx="1494">
                  <c:v>1.2500000000000001E-2</c:v>
                </c:pt>
                <c:pt idx="1495">
                  <c:v>1.2500000000000001E-2</c:v>
                </c:pt>
                <c:pt idx="1496">
                  <c:v>1.2500000000000001E-2</c:v>
                </c:pt>
                <c:pt idx="1497">
                  <c:v>1.2500000000000001E-2</c:v>
                </c:pt>
                <c:pt idx="1498">
                  <c:v>1.2500000000000001E-2</c:v>
                </c:pt>
                <c:pt idx="1499">
                  <c:v>1.2500000000000001E-2</c:v>
                </c:pt>
                <c:pt idx="1500">
                  <c:v>1.2500000000000001E-2</c:v>
                </c:pt>
                <c:pt idx="1501">
                  <c:v>1.2500000000000001E-2</c:v>
                </c:pt>
                <c:pt idx="1502">
                  <c:v>1.2500000000000001E-2</c:v>
                </c:pt>
                <c:pt idx="1503">
                  <c:v>1.2500000000000001E-2</c:v>
                </c:pt>
                <c:pt idx="1504">
                  <c:v>1.2500000000000001E-2</c:v>
                </c:pt>
                <c:pt idx="1505">
                  <c:v>1.2500000000000001E-2</c:v>
                </c:pt>
                <c:pt idx="1506">
                  <c:v>1.2500000000000001E-2</c:v>
                </c:pt>
                <c:pt idx="1507">
                  <c:v>1.2500000000000001E-2</c:v>
                </c:pt>
                <c:pt idx="1508">
                  <c:v>1.2500000000000001E-2</c:v>
                </c:pt>
                <c:pt idx="1509">
                  <c:v>1.2500000000000001E-2</c:v>
                </c:pt>
                <c:pt idx="1510">
                  <c:v>1.2500000000000001E-2</c:v>
                </c:pt>
                <c:pt idx="1511">
                  <c:v>1.2500000000000001E-2</c:v>
                </c:pt>
                <c:pt idx="1512">
                  <c:v>1.2500000000000001E-2</c:v>
                </c:pt>
                <c:pt idx="1513">
                  <c:v>1.2500000000000001E-2</c:v>
                </c:pt>
                <c:pt idx="1514">
                  <c:v>1.2500000000000001E-2</c:v>
                </c:pt>
                <c:pt idx="1515">
                  <c:v>1.2500000000000001E-2</c:v>
                </c:pt>
                <c:pt idx="1516">
                  <c:v>1.2500000000000001E-2</c:v>
                </c:pt>
                <c:pt idx="1517">
                  <c:v>1.2500000000000001E-2</c:v>
                </c:pt>
                <c:pt idx="1518">
                  <c:v>1.2500000000000001E-2</c:v>
                </c:pt>
                <c:pt idx="1519">
                  <c:v>1.2500000000000001E-2</c:v>
                </c:pt>
                <c:pt idx="1520">
                  <c:v>1.2500000000000001E-2</c:v>
                </c:pt>
                <c:pt idx="1521">
                  <c:v>1.2500000000000001E-2</c:v>
                </c:pt>
                <c:pt idx="1522">
                  <c:v>1.2500000000000001E-2</c:v>
                </c:pt>
                <c:pt idx="1523">
                  <c:v>1.2500000000000001E-2</c:v>
                </c:pt>
                <c:pt idx="1524">
                  <c:v>1.2500000000000001E-2</c:v>
                </c:pt>
                <c:pt idx="1525">
                  <c:v>1.2500000000000001E-2</c:v>
                </c:pt>
                <c:pt idx="1526">
                  <c:v>1.2500000000000001E-2</c:v>
                </c:pt>
                <c:pt idx="1527">
                  <c:v>1.2500000000000001E-2</c:v>
                </c:pt>
                <c:pt idx="1528">
                  <c:v>1.2500000000000001E-2</c:v>
                </c:pt>
                <c:pt idx="1529">
                  <c:v>1.2500000000000001E-2</c:v>
                </c:pt>
                <c:pt idx="1530">
                  <c:v>1.2500000000000001E-2</c:v>
                </c:pt>
                <c:pt idx="1531">
                  <c:v>1.2500000000000001E-2</c:v>
                </c:pt>
                <c:pt idx="1532">
                  <c:v>1.2500000000000001E-2</c:v>
                </c:pt>
                <c:pt idx="1533">
                  <c:v>1.2500000000000001E-2</c:v>
                </c:pt>
                <c:pt idx="1534">
                  <c:v>1.2500000000000001E-2</c:v>
                </c:pt>
                <c:pt idx="1535">
                  <c:v>1.2500000000000001E-2</c:v>
                </c:pt>
                <c:pt idx="1536">
                  <c:v>1.2500000000000001E-2</c:v>
                </c:pt>
                <c:pt idx="1537">
                  <c:v>1.2500000000000001E-2</c:v>
                </c:pt>
                <c:pt idx="1538">
                  <c:v>1.2500000000000001E-2</c:v>
                </c:pt>
                <c:pt idx="1539">
                  <c:v>1.2500000000000001E-2</c:v>
                </c:pt>
                <c:pt idx="1540">
                  <c:v>1.2500000000000001E-2</c:v>
                </c:pt>
                <c:pt idx="1541">
                  <c:v>1.2500000000000001E-2</c:v>
                </c:pt>
                <c:pt idx="1542">
                  <c:v>1.2500000000000001E-2</c:v>
                </c:pt>
                <c:pt idx="1543">
                  <c:v>1.4999999999999999E-2</c:v>
                </c:pt>
                <c:pt idx="1544">
                  <c:v>1.4999999999999999E-2</c:v>
                </c:pt>
                <c:pt idx="1545">
                  <c:v>1.4999999999999999E-2</c:v>
                </c:pt>
                <c:pt idx="1546">
                  <c:v>1.4999999999999999E-2</c:v>
                </c:pt>
                <c:pt idx="1547">
                  <c:v>1.4999999999999999E-2</c:v>
                </c:pt>
                <c:pt idx="1548">
                  <c:v>1.4999999999999999E-2</c:v>
                </c:pt>
                <c:pt idx="1549">
                  <c:v>1.4999999999999999E-2</c:v>
                </c:pt>
                <c:pt idx="1550">
                  <c:v>1.4999999999999999E-2</c:v>
                </c:pt>
                <c:pt idx="1551">
                  <c:v>1.4999999999999999E-2</c:v>
                </c:pt>
                <c:pt idx="1552">
                  <c:v>1.4999999999999999E-2</c:v>
                </c:pt>
                <c:pt idx="1553">
                  <c:v>1.4999999999999999E-2</c:v>
                </c:pt>
                <c:pt idx="1554">
                  <c:v>1.4999999999999999E-2</c:v>
                </c:pt>
                <c:pt idx="1555">
                  <c:v>1.4999999999999999E-2</c:v>
                </c:pt>
                <c:pt idx="1556">
                  <c:v>1.4999999999999999E-2</c:v>
                </c:pt>
                <c:pt idx="1557">
                  <c:v>1.4999999999999999E-2</c:v>
                </c:pt>
                <c:pt idx="1558">
                  <c:v>1.4999999999999999E-2</c:v>
                </c:pt>
                <c:pt idx="1559">
                  <c:v>1.4999999999999999E-2</c:v>
                </c:pt>
                <c:pt idx="1560">
                  <c:v>1.4999999999999999E-2</c:v>
                </c:pt>
                <c:pt idx="1561">
                  <c:v>1.4999999999999999E-2</c:v>
                </c:pt>
                <c:pt idx="1562">
                  <c:v>1.4999999999999999E-2</c:v>
                </c:pt>
                <c:pt idx="1563">
                  <c:v>1.4999999999999999E-2</c:v>
                </c:pt>
                <c:pt idx="1564">
                  <c:v>1.4999999999999999E-2</c:v>
                </c:pt>
                <c:pt idx="1565">
                  <c:v>1.4999999999999999E-2</c:v>
                </c:pt>
                <c:pt idx="1566">
                  <c:v>1.4999999999999999E-2</c:v>
                </c:pt>
                <c:pt idx="1567">
                  <c:v>1.4999999999999999E-2</c:v>
                </c:pt>
                <c:pt idx="1568">
                  <c:v>1.4999999999999999E-2</c:v>
                </c:pt>
                <c:pt idx="1569">
                  <c:v>1.4999999999999999E-2</c:v>
                </c:pt>
                <c:pt idx="1570">
                  <c:v>1.4999999999999999E-2</c:v>
                </c:pt>
                <c:pt idx="1571">
                  <c:v>1.4999999999999999E-2</c:v>
                </c:pt>
                <c:pt idx="1572">
                  <c:v>1.4999999999999999E-2</c:v>
                </c:pt>
                <c:pt idx="1573">
                  <c:v>1.4999999999999999E-2</c:v>
                </c:pt>
                <c:pt idx="1574">
                  <c:v>1.4999999999999999E-2</c:v>
                </c:pt>
                <c:pt idx="1575">
                  <c:v>1.4999999999999999E-2</c:v>
                </c:pt>
                <c:pt idx="1576">
                  <c:v>1.4999999999999999E-2</c:v>
                </c:pt>
                <c:pt idx="1577">
                  <c:v>1.4999999999999999E-2</c:v>
                </c:pt>
                <c:pt idx="1578">
                  <c:v>1.4999999999999999E-2</c:v>
                </c:pt>
                <c:pt idx="1579">
                  <c:v>1.4999999999999999E-2</c:v>
                </c:pt>
                <c:pt idx="1580">
                  <c:v>1.4999999999999999E-2</c:v>
                </c:pt>
                <c:pt idx="1581">
                  <c:v>1.4999999999999999E-2</c:v>
                </c:pt>
                <c:pt idx="1582">
                  <c:v>1.4999999999999999E-2</c:v>
                </c:pt>
                <c:pt idx="1583">
                  <c:v>1.4999999999999999E-2</c:v>
                </c:pt>
                <c:pt idx="1584">
                  <c:v>1.4999999999999999E-2</c:v>
                </c:pt>
                <c:pt idx="1585">
                  <c:v>1.4999999999999999E-2</c:v>
                </c:pt>
                <c:pt idx="1586">
                  <c:v>1.4999999999999999E-2</c:v>
                </c:pt>
                <c:pt idx="1587">
                  <c:v>1.4999999999999999E-2</c:v>
                </c:pt>
                <c:pt idx="1588">
                  <c:v>1.4999999999999999E-2</c:v>
                </c:pt>
                <c:pt idx="1589">
                  <c:v>1.4999999999999999E-2</c:v>
                </c:pt>
                <c:pt idx="1590">
                  <c:v>1.4999999999999999E-2</c:v>
                </c:pt>
                <c:pt idx="1591">
                  <c:v>1.4999999999999999E-2</c:v>
                </c:pt>
                <c:pt idx="1592">
                  <c:v>1.4999999999999999E-2</c:v>
                </c:pt>
                <c:pt idx="1593">
                  <c:v>1.4999999999999999E-2</c:v>
                </c:pt>
                <c:pt idx="1594">
                  <c:v>1.4999999999999999E-2</c:v>
                </c:pt>
                <c:pt idx="1595">
                  <c:v>1.4999999999999999E-2</c:v>
                </c:pt>
                <c:pt idx="1596">
                  <c:v>1.4999999999999999E-2</c:v>
                </c:pt>
                <c:pt idx="1597">
                  <c:v>1.4999999999999999E-2</c:v>
                </c:pt>
                <c:pt idx="1598">
                  <c:v>1.4999999999999999E-2</c:v>
                </c:pt>
                <c:pt idx="1599">
                  <c:v>1.4999999999999999E-2</c:v>
                </c:pt>
                <c:pt idx="1600">
                  <c:v>1.4999999999999999E-2</c:v>
                </c:pt>
                <c:pt idx="1601">
                  <c:v>1.4999999999999999E-2</c:v>
                </c:pt>
                <c:pt idx="1602">
                  <c:v>1.4999999999999999E-2</c:v>
                </c:pt>
                <c:pt idx="1603">
                  <c:v>1.4999999999999999E-2</c:v>
                </c:pt>
                <c:pt idx="1604">
                  <c:v>1.4999999999999999E-2</c:v>
                </c:pt>
                <c:pt idx="1605">
                  <c:v>1.4999999999999999E-2</c:v>
                </c:pt>
                <c:pt idx="1606">
                  <c:v>1.4999999999999999E-2</c:v>
                </c:pt>
                <c:pt idx="1607">
                  <c:v>1.4999999999999999E-2</c:v>
                </c:pt>
                <c:pt idx="1608">
                  <c:v>1.4999999999999999E-2</c:v>
                </c:pt>
                <c:pt idx="1609">
                  <c:v>1.4999999999999999E-2</c:v>
                </c:pt>
                <c:pt idx="1610">
                  <c:v>1.4999999999999999E-2</c:v>
                </c:pt>
                <c:pt idx="1611">
                  <c:v>1.4999999999999999E-2</c:v>
                </c:pt>
                <c:pt idx="1612">
                  <c:v>1.4999999999999999E-2</c:v>
                </c:pt>
                <c:pt idx="1613">
                  <c:v>1.4999999999999999E-2</c:v>
                </c:pt>
                <c:pt idx="1614">
                  <c:v>1.4999999999999999E-2</c:v>
                </c:pt>
                <c:pt idx="1615">
                  <c:v>1.4999999999999999E-2</c:v>
                </c:pt>
                <c:pt idx="1616">
                  <c:v>1.4999999999999999E-2</c:v>
                </c:pt>
                <c:pt idx="1617">
                  <c:v>1.4999999999999999E-2</c:v>
                </c:pt>
                <c:pt idx="1618">
                  <c:v>1.4999999999999999E-2</c:v>
                </c:pt>
                <c:pt idx="1619">
                  <c:v>1.4999999999999999E-2</c:v>
                </c:pt>
                <c:pt idx="1620">
                  <c:v>1.4999999999999999E-2</c:v>
                </c:pt>
                <c:pt idx="1621">
                  <c:v>1.4999999999999999E-2</c:v>
                </c:pt>
                <c:pt idx="1622">
                  <c:v>1.4999999999999999E-2</c:v>
                </c:pt>
                <c:pt idx="1623">
                  <c:v>1.4999999999999999E-2</c:v>
                </c:pt>
                <c:pt idx="1624">
                  <c:v>1.4999999999999999E-2</c:v>
                </c:pt>
                <c:pt idx="1625">
                  <c:v>1.4999999999999999E-2</c:v>
                </c:pt>
                <c:pt idx="1626">
                  <c:v>1.4999999999999999E-2</c:v>
                </c:pt>
                <c:pt idx="1627">
                  <c:v>1.4999999999999999E-2</c:v>
                </c:pt>
                <c:pt idx="1628">
                  <c:v>1.4999999999999999E-2</c:v>
                </c:pt>
                <c:pt idx="1629">
                  <c:v>1.4999999999999999E-2</c:v>
                </c:pt>
                <c:pt idx="1630">
                  <c:v>1.4999999999999999E-2</c:v>
                </c:pt>
                <c:pt idx="1631">
                  <c:v>1.4999999999999999E-2</c:v>
                </c:pt>
                <c:pt idx="1632">
                  <c:v>1.4999999999999999E-2</c:v>
                </c:pt>
                <c:pt idx="1633">
                  <c:v>1.4999999999999999E-2</c:v>
                </c:pt>
                <c:pt idx="1634">
                  <c:v>1.4999999999999999E-2</c:v>
                </c:pt>
                <c:pt idx="1635">
                  <c:v>1.4999999999999999E-2</c:v>
                </c:pt>
                <c:pt idx="1636">
                  <c:v>1.4999999999999999E-2</c:v>
                </c:pt>
                <c:pt idx="1637">
                  <c:v>1.4999999999999999E-2</c:v>
                </c:pt>
                <c:pt idx="1638">
                  <c:v>1.4999999999999999E-2</c:v>
                </c:pt>
                <c:pt idx="1639">
                  <c:v>1.4999999999999999E-2</c:v>
                </c:pt>
                <c:pt idx="1640">
                  <c:v>1.4999999999999999E-2</c:v>
                </c:pt>
                <c:pt idx="1641">
                  <c:v>1.4999999999999999E-2</c:v>
                </c:pt>
                <c:pt idx="1642">
                  <c:v>1.4999999999999999E-2</c:v>
                </c:pt>
                <c:pt idx="1643">
                  <c:v>1.4999999999999999E-2</c:v>
                </c:pt>
                <c:pt idx="1644">
                  <c:v>1.4999999999999999E-2</c:v>
                </c:pt>
                <c:pt idx="1645">
                  <c:v>1.4999999999999999E-2</c:v>
                </c:pt>
                <c:pt idx="1646">
                  <c:v>1.4999999999999999E-2</c:v>
                </c:pt>
                <c:pt idx="1647">
                  <c:v>1.4999999999999999E-2</c:v>
                </c:pt>
                <c:pt idx="1648">
                  <c:v>1.4999999999999999E-2</c:v>
                </c:pt>
                <c:pt idx="1649">
                  <c:v>1.4999999999999999E-2</c:v>
                </c:pt>
                <c:pt idx="1650">
                  <c:v>1.4999999999999999E-2</c:v>
                </c:pt>
                <c:pt idx="1651">
                  <c:v>1.4999999999999999E-2</c:v>
                </c:pt>
                <c:pt idx="1652">
                  <c:v>1.4999999999999999E-2</c:v>
                </c:pt>
                <c:pt idx="1653">
                  <c:v>1.4999999999999999E-2</c:v>
                </c:pt>
                <c:pt idx="1654">
                  <c:v>1.4999999999999999E-2</c:v>
                </c:pt>
                <c:pt idx="1655">
                  <c:v>1.4999999999999999E-2</c:v>
                </c:pt>
                <c:pt idx="1656">
                  <c:v>1.4999999999999999E-2</c:v>
                </c:pt>
                <c:pt idx="1657">
                  <c:v>1.4999999999999999E-2</c:v>
                </c:pt>
                <c:pt idx="1658">
                  <c:v>1.4999999999999999E-2</c:v>
                </c:pt>
                <c:pt idx="1659">
                  <c:v>1.4999999999999999E-2</c:v>
                </c:pt>
                <c:pt idx="1660">
                  <c:v>1.4999999999999999E-2</c:v>
                </c:pt>
                <c:pt idx="1661">
                  <c:v>1.4999999999999999E-2</c:v>
                </c:pt>
                <c:pt idx="1662">
                  <c:v>1.4999999999999999E-2</c:v>
                </c:pt>
                <c:pt idx="1663">
                  <c:v>1.4999999999999999E-2</c:v>
                </c:pt>
                <c:pt idx="1664">
                  <c:v>1.4999999999999999E-2</c:v>
                </c:pt>
                <c:pt idx="1665">
                  <c:v>1.4999999999999999E-2</c:v>
                </c:pt>
                <c:pt idx="1666">
                  <c:v>1.4999999999999999E-2</c:v>
                </c:pt>
                <c:pt idx="1667">
                  <c:v>1.4999999999999999E-2</c:v>
                </c:pt>
                <c:pt idx="1668">
                  <c:v>1.4999999999999999E-2</c:v>
                </c:pt>
                <c:pt idx="1669">
                  <c:v>1.4999999999999999E-2</c:v>
                </c:pt>
                <c:pt idx="1670">
                  <c:v>1.4999999999999999E-2</c:v>
                </c:pt>
                <c:pt idx="1671">
                  <c:v>1.4999999999999999E-2</c:v>
                </c:pt>
                <c:pt idx="1672">
                  <c:v>1.4999999999999999E-2</c:v>
                </c:pt>
                <c:pt idx="1673">
                  <c:v>1.4999999999999999E-2</c:v>
                </c:pt>
                <c:pt idx="1674">
                  <c:v>1.4999999999999999E-2</c:v>
                </c:pt>
                <c:pt idx="1675">
                  <c:v>1.4999999999999999E-2</c:v>
                </c:pt>
                <c:pt idx="1676">
                  <c:v>1.4999999999999999E-2</c:v>
                </c:pt>
                <c:pt idx="1677">
                  <c:v>1.4999999999999999E-2</c:v>
                </c:pt>
                <c:pt idx="1678">
                  <c:v>1.4999999999999999E-2</c:v>
                </c:pt>
                <c:pt idx="1679">
                  <c:v>1.4999999999999999E-2</c:v>
                </c:pt>
                <c:pt idx="1680">
                  <c:v>1.4999999999999999E-2</c:v>
                </c:pt>
                <c:pt idx="1681">
                  <c:v>1.4999999999999999E-2</c:v>
                </c:pt>
                <c:pt idx="1682">
                  <c:v>1.4999999999999999E-2</c:v>
                </c:pt>
                <c:pt idx="1683">
                  <c:v>1.4999999999999999E-2</c:v>
                </c:pt>
                <c:pt idx="1684">
                  <c:v>1.4999999999999999E-2</c:v>
                </c:pt>
                <c:pt idx="1685">
                  <c:v>1.4999999999999999E-2</c:v>
                </c:pt>
                <c:pt idx="1686">
                  <c:v>1.4999999999999999E-2</c:v>
                </c:pt>
                <c:pt idx="1687">
                  <c:v>1.4999999999999999E-2</c:v>
                </c:pt>
                <c:pt idx="1688">
                  <c:v>1.4999999999999999E-2</c:v>
                </c:pt>
                <c:pt idx="1689">
                  <c:v>1.4999999999999999E-2</c:v>
                </c:pt>
                <c:pt idx="1690">
                  <c:v>1.4999999999999999E-2</c:v>
                </c:pt>
                <c:pt idx="1691">
                  <c:v>1.4999999999999999E-2</c:v>
                </c:pt>
                <c:pt idx="1692">
                  <c:v>1.4999999999999999E-2</c:v>
                </c:pt>
                <c:pt idx="1693">
                  <c:v>1.4999999999999999E-2</c:v>
                </c:pt>
                <c:pt idx="1694">
                  <c:v>1.4999999999999999E-2</c:v>
                </c:pt>
                <c:pt idx="1695">
                  <c:v>1.4999999999999999E-2</c:v>
                </c:pt>
                <c:pt idx="1696">
                  <c:v>1.4999999999999999E-2</c:v>
                </c:pt>
                <c:pt idx="1697">
                  <c:v>1.4999999999999999E-2</c:v>
                </c:pt>
                <c:pt idx="1698">
                  <c:v>1.4999999999999999E-2</c:v>
                </c:pt>
                <c:pt idx="1699">
                  <c:v>1.4999999999999999E-2</c:v>
                </c:pt>
                <c:pt idx="1700">
                  <c:v>1.4999999999999999E-2</c:v>
                </c:pt>
                <c:pt idx="1701">
                  <c:v>1.4999999999999999E-2</c:v>
                </c:pt>
                <c:pt idx="1702">
                  <c:v>1.4999999999999999E-2</c:v>
                </c:pt>
                <c:pt idx="1703">
                  <c:v>1.4999999999999999E-2</c:v>
                </c:pt>
                <c:pt idx="1704">
                  <c:v>1.4999999999999999E-2</c:v>
                </c:pt>
                <c:pt idx="1705">
                  <c:v>1.4999999999999999E-2</c:v>
                </c:pt>
                <c:pt idx="1706">
                  <c:v>1.4999999999999999E-2</c:v>
                </c:pt>
                <c:pt idx="1707">
                  <c:v>1.4999999999999999E-2</c:v>
                </c:pt>
                <c:pt idx="1708">
                  <c:v>1.4999999999999999E-2</c:v>
                </c:pt>
                <c:pt idx="1709">
                  <c:v>1.4999999999999999E-2</c:v>
                </c:pt>
                <c:pt idx="1710">
                  <c:v>1.4999999999999999E-2</c:v>
                </c:pt>
                <c:pt idx="1711">
                  <c:v>1.4999999999999999E-2</c:v>
                </c:pt>
                <c:pt idx="1712">
                  <c:v>1.4999999999999999E-2</c:v>
                </c:pt>
                <c:pt idx="1713">
                  <c:v>1.4999999999999999E-2</c:v>
                </c:pt>
                <c:pt idx="1714">
                  <c:v>1.4999999999999999E-2</c:v>
                </c:pt>
                <c:pt idx="1715">
                  <c:v>1.4999999999999999E-2</c:v>
                </c:pt>
                <c:pt idx="1716">
                  <c:v>1.4999999999999999E-2</c:v>
                </c:pt>
                <c:pt idx="1717">
                  <c:v>1.4999999999999999E-2</c:v>
                </c:pt>
                <c:pt idx="1718">
                  <c:v>1.4999999999999999E-2</c:v>
                </c:pt>
                <c:pt idx="1719">
                  <c:v>1.4999999999999999E-2</c:v>
                </c:pt>
                <c:pt idx="1720">
                  <c:v>1.4999999999999999E-2</c:v>
                </c:pt>
                <c:pt idx="1721">
                  <c:v>1.4999999999999999E-2</c:v>
                </c:pt>
                <c:pt idx="1722">
                  <c:v>1.4999999999999999E-2</c:v>
                </c:pt>
                <c:pt idx="1723">
                  <c:v>1.4999999999999999E-2</c:v>
                </c:pt>
                <c:pt idx="1724">
                  <c:v>1.4999999999999999E-2</c:v>
                </c:pt>
                <c:pt idx="1725">
                  <c:v>1.4999999999999999E-2</c:v>
                </c:pt>
                <c:pt idx="1726">
                  <c:v>1.4999999999999999E-2</c:v>
                </c:pt>
                <c:pt idx="1727">
                  <c:v>1.4999999999999999E-2</c:v>
                </c:pt>
                <c:pt idx="1728">
                  <c:v>1.4999999999999999E-2</c:v>
                </c:pt>
                <c:pt idx="1729">
                  <c:v>1.4999999999999999E-2</c:v>
                </c:pt>
                <c:pt idx="1730">
                  <c:v>1.4999999999999999E-2</c:v>
                </c:pt>
                <c:pt idx="1731">
                  <c:v>1.4999999999999999E-2</c:v>
                </c:pt>
                <c:pt idx="1732">
                  <c:v>1.4999999999999999E-2</c:v>
                </c:pt>
                <c:pt idx="1733">
                  <c:v>1.4999999999999999E-2</c:v>
                </c:pt>
                <c:pt idx="1734">
                  <c:v>1.4999999999999999E-2</c:v>
                </c:pt>
                <c:pt idx="1735">
                  <c:v>1.4999999999999999E-2</c:v>
                </c:pt>
                <c:pt idx="1736">
                  <c:v>1.4999999999999999E-2</c:v>
                </c:pt>
                <c:pt idx="1737">
                  <c:v>1.4999999999999999E-2</c:v>
                </c:pt>
                <c:pt idx="1738">
                  <c:v>1.4999999999999999E-2</c:v>
                </c:pt>
                <c:pt idx="1739">
                  <c:v>1.4999999999999999E-2</c:v>
                </c:pt>
                <c:pt idx="1740">
                  <c:v>1.4999999999999999E-2</c:v>
                </c:pt>
                <c:pt idx="1741">
                  <c:v>1.4999999999999999E-2</c:v>
                </c:pt>
                <c:pt idx="1742">
                  <c:v>1.4999999999999999E-2</c:v>
                </c:pt>
                <c:pt idx="1743">
                  <c:v>1.4999999999999999E-2</c:v>
                </c:pt>
                <c:pt idx="1744">
                  <c:v>1.4999999999999999E-2</c:v>
                </c:pt>
                <c:pt idx="1745">
                  <c:v>1.4999999999999999E-2</c:v>
                </c:pt>
                <c:pt idx="1746">
                  <c:v>1.4999999999999999E-2</c:v>
                </c:pt>
                <c:pt idx="1747">
                  <c:v>1.4999999999999999E-2</c:v>
                </c:pt>
                <c:pt idx="1748">
                  <c:v>1.4999999999999999E-2</c:v>
                </c:pt>
                <c:pt idx="1749">
                  <c:v>1.4999999999999999E-2</c:v>
                </c:pt>
                <c:pt idx="1750">
                  <c:v>1.4999999999999999E-2</c:v>
                </c:pt>
                <c:pt idx="1751">
                  <c:v>1.4999999999999999E-2</c:v>
                </c:pt>
                <c:pt idx="1752">
                  <c:v>1.4999999999999999E-2</c:v>
                </c:pt>
                <c:pt idx="1753">
                  <c:v>1.4999999999999999E-2</c:v>
                </c:pt>
                <c:pt idx="1754">
                  <c:v>1.4999999999999999E-2</c:v>
                </c:pt>
                <c:pt idx="1755">
                  <c:v>1.4999999999999999E-2</c:v>
                </c:pt>
                <c:pt idx="1756">
                  <c:v>1.4999999999999999E-2</c:v>
                </c:pt>
                <c:pt idx="1757">
                  <c:v>1.4999999999999999E-2</c:v>
                </c:pt>
                <c:pt idx="1758">
                  <c:v>1.4999999999999999E-2</c:v>
                </c:pt>
                <c:pt idx="1759">
                  <c:v>1.4999999999999999E-2</c:v>
                </c:pt>
                <c:pt idx="1760">
                  <c:v>1.4999999999999999E-2</c:v>
                </c:pt>
                <c:pt idx="1761">
                  <c:v>1.4999999999999999E-2</c:v>
                </c:pt>
                <c:pt idx="1762">
                  <c:v>1.4999999999999999E-2</c:v>
                </c:pt>
                <c:pt idx="1763">
                  <c:v>1.4999999999999999E-2</c:v>
                </c:pt>
                <c:pt idx="1764">
                  <c:v>1.4999999999999999E-2</c:v>
                </c:pt>
                <c:pt idx="1765">
                  <c:v>1.4999999999999999E-2</c:v>
                </c:pt>
                <c:pt idx="1766">
                  <c:v>1.4999999999999999E-2</c:v>
                </c:pt>
                <c:pt idx="1767">
                  <c:v>1.4999999999999999E-2</c:v>
                </c:pt>
                <c:pt idx="1768">
                  <c:v>1.4999999999999999E-2</c:v>
                </c:pt>
                <c:pt idx="1769">
                  <c:v>1.4999999999999999E-2</c:v>
                </c:pt>
                <c:pt idx="1770">
                  <c:v>1.4999999999999999E-2</c:v>
                </c:pt>
                <c:pt idx="1771">
                  <c:v>1.4999999999999999E-2</c:v>
                </c:pt>
                <c:pt idx="1772">
                  <c:v>1.4999999999999999E-2</c:v>
                </c:pt>
                <c:pt idx="1773">
                  <c:v>1.4999999999999999E-2</c:v>
                </c:pt>
                <c:pt idx="1774">
                  <c:v>1.4999999999999999E-2</c:v>
                </c:pt>
                <c:pt idx="1775">
                  <c:v>1.4999999999999999E-2</c:v>
                </c:pt>
                <c:pt idx="1776">
                  <c:v>1.4999999999999999E-2</c:v>
                </c:pt>
                <c:pt idx="1777">
                  <c:v>1.4999999999999999E-2</c:v>
                </c:pt>
                <c:pt idx="1778">
                  <c:v>1.4999999999999999E-2</c:v>
                </c:pt>
                <c:pt idx="1779">
                  <c:v>1.4999999999999999E-2</c:v>
                </c:pt>
                <c:pt idx="1780">
                  <c:v>1.4999999999999999E-2</c:v>
                </c:pt>
                <c:pt idx="1781">
                  <c:v>1.4999999999999999E-2</c:v>
                </c:pt>
                <c:pt idx="1782">
                  <c:v>1.4999999999999999E-2</c:v>
                </c:pt>
                <c:pt idx="1783">
                  <c:v>1.4999999999999999E-2</c:v>
                </c:pt>
                <c:pt idx="1784">
                  <c:v>1.4999999999999999E-2</c:v>
                </c:pt>
                <c:pt idx="1785">
                  <c:v>1.4999999999999999E-2</c:v>
                </c:pt>
                <c:pt idx="1786">
                  <c:v>1.4999999999999999E-2</c:v>
                </c:pt>
                <c:pt idx="1787">
                  <c:v>1.4999999999999999E-2</c:v>
                </c:pt>
                <c:pt idx="1788">
                  <c:v>1.4999999999999999E-2</c:v>
                </c:pt>
                <c:pt idx="1789">
                  <c:v>1.4999999999999999E-2</c:v>
                </c:pt>
                <c:pt idx="1790">
                  <c:v>1.4999999999999999E-2</c:v>
                </c:pt>
                <c:pt idx="1791">
                  <c:v>1.4999999999999999E-2</c:v>
                </c:pt>
                <c:pt idx="1792">
                  <c:v>1.4999999999999999E-2</c:v>
                </c:pt>
                <c:pt idx="1793">
                  <c:v>1.4999999999999999E-2</c:v>
                </c:pt>
                <c:pt idx="1794">
                  <c:v>1.4999999999999999E-2</c:v>
                </c:pt>
                <c:pt idx="1795">
                  <c:v>1.4999999999999999E-2</c:v>
                </c:pt>
                <c:pt idx="1796">
                  <c:v>1.4999999999999999E-2</c:v>
                </c:pt>
                <c:pt idx="1797">
                  <c:v>1.4999999999999999E-2</c:v>
                </c:pt>
                <c:pt idx="1798">
                  <c:v>1.4999999999999999E-2</c:v>
                </c:pt>
                <c:pt idx="1799">
                  <c:v>1.4999999999999999E-2</c:v>
                </c:pt>
                <c:pt idx="1800">
                  <c:v>1.4999999999999999E-2</c:v>
                </c:pt>
                <c:pt idx="1801">
                  <c:v>1.4999999999999999E-2</c:v>
                </c:pt>
                <c:pt idx="1802">
                  <c:v>1.4999999999999999E-2</c:v>
                </c:pt>
                <c:pt idx="1803">
                  <c:v>1.4999999999999999E-2</c:v>
                </c:pt>
                <c:pt idx="1804">
                  <c:v>1.7500000000000002E-2</c:v>
                </c:pt>
                <c:pt idx="1805">
                  <c:v>1.7500000000000002E-2</c:v>
                </c:pt>
                <c:pt idx="1806">
                  <c:v>1.7500000000000002E-2</c:v>
                </c:pt>
                <c:pt idx="1807">
                  <c:v>1.7500000000000002E-2</c:v>
                </c:pt>
                <c:pt idx="1808">
                  <c:v>1.7500000000000002E-2</c:v>
                </c:pt>
                <c:pt idx="1809">
                  <c:v>1.7500000000000002E-2</c:v>
                </c:pt>
                <c:pt idx="1810">
                  <c:v>1.7500000000000002E-2</c:v>
                </c:pt>
                <c:pt idx="1811">
                  <c:v>1.7500000000000002E-2</c:v>
                </c:pt>
                <c:pt idx="1812">
                  <c:v>1.7500000000000002E-2</c:v>
                </c:pt>
                <c:pt idx="1813">
                  <c:v>1.7500000000000002E-2</c:v>
                </c:pt>
                <c:pt idx="1814">
                  <c:v>1.7500000000000002E-2</c:v>
                </c:pt>
                <c:pt idx="1815">
                  <c:v>1.7500000000000002E-2</c:v>
                </c:pt>
                <c:pt idx="1816">
                  <c:v>1.7500000000000002E-2</c:v>
                </c:pt>
                <c:pt idx="1817">
                  <c:v>1.7500000000000002E-2</c:v>
                </c:pt>
                <c:pt idx="1818">
                  <c:v>1.7500000000000002E-2</c:v>
                </c:pt>
                <c:pt idx="1819">
                  <c:v>1.7500000000000002E-2</c:v>
                </c:pt>
                <c:pt idx="1820">
                  <c:v>1.7500000000000002E-2</c:v>
                </c:pt>
                <c:pt idx="1821">
                  <c:v>1.7500000000000002E-2</c:v>
                </c:pt>
                <c:pt idx="1822">
                  <c:v>1.7500000000000002E-2</c:v>
                </c:pt>
                <c:pt idx="1823">
                  <c:v>1.7500000000000002E-2</c:v>
                </c:pt>
                <c:pt idx="1824">
                  <c:v>1.7500000000000002E-2</c:v>
                </c:pt>
                <c:pt idx="1825">
                  <c:v>1.7500000000000002E-2</c:v>
                </c:pt>
                <c:pt idx="1826">
                  <c:v>1.7500000000000002E-2</c:v>
                </c:pt>
                <c:pt idx="1827">
                  <c:v>1.7500000000000002E-2</c:v>
                </c:pt>
                <c:pt idx="1828">
                  <c:v>1.7500000000000002E-2</c:v>
                </c:pt>
                <c:pt idx="1829">
                  <c:v>1.7500000000000002E-2</c:v>
                </c:pt>
                <c:pt idx="1830">
                  <c:v>1.7500000000000002E-2</c:v>
                </c:pt>
                <c:pt idx="1831">
                  <c:v>1.7500000000000002E-2</c:v>
                </c:pt>
                <c:pt idx="1832">
                  <c:v>1.7500000000000002E-2</c:v>
                </c:pt>
                <c:pt idx="1833">
                  <c:v>1.7500000000000002E-2</c:v>
                </c:pt>
                <c:pt idx="1834">
                  <c:v>1.7500000000000002E-2</c:v>
                </c:pt>
                <c:pt idx="1835">
                  <c:v>1.7500000000000002E-2</c:v>
                </c:pt>
                <c:pt idx="1836">
                  <c:v>1.7500000000000002E-2</c:v>
                </c:pt>
                <c:pt idx="1837">
                  <c:v>1.7500000000000002E-2</c:v>
                </c:pt>
                <c:pt idx="1838">
                  <c:v>1.7500000000000002E-2</c:v>
                </c:pt>
                <c:pt idx="1839">
                  <c:v>1.7500000000000002E-2</c:v>
                </c:pt>
                <c:pt idx="1840">
                  <c:v>1.7500000000000002E-2</c:v>
                </c:pt>
                <c:pt idx="1841">
                  <c:v>1.7500000000000002E-2</c:v>
                </c:pt>
                <c:pt idx="1842">
                  <c:v>1.7500000000000002E-2</c:v>
                </c:pt>
                <c:pt idx="1843">
                  <c:v>1.7500000000000002E-2</c:v>
                </c:pt>
                <c:pt idx="1844">
                  <c:v>1.7500000000000002E-2</c:v>
                </c:pt>
                <c:pt idx="1845">
                  <c:v>1.7500000000000002E-2</c:v>
                </c:pt>
                <c:pt idx="1846">
                  <c:v>1.7500000000000002E-2</c:v>
                </c:pt>
                <c:pt idx="1847">
                  <c:v>1.7500000000000002E-2</c:v>
                </c:pt>
                <c:pt idx="1848">
                  <c:v>1.7500000000000002E-2</c:v>
                </c:pt>
                <c:pt idx="1849">
                  <c:v>1.7500000000000002E-2</c:v>
                </c:pt>
                <c:pt idx="1850">
                  <c:v>1.7500000000000002E-2</c:v>
                </c:pt>
                <c:pt idx="1851">
                  <c:v>1.7500000000000002E-2</c:v>
                </c:pt>
                <c:pt idx="1852">
                  <c:v>1.7500000000000002E-2</c:v>
                </c:pt>
                <c:pt idx="1853">
                  <c:v>1.7500000000000002E-2</c:v>
                </c:pt>
                <c:pt idx="1854">
                  <c:v>1.7500000000000002E-2</c:v>
                </c:pt>
                <c:pt idx="1855">
                  <c:v>1.7500000000000002E-2</c:v>
                </c:pt>
                <c:pt idx="1856">
                  <c:v>1.7500000000000002E-2</c:v>
                </c:pt>
                <c:pt idx="1857">
                  <c:v>1.7500000000000002E-2</c:v>
                </c:pt>
                <c:pt idx="1858">
                  <c:v>1.7500000000000002E-2</c:v>
                </c:pt>
                <c:pt idx="1859">
                  <c:v>1.7500000000000002E-2</c:v>
                </c:pt>
                <c:pt idx="1860">
                  <c:v>1.7500000000000002E-2</c:v>
                </c:pt>
                <c:pt idx="1861">
                  <c:v>1.7500000000000002E-2</c:v>
                </c:pt>
                <c:pt idx="1862">
                  <c:v>1.7500000000000002E-2</c:v>
                </c:pt>
                <c:pt idx="1863">
                  <c:v>1.7500000000000002E-2</c:v>
                </c:pt>
                <c:pt idx="1864">
                  <c:v>1.7500000000000002E-2</c:v>
                </c:pt>
                <c:pt idx="1865">
                  <c:v>1.7500000000000002E-2</c:v>
                </c:pt>
                <c:pt idx="1866">
                  <c:v>1.7500000000000002E-2</c:v>
                </c:pt>
                <c:pt idx="1867">
                  <c:v>1.7500000000000002E-2</c:v>
                </c:pt>
                <c:pt idx="1868">
                  <c:v>1.7500000000000002E-2</c:v>
                </c:pt>
                <c:pt idx="1869">
                  <c:v>1.7500000000000002E-2</c:v>
                </c:pt>
                <c:pt idx="1870">
                  <c:v>1.7500000000000002E-2</c:v>
                </c:pt>
                <c:pt idx="1871">
                  <c:v>1.7500000000000002E-2</c:v>
                </c:pt>
                <c:pt idx="1872">
                  <c:v>1.7500000000000002E-2</c:v>
                </c:pt>
                <c:pt idx="1873">
                  <c:v>1.7500000000000002E-2</c:v>
                </c:pt>
                <c:pt idx="1874">
                  <c:v>1.7500000000000002E-2</c:v>
                </c:pt>
                <c:pt idx="1875">
                  <c:v>1.7500000000000002E-2</c:v>
                </c:pt>
                <c:pt idx="1876">
                  <c:v>1.7500000000000002E-2</c:v>
                </c:pt>
                <c:pt idx="1877">
                  <c:v>1.7500000000000002E-2</c:v>
                </c:pt>
                <c:pt idx="1878">
                  <c:v>1.7500000000000002E-2</c:v>
                </c:pt>
                <c:pt idx="1879">
                  <c:v>1.7500000000000002E-2</c:v>
                </c:pt>
                <c:pt idx="1880">
                  <c:v>1.7500000000000002E-2</c:v>
                </c:pt>
                <c:pt idx="1881">
                  <c:v>1.7500000000000002E-2</c:v>
                </c:pt>
                <c:pt idx="1882">
                  <c:v>1.7500000000000002E-2</c:v>
                </c:pt>
                <c:pt idx="1883">
                  <c:v>1.7500000000000002E-2</c:v>
                </c:pt>
                <c:pt idx="1884">
                  <c:v>1.7500000000000002E-2</c:v>
                </c:pt>
                <c:pt idx="1885">
                  <c:v>1.7500000000000002E-2</c:v>
                </c:pt>
                <c:pt idx="1886">
                  <c:v>1.7500000000000002E-2</c:v>
                </c:pt>
                <c:pt idx="1887">
                  <c:v>1.7500000000000002E-2</c:v>
                </c:pt>
                <c:pt idx="1888">
                  <c:v>1.7500000000000002E-2</c:v>
                </c:pt>
                <c:pt idx="1889">
                  <c:v>1.7500000000000002E-2</c:v>
                </c:pt>
                <c:pt idx="1890">
                  <c:v>1.7500000000000002E-2</c:v>
                </c:pt>
                <c:pt idx="1891">
                  <c:v>1.7500000000000002E-2</c:v>
                </c:pt>
                <c:pt idx="1892">
                  <c:v>1.7500000000000002E-2</c:v>
                </c:pt>
                <c:pt idx="1893">
                  <c:v>1.7500000000000002E-2</c:v>
                </c:pt>
                <c:pt idx="1894">
                  <c:v>1.7500000000000002E-2</c:v>
                </c:pt>
                <c:pt idx="1895">
                  <c:v>1.7500000000000002E-2</c:v>
                </c:pt>
                <c:pt idx="1896">
                  <c:v>1.7500000000000002E-2</c:v>
                </c:pt>
                <c:pt idx="1897">
                  <c:v>1.7500000000000002E-2</c:v>
                </c:pt>
                <c:pt idx="1898">
                  <c:v>1.7500000000000002E-2</c:v>
                </c:pt>
                <c:pt idx="1899">
                  <c:v>1.7500000000000002E-2</c:v>
                </c:pt>
                <c:pt idx="1900">
                  <c:v>1.7500000000000002E-2</c:v>
                </c:pt>
                <c:pt idx="1901">
                  <c:v>1.7500000000000002E-2</c:v>
                </c:pt>
                <c:pt idx="1902">
                  <c:v>1.7500000000000002E-2</c:v>
                </c:pt>
                <c:pt idx="1903">
                  <c:v>1.7500000000000002E-2</c:v>
                </c:pt>
                <c:pt idx="1904">
                  <c:v>1.7500000000000002E-2</c:v>
                </c:pt>
                <c:pt idx="1905">
                  <c:v>1.7500000000000002E-2</c:v>
                </c:pt>
                <c:pt idx="1906">
                  <c:v>1.7500000000000002E-2</c:v>
                </c:pt>
                <c:pt idx="1907">
                  <c:v>1.7500000000000002E-2</c:v>
                </c:pt>
                <c:pt idx="1908">
                  <c:v>1.7500000000000002E-2</c:v>
                </c:pt>
                <c:pt idx="1909">
                  <c:v>1.7500000000000002E-2</c:v>
                </c:pt>
                <c:pt idx="1910">
                  <c:v>1.7500000000000002E-2</c:v>
                </c:pt>
                <c:pt idx="1911">
                  <c:v>1.7500000000000002E-2</c:v>
                </c:pt>
                <c:pt idx="1912">
                  <c:v>1.7500000000000002E-2</c:v>
                </c:pt>
                <c:pt idx="1913">
                  <c:v>1.7500000000000002E-2</c:v>
                </c:pt>
                <c:pt idx="1914">
                  <c:v>1.7500000000000002E-2</c:v>
                </c:pt>
                <c:pt idx="1915">
                  <c:v>1.7500000000000002E-2</c:v>
                </c:pt>
                <c:pt idx="1916">
                  <c:v>1.7500000000000002E-2</c:v>
                </c:pt>
                <c:pt idx="1917">
                  <c:v>1.7500000000000002E-2</c:v>
                </c:pt>
                <c:pt idx="1918">
                  <c:v>1.7500000000000002E-2</c:v>
                </c:pt>
                <c:pt idx="1919">
                  <c:v>1.7500000000000002E-2</c:v>
                </c:pt>
                <c:pt idx="1920">
                  <c:v>1.7500000000000002E-2</c:v>
                </c:pt>
                <c:pt idx="1921">
                  <c:v>1.7500000000000002E-2</c:v>
                </c:pt>
                <c:pt idx="1922">
                  <c:v>1.7500000000000002E-2</c:v>
                </c:pt>
                <c:pt idx="1923">
                  <c:v>1.7500000000000002E-2</c:v>
                </c:pt>
                <c:pt idx="1924">
                  <c:v>1.7500000000000002E-2</c:v>
                </c:pt>
                <c:pt idx="1925">
                  <c:v>1.7500000000000002E-2</c:v>
                </c:pt>
                <c:pt idx="1926">
                  <c:v>1.7500000000000002E-2</c:v>
                </c:pt>
                <c:pt idx="1927">
                  <c:v>1.7500000000000002E-2</c:v>
                </c:pt>
                <c:pt idx="1928">
                  <c:v>1.7500000000000002E-2</c:v>
                </c:pt>
                <c:pt idx="1929">
                  <c:v>1.7500000000000002E-2</c:v>
                </c:pt>
                <c:pt idx="1930">
                  <c:v>1.7500000000000002E-2</c:v>
                </c:pt>
                <c:pt idx="1931">
                  <c:v>1.7500000000000002E-2</c:v>
                </c:pt>
                <c:pt idx="1932">
                  <c:v>1.7500000000000002E-2</c:v>
                </c:pt>
                <c:pt idx="1933">
                  <c:v>1.7500000000000002E-2</c:v>
                </c:pt>
                <c:pt idx="1934">
                  <c:v>1.7500000000000002E-2</c:v>
                </c:pt>
                <c:pt idx="1935">
                  <c:v>1.7500000000000002E-2</c:v>
                </c:pt>
                <c:pt idx="1936">
                  <c:v>1.7500000000000002E-2</c:v>
                </c:pt>
                <c:pt idx="1937">
                  <c:v>1.7500000000000002E-2</c:v>
                </c:pt>
                <c:pt idx="1938">
                  <c:v>1.7500000000000002E-2</c:v>
                </c:pt>
                <c:pt idx="1939">
                  <c:v>1.7500000000000002E-2</c:v>
                </c:pt>
                <c:pt idx="1940">
                  <c:v>1.7500000000000002E-2</c:v>
                </c:pt>
                <c:pt idx="1941">
                  <c:v>1.7500000000000002E-2</c:v>
                </c:pt>
                <c:pt idx="1942">
                  <c:v>1.7500000000000002E-2</c:v>
                </c:pt>
                <c:pt idx="1943">
                  <c:v>1.7500000000000002E-2</c:v>
                </c:pt>
                <c:pt idx="1944">
                  <c:v>1.7500000000000002E-2</c:v>
                </c:pt>
                <c:pt idx="1945">
                  <c:v>1.7500000000000002E-2</c:v>
                </c:pt>
                <c:pt idx="1946">
                  <c:v>1.7500000000000002E-2</c:v>
                </c:pt>
                <c:pt idx="1947">
                  <c:v>1.7500000000000002E-2</c:v>
                </c:pt>
                <c:pt idx="1948">
                  <c:v>1.7500000000000002E-2</c:v>
                </c:pt>
                <c:pt idx="1949">
                  <c:v>1.7500000000000002E-2</c:v>
                </c:pt>
                <c:pt idx="1950">
                  <c:v>1.7500000000000002E-2</c:v>
                </c:pt>
                <c:pt idx="1951">
                  <c:v>1.7500000000000002E-2</c:v>
                </c:pt>
                <c:pt idx="1952">
                  <c:v>1.7500000000000002E-2</c:v>
                </c:pt>
                <c:pt idx="1953">
                  <c:v>1.7500000000000002E-2</c:v>
                </c:pt>
                <c:pt idx="1954">
                  <c:v>1.7500000000000002E-2</c:v>
                </c:pt>
                <c:pt idx="1955">
                  <c:v>1.7500000000000002E-2</c:v>
                </c:pt>
                <c:pt idx="1956">
                  <c:v>1.7500000000000002E-2</c:v>
                </c:pt>
                <c:pt idx="1957">
                  <c:v>1.7500000000000002E-2</c:v>
                </c:pt>
                <c:pt idx="1958">
                  <c:v>1.7500000000000002E-2</c:v>
                </c:pt>
                <c:pt idx="1959">
                  <c:v>1.7500000000000002E-2</c:v>
                </c:pt>
                <c:pt idx="1960">
                  <c:v>1.7500000000000002E-2</c:v>
                </c:pt>
                <c:pt idx="1961">
                  <c:v>1.7500000000000002E-2</c:v>
                </c:pt>
                <c:pt idx="1962">
                  <c:v>1.7500000000000002E-2</c:v>
                </c:pt>
                <c:pt idx="1963">
                  <c:v>1.7500000000000002E-2</c:v>
                </c:pt>
                <c:pt idx="1964">
                  <c:v>1.7500000000000002E-2</c:v>
                </c:pt>
                <c:pt idx="1965">
                  <c:v>1.7500000000000002E-2</c:v>
                </c:pt>
                <c:pt idx="1966">
                  <c:v>1.7500000000000002E-2</c:v>
                </c:pt>
                <c:pt idx="1967">
                  <c:v>1.7500000000000002E-2</c:v>
                </c:pt>
                <c:pt idx="1968">
                  <c:v>1.4999999999999999E-2</c:v>
                </c:pt>
                <c:pt idx="1969">
                  <c:v>1.4999999999999999E-2</c:v>
                </c:pt>
                <c:pt idx="1970">
                  <c:v>1.4999999999999999E-2</c:v>
                </c:pt>
                <c:pt idx="1971">
                  <c:v>1.4999999999999999E-2</c:v>
                </c:pt>
                <c:pt idx="1972">
                  <c:v>1.4999999999999999E-2</c:v>
                </c:pt>
                <c:pt idx="1973">
                  <c:v>1.4999999999999999E-2</c:v>
                </c:pt>
                <c:pt idx="1974">
                  <c:v>1.4999999999999999E-2</c:v>
                </c:pt>
                <c:pt idx="1975">
                  <c:v>1.4999999999999999E-2</c:v>
                </c:pt>
                <c:pt idx="1976">
                  <c:v>1.4999999999999999E-2</c:v>
                </c:pt>
                <c:pt idx="1977">
                  <c:v>1.4999999999999999E-2</c:v>
                </c:pt>
                <c:pt idx="1978">
                  <c:v>1.4999999999999999E-2</c:v>
                </c:pt>
                <c:pt idx="1979">
                  <c:v>1.4999999999999999E-2</c:v>
                </c:pt>
                <c:pt idx="1980">
                  <c:v>1.4999999999999999E-2</c:v>
                </c:pt>
                <c:pt idx="1981">
                  <c:v>1.4999999999999999E-2</c:v>
                </c:pt>
                <c:pt idx="1982">
                  <c:v>1.4999999999999999E-2</c:v>
                </c:pt>
                <c:pt idx="1983">
                  <c:v>1.4999999999999999E-2</c:v>
                </c:pt>
                <c:pt idx="1984">
                  <c:v>1.4999999999999999E-2</c:v>
                </c:pt>
                <c:pt idx="1985">
                  <c:v>1.4999999999999999E-2</c:v>
                </c:pt>
                <c:pt idx="1986">
                  <c:v>1.4999999999999999E-2</c:v>
                </c:pt>
                <c:pt idx="1987">
                  <c:v>1.4999999999999999E-2</c:v>
                </c:pt>
                <c:pt idx="1988">
                  <c:v>1.4999999999999999E-2</c:v>
                </c:pt>
                <c:pt idx="1989">
                  <c:v>1.4999999999999999E-2</c:v>
                </c:pt>
                <c:pt idx="1990">
                  <c:v>1.4999999999999999E-2</c:v>
                </c:pt>
                <c:pt idx="1991">
                  <c:v>1.4999999999999999E-2</c:v>
                </c:pt>
                <c:pt idx="1992">
                  <c:v>1.4999999999999999E-2</c:v>
                </c:pt>
                <c:pt idx="1993">
                  <c:v>1.4999999999999999E-2</c:v>
                </c:pt>
                <c:pt idx="1994">
                  <c:v>1.4999999999999999E-2</c:v>
                </c:pt>
                <c:pt idx="1995">
                  <c:v>1.4999999999999999E-2</c:v>
                </c:pt>
                <c:pt idx="1996">
                  <c:v>1.4999999999999999E-2</c:v>
                </c:pt>
                <c:pt idx="1997">
                  <c:v>1.4999999999999999E-2</c:v>
                </c:pt>
                <c:pt idx="1998">
                  <c:v>1.4999999999999999E-2</c:v>
                </c:pt>
                <c:pt idx="1999">
                  <c:v>1.4999999999999999E-2</c:v>
                </c:pt>
                <c:pt idx="2000">
                  <c:v>1.4999999999999999E-2</c:v>
                </c:pt>
                <c:pt idx="2001">
                  <c:v>1.4999999999999999E-2</c:v>
                </c:pt>
                <c:pt idx="2002">
                  <c:v>1.4999999999999999E-2</c:v>
                </c:pt>
                <c:pt idx="2003">
                  <c:v>1.4999999999999999E-2</c:v>
                </c:pt>
                <c:pt idx="2004">
                  <c:v>1.4999999999999999E-2</c:v>
                </c:pt>
                <c:pt idx="2005">
                  <c:v>1.4999999999999999E-2</c:v>
                </c:pt>
                <c:pt idx="2006">
                  <c:v>1.4999999999999999E-2</c:v>
                </c:pt>
                <c:pt idx="2007">
                  <c:v>1.4999999999999999E-2</c:v>
                </c:pt>
                <c:pt idx="2008">
                  <c:v>1.4999999999999999E-2</c:v>
                </c:pt>
                <c:pt idx="2009">
                  <c:v>1.4999999999999999E-2</c:v>
                </c:pt>
                <c:pt idx="2010">
                  <c:v>1.4999999999999999E-2</c:v>
                </c:pt>
                <c:pt idx="2011">
                  <c:v>1.4999999999999999E-2</c:v>
                </c:pt>
                <c:pt idx="2012">
                  <c:v>1.4999999999999999E-2</c:v>
                </c:pt>
                <c:pt idx="2013">
                  <c:v>1.4999999999999999E-2</c:v>
                </c:pt>
                <c:pt idx="2014">
                  <c:v>1.4999999999999999E-2</c:v>
                </c:pt>
                <c:pt idx="2015">
                  <c:v>1.4999999999999999E-2</c:v>
                </c:pt>
                <c:pt idx="2016">
                  <c:v>1.4999999999999999E-2</c:v>
                </c:pt>
                <c:pt idx="2017">
                  <c:v>1.4999999999999999E-2</c:v>
                </c:pt>
                <c:pt idx="2018">
                  <c:v>1.4999999999999999E-2</c:v>
                </c:pt>
                <c:pt idx="2019">
                  <c:v>1.4999999999999999E-2</c:v>
                </c:pt>
                <c:pt idx="2020">
                  <c:v>1.4999999999999999E-2</c:v>
                </c:pt>
                <c:pt idx="2021">
                  <c:v>1.4999999999999999E-2</c:v>
                </c:pt>
                <c:pt idx="2022">
                  <c:v>1.4999999999999999E-2</c:v>
                </c:pt>
                <c:pt idx="2023">
                  <c:v>1.4999999999999999E-2</c:v>
                </c:pt>
                <c:pt idx="2024">
                  <c:v>1.4999999999999999E-2</c:v>
                </c:pt>
                <c:pt idx="2025">
                  <c:v>1.4999999999999999E-2</c:v>
                </c:pt>
                <c:pt idx="2026">
                  <c:v>1.4999999999999999E-2</c:v>
                </c:pt>
                <c:pt idx="2027">
                  <c:v>1.4999999999999999E-2</c:v>
                </c:pt>
                <c:pt idx="2028">
                  <c:v>1.4999999999999999E-2</c:v>
                </c:pt>
                <c:pt idx="2029">
                  <c:v>1.4999999999999999E-2</c:v>
                </c:pt>
                <c:pt idx="2030">
                  <c:v>1.4999999999999999E-2</c:v>
                </c:pt>
                <c:pt idx="2031">
                  <c:v>1.4999999999999999E-2</c:v>
                </c:pt>
                <c:pt idx="2032">
                  <c:v>1.2500000000000001E-2</c:v>
                </c:pt>
                <c:pt idx="2033">
                  <c:v>1.2500000000000001E-2</c:v>
                </c:pt>
                <c:pt idx="2034">
                  <c:v>1.2500000000000001E-2</c:v>
                </c:pt>
                <c:pt idx="2035">
                  <c:v>1.2500000000000001E-2</c:v>
                </c:pt>
                <c:pt idx="2036">
                  <c:v>1.2500000000000001E-2</c:v>
                </c:pt>
                <c:pt idx="2037">
                  <c:v>1.2500000000000001E-2</c:v>
                </c:pt>
                <c:pt idx="2038">
                  <c:v>1.2500000000000001E-2</c:v>
                </c:pt>
                <c:pt idx="2039">
                  <c:v>1.2500000000000001E-2</c:v>
                </c:pt>
                <c:pt idx="2040">
                  <c:v>1.2500000000000001E-2</c:v>
                </c:pt>
                <c:pt idx="2041">
                  <c:v>1.2500000000000001E-2</c:v>
                </c:pt>
                <c:pt idx="2042">
                  <c:v>1.2500000000000001E-2</c:v>
                </c:pt>
                <c:pt idx="2043">
                  <c:v>1.2500000000000001E-2</c:v>
                </c:pt>
                <c:pt idx="2044">
                  <c:v>1.2500000000000001E-2</c:v>
                </c:pt>
                <c:pt idx="2045">
                  <c:v>1.2500000000000001E-2</c:v>
                </c:pt>
                <c:pt idx="2046">
                  <c:v>1.2500000000000001E-2</c:v>
                </c:pt>
                <c:pt idx="2047">
                  <c:v>1.2500000000000001E-2</c:v>
                </c:pt>
                <c:pt idx="2048">
                  <c:v>1.2500000000000001E-2</c:v>
                </c:pt>
                <c:pt idx="2049">
                  <c:v>1.2500000000000001E-2</c:v>
                </c:pt>
                <c:pt idx="2050">
                  <c:v>1.2500000000000001E-2</c:v>
                </c:pt>
                <c:pt idx="2051">
                  <c:v>1.2500000000000001E-2</c:v>
                </c:pt>
                <c:pt idx="2052">
                  <c:v>1.2500000000000001E-2</c:v>
                </c:pt>
                <c:pt idx="2053">
                  <c:v>1.2500000000000001E-2</c:v>
                </c:pt>
                <c:pt idx="2054">
                  <c:v>1.2500000000000001E-2</c:v>
                </c:pt>
                <c:pt idx="2055">
                  <c:v>1.2500000000000001E-2</c:v>
                </c:pt>
                <c:pt idx="2056">
                  <c:v>1.2500000000000001E-2</c:v>
                </c:pt>
                <c:pt idx="2057">
                  <c:v>1.2500000000000001E-2</c:v>
                </c:pt>
                <c:pt idx="2058">
                  <c:v>1.2500000000000001E-2</c:v>
                </c:pt>
                <c:pt idx="2059">
                  <c:v>1.2500000000000001E-2</c:v>
                </c:pt>
                <c:pt idx="2060">
                  <c:v>1.2500000000000001E-2</c:v>
                </c:pt>
                <c:pt idx="2061">
                  <c:v>1.2500000000000001E-2</c:v>
                </c:pt>
                <c:pt idx="2062">
                  <c:v>1.2500000000000001E-2</c:v>
                </c:pt>
                <c:pt idx="2063">
                  <c:v>1.2500000000000001E-2</c:v>
                </c:pt>
                <c:pt idx="2064">
                  <c:v>1.2500000000000001E-2</c:v>
                </c:pt>
                <c:pt idx="2065">
                  <c:v>1.2500000000000001E-2</c:v>
                </c:pt>
                <c:pt idx="2066">
                  <c:v>1.2500000000000001E-2</c:v>
                </c:pt>
                <c:pt idx="2067">
                  <c:v>1.2500000000000001E-2</c:v>
                </c:pt>
                <c:pt idx="2068">
                  <c:v>1.2500000000000001E-2</c:v>
                </c:pt>
                <c:pt idx="2069">
                  <c:v>1.2500000000000001E-2</c:v>
                </c:pt>
                <c:pt idx="2070">
                  <c:v>1.2500000000000001E-2</c:v>
                </c:pt>
                <c:pt idx="2071">
                  <c:v>1.2500000000000001E-2</c:v>
                </c:pt>
                <c:pt idx="2072">
                  <c:v>1.2500000000000001E-2</c:v>
                </c:pt>
                <c:pt idx="2073">
                  <c:v>1.2500000000000001E-2</c:v>
                </c:pt>
                <c:pt idx="2074">
                  <c:v>1.2500000000000001E-2</c:v>
                </c:pt>
                <c:pt idx="2075">
                  <c:v>1.2500000000000001E-2</c:v>
                </c:pt>
                <c:pt idx="2076">
                  <c:v>1.2500000000000001E-2</c:v>
                </c:pt>
                <c:pt idx="2077">
                  <c:v>1.2500000000000001E-2</c:v>
                </c:pt>
                <c:pt idx="2078">
                  <c:v>1.2500000000000001E-2</c:v>
                </c:pt>
                <c:pt idx="2079">
                  <c:v>1.2500000000000001E-2</c:v>
                </c:pt>
                <c:pt idx="2080">
                  <c:v>1.2500000000000001E-2</c:v>
                </c:pt>
                <c:pt idx="2081">
                  <c:v>1.2500000000000001E-2</c:v>
                </c:pt>
                <c:pt idx="2082">
                  <c:v>1.2500000000000001E-2</c:v>
                </c:pt>
                <c:pt idx="2083">
                  <c:v>1.2500000000000001E-2</c:v>
                </c:pt>
                <c:pt idx="2084">
                  <c:v>1.2500000000000001E-2</c:v>
                </c:pt>
                <c:pt idx="2085">
                  <c:v>1.2500000000000001E-2</c:v>
                </c:pt>
                <c:pt idx="2086">
                  <c:v>1.2500000000000001E-2</c:v>
                </c:pt>
                <c:pt idx="2087">
                  <c:v>1.2500000000000001E-2</c:v>
                </c:pt>
                <c:pt idx="2088">
                  <c:v>1.2500000000000001E-2</c:v>
                </c:pt>
                <c:pt idx="2089">
                  <c:v>1.2500000000000001E-2</c:v>
                </c:pt>
                <c:pt idx="2090">
                  <c:v>1.2500000000000001E-2</c:v>
                </c:pt>
                <c:pt idx="2091">
                  <c:v>1.2500000000000001E-2</c:v>
                </c:pt>
                <c:pt idx="2092">
                  <c:v>1.2500000000000001E-2</c:v>
                </c:pt>
                <c:pt idx="2093">
                  <c:v>1.2500000000000001E-2</c:v>
                </c:pt>
                <c:pt idx="2094">
                  <c:v>1.2500000000000001E-2</c:v>
                </c:pt>
                <c:pt idx="2095">
                  <c:v>1.2500000000000001E-2</c:v>
                </c:pt>
                <c:pt idx="2096">
                  <c:v>1.2500000000000001E-2</c:v>
                </c:pt>
                <c:pt idx="2097">
                  <c:v>1.2500000000000001E-2</c:v>
                </c:pt>
                <c:pt idx="2098">
                  <c:v>1.2500000000000001E-2</c:v>
                </c:pt>
                <c:pt idx="2099">
                  <c:v>1.2500000000000001E-2</c:v>
                </c:pt>
                <c:pt idx="2100">
                  <c:v>1.2500000000000001E-2</c:v>
                </c:pt>
                <c:pt idx="2101">
                  <c:v>1.2500000000000001E-2</c:v>
                </c:pt>
                <c:pt idx="2102">
                  <c:v>1.2500000000000001E-2</c:v>
                </c:pt>
                <c:pt idx="2103">
                  <c:v>1.2500000000000001E-2</c:v>
                </c:pt>
                <c:pt idx="2104">
                  <c:v>1.2500000000000001E-2</c:v>
                </c:pt>
                <c:pt idx="2105">
                  <c:v>1.2500000000000001E-2</c:v>
                </c:pt>
                <c:pt idx="2106">
                  <c:v>1.2500000000000001E-2</c:v>
                </c:pt>
                <c:pt idx="2107">
                  <c:v>1.2500000000000001E-2</c:v>
                </c:pt>
                <c:pt idx="2108">
                  <c:v>1.2500000000000001E-2</c:v>
                </c:pt>
                <c:pt idx="2109">
                  <c:v>1.2500000000000001E-2</c:v>
                </c:pt>
                <c:pt idx="2110">
                  <c:v>1.2500000000000001E-2</c:v>
                </c:pt>
                <c:pt idx="2111">
                  <c:v>1.2500000000000001E-2</c:v>
                </c:pt>
                <c:pt idx="2112">
                  <c:v>1.2500000000000001E-2</c:v>
                </c:pt>
                <c:pt idx="2113">
                  <c:v>1.2500000000000001E-2</c:v>
                </c:pt>
                <c:pt idx="2114">
                  <c:v>1.2500000000000001E-2</c:v>
                </c:pt>
                <c:pt idx="2115">
                  <c:v>1.2500000000000001E-2</c:v>
                </c:pt>
                <c:pt idx="2116">
                  <c:v>1.2500000000000001E-2</c:v>
                </c:pt>
                <c:pt idx="2117">
                  <c:v>1.2500000000000001E-2</c:v>
                </c:pt>
                <c:pt idx="2118">
                  <c:v>1.2500000000000001E-2</c:v>
                </c:pt>
                <c:pt idx="2119">
                  <c:v>1.2500000000000001E-2</c:v>
                </c:pt>
                <c:pt idx="2120">
                  <c:v>1.2500000000000001E-2</c:v>
                </c:pt>
                <c:pt idx="2121">
                  <c:v>1.2500000000000001E-2</c:v>
                </c:pt>
                <c:pt idx="2122">
                  <c:v>1.2500000000000001E-2</c:v>
                </c:pt>
                <c:pt idx="2123">
                  <c:v>1.2500000000000001E-2</c:v>
                </c:pt>
                <c:pt idx="2124">
                  <c:v>1.2500000000000001E-2</c:v>
                </c:pt>
                <c:pt idx="2125">
                  <c:v>1.2500000000000001E-2</c:v>
                </c:pt>
                <c:pt idx="2126">
                  <c:v>1.2500000000000001E-2</c:v>
                </c:pt>
                <c:pt idx="2127">
                  <c:v>1.2500000000000001E-2</c:v>
                </c:pt>
                <c:pt idx="2128">
                  <c:v>1.2500000000000001E-2</c:v>
                </c:pt>
                <c:pt idx="2129">
                  <c:v>1.2500000000000001E-2</c:v>
                </c:pt>
                <c:pt idx="2130">
                  <c:v>1.2500000000000001E-2</c:v>
                </c:pt>
                <c:pt idx="2131">
                  <c:v>1.2500000000000001E-2</c:v>
                </c:pt>
                <c:pt idx="2132">
                  <c:v>1.2500000000000001E-2</c:v>
                </c:pt>
                <c:pt idx="2133">
                  <c:v>1.2500000000000001E-2</c:v>
                </c:pt>
                <c:pt idx="2134">
                  <c:v>1.2500000000000001E-2</c:v>
                </c:pt>
                <c:pt idx="2135">
                  <c:v>1.2500000000000001E-2</c:v>
                </c:pt>
                <c:pt idx="2136">
                  <c:v>1.2500000000000001E-2</c:v>
                </c:pt>
                <c:pt idx="2137">
                  <c:v>1.2500000000000001E-2</c:v>
                </c:pt>
                <c:pt idx="2138">
                  <c:v>1.2500000000000001E-2</c:v>
                </c:pt>
                <c:pt idx="2139">
                  <c:v>1.2500000000000001E-2</c:v>
                </c:pt>
                <c:pt idx="2140">
                  <c:v>1.2500000000000001E-2</c:v>
                </c:pt>
                <c:pt idx="2141">
                  <c:v>7.4999999999999997E-3</c:v>
                </c:pt>
                <c:pt idx="2142">
                  <c:v>7.4999999999999997E-3</c:v>
                </c:pt>
                <c:pt idx="2143">
                  <c:v>7.4999999999999997E-3</c:v>
                </c:pt>
                <c:pt idx="2144">
                  <c:v>7.4999999999999997E-3</c:v>
                </c:pt>
                <c:pt idx="2145">
                  <c:v>7.4999999999999997E-3</c:v>
                </c:pt>
                <c:pt idx="2146">
                  <c:v>7.4999999999999997E-3</c:v>
                </c:pt>
                <c:pt idx="2147">
                  <c:v>7.4999999999999997E-3</c:v>
                </c:pt>
                <c:pt idx="2148">
                  <c:v>7.4999999999999997E-3</c:v>
                </c:pt>
                <c:pt idx="2149">
                  <c:v>7.4999999999999997E-3</c:v>
                </c:pt>
                <c:pt idx="2150">
                  <c:v>7.4999999999999997E-3</c:v>
                </c:pt>
                <c:pt idx="2151">
                  <c:v>7.4999999999999997E-3</c:v>
                </c:pt>
                <c:pt idx="2152">
                  <c:v>7.4999999999999997E-3</c:v>
                </c:pt>
                <c:pt idx="2153">
                  <c:v>7.4999999999999997E-3</c:v>
                </c:pt>
                <c:pt idx="2154">
                  <c:v>7.4999999999999997E-3</c:v>
                </c:pt>
                <c:pt idx="2155">
                  <c:v>7.4999999999999997E-3</c:v>
                </c:pt>
                <c:pt idx="2156">
                  <c:v>7.4999999999999997E-3</c:v>
                </c:pt>
                <c:pt idx="2157">
                  <c:v>7.4999999999999997E-3</c:v>
                </c:pt>
                <c:pt idx="2158">
                  <c:v>7.4999999999999997E-3</c:v>
                </c:pt>
                <c:pt idx="2159">
                  <c:v>7.4999999999999997E-3</c:v>
                </c:pt>
                <c:pt idx="2160">
                  <c:v>7.4999999999999997E-3</c:v>
                </c:pt>
                <c:pt idx="2161">
                  <c:v>7.4999999999999997E-3</c:v>
                </c:pt>
                <c:pt idx="2162">
                  <c:v>7.4999999999999997E-3</c:v>
                </c:pt>
                <c:pt idx="2163">
                  <c:v>7.4999999999999997E-3</c:v>
                </c:pt>
                <c:pt idx="2164">
                  <c:v>7.4999999999999997E-3</c:v>
                </c:pt>
                <c:pt idx="2165">
                  <c:v>7.4999999999999997E-3</c:v>
                </c:pt>
                <c:pt idx="2166">
                  <c:v>7.4999999999999997E-3</c:v>
                </c:pt>
                <c:pt idx="2167">
                  <c:v>7.4999999999999997E-3</c:v>
                </c:pt>
                <c:pt idx="2168">
                  <c:v>7.4999999999999997E-3</c:v>
                </c:pt>
                <c:pt idx="2169">
                  <c:v>7.4999999999999997E-3</c:v>
                </c:pt>
                <c:pt idx="2170">
                  <c:v>7.4999999999999997E-3</c:v>
                </c:pt>
                <c:pt idx="2171">
                  <c:v>7.4999999999999997E-3</c:v>
                </c:pt>
                <c:pt idx="2172">
                  <c:v>7.4999999999999997E-3</c:v>
                </c:pt>
                <c:pt idx="2173">
                  <c:v>7.4999999999999997E-3</c:v>
                </c:pt>
                <c:pt idx="2174">
                  <c:v>7.4999999999999997E-3</c:v>
                </c:pt>
                <c:pt idx="2175">
                  <c:v>7.4999999999999997E-3</c:v>
                </c:pt>
                <c:pt idx="2176">
                  <c:v>7.4999999999999997E-3</c:v>
                </c:pt>
                <c:pt idx="2177">
                  <c:v>7.4999999999999997E-3</c:v>
                </c:pt>
                <c:pt idx="2178">
                  <c:v>7.4999999999999997E-3</c:v>
                </c:pt>
                <c:pt idx="2179">
                  <c:v>7.4999999999999997E-3</c:v>
                </c:pt>
                <c:pt idx="2180">
                  <c:v>7.4999999999999997E-3</c:v>
                </c:pt>
                <c:pt idx="2181">
                  <c:v>7.4999999999999997E-3</c:v>
                </c:pt>
                <c:pt idx="2182">
                  <c:v>7.4999999999999997E-3</c:v>
                </c:pt>
                <c:pt idx="2183">
                  <c:v>7.4999999999999997E-3</c:v>
                </c:pt>
                <c:pt idx="2184">
                  <c:v>7.4999999999999997E-3</c:v>
                </c:pt>
                <c:pt idx="2185">
                  <c:v>7.4999999999999997E-3</c:v>
                </c:pt>
                <c:pt idx="2186">
                  <c:v>7.4999999999999997E-3</c:v>
                </c:pt>
                <c:pt idx="2187">
                  <c:v>7.4999999999999997E-3</c:v>
                </c:pt>
                <c:pt idx="2188">
                  <c:v>7.4999999999999997E-3</c:v>
                </c:pt>
                <c:pt idx="2189">
                  <c:v>7.4999999999999997E-3</c:v>
                </c:pt>
                <c:pt idx="2190">
                  <c:v>7.4999999999999997E-3</c:v>
                </c:pt>
                <c:pt idx="2191">
                  <c:v>7.4999999999999997E-3</c:v>
                </c:pt>
                <c:pt idx="2192">
                  <c:v>7.4999999999999997E-3</c:v>
                </c:pt>
                <c:pt idx="2193">
                  <c:v>5.0000000000000001E-3</c:v>
                </c:pt>
                <c:pt idx="2194">
                  <c:v>5.0000000000000001E-3</c:v>
                </c:pt>
                <c:pt idx="2195">
                  <c:v>5.0000000000000001E-3</c:v>
                </c:pt>
                <c:pt idx="2196">
                  <c:v>5.0000000000000001E-3</c:v>
                </c:pt>
                <c:pt idx="2197">
                  <c:v>5.0000000000000001E-3</c:v>
                </c:pt>
                <c:pt idx="2198">
                  <c:v>5.0000000000000001E-3</c:v>
                </c:pt>
                <c:pt idx="2199">
                  <c:v>5.0000000000000001E-3</c:v>
                </c:pt>
                <c:pt idx="2200">
                  <c:v>5.0000000000000001E-3</c:v>
                </c:pt>
                <c:pt idx="2201">
                  <c:v>5.0000000000000001E-3</c:v>
                </c:pt>
                <c:pt idx="2202">
                  <c:v>5.0000000000000001E-3</c:v>
                </c:pt>
                <c:pt idx="2203">
                  <c:v>5.0000000000000001E-3</c:v>
                </c:pt>
                <c:pt idx="2204">
                  <c:v>5.0000000000000001E-3</c:v>
                </c:pt>
                <c:pt idx="2205">
                  <c:v>5.0000000000000001E-3</c:v>
                </c:pt>
                <c:pt idx="2206">
                  <c:v>5.0000000000000001E-3</c:v>
                </c:pt>
                <c:pt idx="2207">
                  <c:v>5.0000000000000001E-3</c:v>
                </c:pt>
                <c:pt idx="2208">
                  <c:v>5.0000000000000001E-3</c:v>
                </c:pt>
                <c:pt idx="2209">
                  <c:v>5.0000000000000001E-3</c:v>
                </c:pt>
                <c:pt idx="2210">
                  <c:v>5.0000000000000001E-3</c:v>
                </c:pt>
                <c:pt idx="2211">
                  <c:v>5.0000000000000001E-3</c:v>
                </c:pt>
                <c:pt idx="2212">
                  <c:v>5.0000000000000001E-3</c:v>
                </c:pt>
                <c:pt idx="2213">
                  <c:v>5.0000000000000001E-3</c:v>
                </c:pt>
                <c:pt idx="2214">
                  <c:v>5.0000000000000001E-3</c:v>
                </c:pt>
                <c:pt idx="2215">
                  <c:v>5.0000000000000001E-3</c:v>
                </c:pt>
                <c:pt idx="2216">
                  <c:v>5.0000000000000001E-3</c:v>
                </c:pt>
                <c:pt idx="2217">
                  <c:v>5.0000000000000001E-3</c:v>
                </c:pt>
                <c:pt idx="2218">
                  <c:v>5.0000000000000001E-3</c:v>
                </c:pt>
                <c:pt idx="2219">
                  <c:v>5.0000000000000001E-3</c:v>
                </c:pt>
                <c:pt idx="2220">
                  <c:v>5.0000000000000001E-3</c:v>
                </c:pt>
                <c:pt idx="2221">
                  <c:v>5.0000000000000001E-3</c:v>
                </c:pt>
                <c:pt idx="2222">
                  <c:v>5.0000000000000001E-3</c:v>
                </c:pt>
                <c:pt idx="2223">
                  <c:v>5.0000000000000001E-3</c:v>
                </c:pt>
                <c:pt idx="2224">
                  <c:v>5.0000000000000001E-3</c:v>
                </c:pt>
                <c:pt idx="2225">
                  <c:v>5.0000000000000001E-3</c:v>
                </c:pt>
                <c:pt idx="2226">
                  <c:v>5.0000000000000001E-3</c:v>
                </c:pt>
                <c:pt idx="2227">
                  <c:v>5.0000000000000001E-3</c:v>
                </c:pt>
                <c:pt idx="2228">
                  <c:v>5.0000000000000001E-3</c:v>
                </c:pt>
                <c:pt idx="2229">
                  <c:v>5.0000000000000001E-3</c:v>
                </c:pt>
                <c:pt idx="2230">
                  <c:v>5.0000000000000001E-3</c:v>
                </c:pt>
                <c:pt idx="2231">
                  <c:v>5.0000000000000001E-3</c:v>
                </c:pt>
                <c:pt idx="2232">
                  <c:v>5.0000000000000001E-3</c:v>
                </c:pt>
                <c:pt idx="2233">
                  <c:v>5.0000000000000001E-3</c:v>
                </c:pt>
                <c:pt idx="2234">
                  <c:v>5.0000000000000001E-3</c:v>
                </c:pt>
                <c:pt idx="2235">
                  <c:v>5.0000000000000001E-3</c:v>
                </c:pt>
                <c:pt idx="2236">
                  <c:v>5.0000000000000001E-3</c:v>
                </c:pt>
                <c:pt idx="2237">
                  <c:v>5.0000000000000001E-3</c:v>
                </c:pt>
                <c:pt idx="2238">
                  <c:v>5.0000000000000001E-3</c:v>
                </c:pt>
                <c:pt idx="2239">
                  <c:v>5.0000000000000001E-3</c:v>
                </c:pt>
                <c:pt idx="2240">
                  <c:v>5.0000000000000001E-3</c:v>
                </c:pt>
                <c:pt idx="2241">
                  <c:v>5.0000000000000001E-3</c:v>
                </c:pt>
                <c:pt idx="2242">
                  <c:v>5.0000000000000001E-3</c:v>
                </c:pt>
                <c:pt idx="2243">
                  <c:v>5.0000000000000001E-3</c:v>
                </c:pt>
                <c:pt idx="2244">
                  <c:v>5.0000000000000001E-3</c:v>
                </c:pt>
                <c:pt idx="2245">
                  <c:v>5.0000000000000001E-3</c:v>
                </c:pt>
                <c:pt idx="2246">
                  <c:v>5.0000000000000001E-3</c:v>
                </c:pt>
                <c:pt idx="2247">
                  <c:v>5.0000000000000001E-3</c:v>
                </c:pt>
                <c:pt idx="2248">
                  <c:v>5.0000000000000001E-3</c:v>
                </c:pt>
                <c:pt idx="2249">
                  <c:v>5.0000000000000001E-3</c:v>
                </c:pt>
                <c:pt idx="2250">
                  <c:v>5.0000000000000001E-3</c:v>
                </c:pt>
                <c:pt idx="2251">
                  <c:v>5.0000000000000001E-3</c:v>
                </c:pt>
                <c:pt idx="2252">
                  <c:v>5.0000000000000001E-3</c:v>
                </c:pt>
                <c:pt idx="2253">
                  <c:v>5.0000000000000001E-3</c:v>
                </c:pt>
                <c:pt idx="2254">
                  <c:v>5.0000000000000001E-3</c:v>
                </c:pt>
                <c:pt idx="2255">
                  <c:v>5.0000000000000001E-3</c:v>
                </c:pt>
                <c:pt idx="2256">
                  <c:v>5.0000000000000001E-3</c:v>
                </c:pt>
                <c:pt idx="2257">
                  <c:v>5.0000000000000001E-3</c:v>
                </c:pt>
                <c:pt idx="2258">
                  <c:v>5.0000000000000001E-3</c:v>
                </c:pt>
                <c:pt idx="2259">
                  <c:v>5.0000000000000001E-3</c:v>
                </c:pt>
                <c:pt idx="2260">
                  <c:v>5.0000000000000001E-3</c:v>
                </c:pt>
                <c:pt idx="2261">
                  <c:v>5.0000000000000001E-3</c:v>
                </c:pt>
                <c:pt idx="2262">
                  <c:v>5.0000000000000001E-3</c:v>
                </c:pt>
                <c:pt idx="2263">
                  <c:v>5.0000000000000001E-3</c:v>
                </c:pt>
                <c:pt idx="2264">
                  <c:v>5.0000000000000001E-3</c:v>
                </c:pt>
                <c:pt idx="2265">
                  <c:v>5.0000000000000001E-3</c:v>
                </c:pt>
                <c:pt idx="2266">
                  <c:v>5.0000000000000001E-3</c:v>
                </c:pt>
                <c:pt idx="2267">
                  <c:v>5.0000000000000001E-3</c:v>
                </c:pt>
                <c:pt idx="2268">
                  <c:v>5.0000000000000001E-3</c:v>
                </c:pt>
                <c:pt idx="2269">
                  <c:v>5.0000000000000001E-3</c:v>
                </c:pt>
                <c:pt idx="2270">
                  <c:v>5.0000000000000001E-3</c:v>
                </c:pt>
                <c:pt idx="2271">
                  <c:v>5.0000000000000001E-3</c:v>
                </c:pt>
                <c:pt idx="2272">
                  <c:v>5.0000000000000001E-3</c:v>
                </c:pt>
                <c:pt idx="2273">
                  <c:v>5.0000000000000001E-3</c:v>
                </c:pt>
                <c:pt idx="2274">
                  <c:v>5.0000000000000001E-3</c:v>
                </c:pt>
                <c:pt idx="2275">
                  <c:v>5.0000000000000001E-3</c:v>
                </c:pt>
                <c:pt idx="2276">
                  <c:v>5.0000000000000001E-3</c:v>
                </c:pt>
                <c:pt idx="2277">
                  <c:v>5.0000000000000001E-3</c:v>
                </c:pt>
                <c:pt idx="2278">
                  <c:v>5.0000000000000001E-3</c:v>
                </c:pt>
                <c:pt idx="2279">
                  <c:v>5.0000000000000001E-3</c:v>
                </c:pt>
                <c:pt idx="2280">
                  <c:v>5.0000000000000001E-3</c:v>
                </c:pt>
                <c:pt idx="2281">
                  <c:v>5.0000000000000001E-3</c:v>
                </c:pt>
                <c:pt idx="2282">
                  <c:v>5.0000000000000001E-3</c:v>
                </c:pt>
                <c:pt idx="2283">
                  <c:v>5.0000000000000001E-3</c:v>
                </c:pt>
                <c:pt idx="2284">
                  <c:v>5.0000000000000001E-3</c:v>
                </c:pt>
                <c:pt idx="2285">
                  <c:v>5.0000000000000001E-3</c:v>
                </c:pt>
                <c:pt idx="2286">
                  <c:v>5.0000000000000001E-3</c:v>
                </c:pt>
                <c:pt idx="2287">
                  <c:v>5.0000000000000001E-3</c:v>
                </c:pt>
                <c:pt idx="2288">
                  <c:v>5.0000000000000001E-3</c:v>
                </c:pt>
                <c:pt idx="2289">
                  <c:v>5.0000000000000001E-3</c:v>
                </c:pt>
                <c:pt idx="2290">
                  <c:v>5.0000000000000001E-3</c:v>
                </c:pt>
                <c:pt idx="2291">
                  <c:v>5.0000000000000001E-3</c:v>
                </c:pt>
                <c:pt idx="2292">
                  <c:v>5.0000000000000001E-3</c:v>
                </c:pt>
                <c:pt idx="2293">
                  <c:v>5.0000000000000001E-3</c:v>
                </c:pt>
                <c:pt idx="2294">
                  <c:v>5.0000000000000001E-3</c:v>
                </c:pt>
                <c:pt idx="2295">
                  <c:v>5.0000000000000001E-3</c:v>
                </c:pt>
                <c:pt idx="2296">
                  <c:v>5.0000000000000001E-3</c:v>
                </c:pt>
                <c:pt idx="2297">
                  <c:v>5.0000000000000001E-3</c:v>
                </c:pt>
                <c:pt idx="2298">
                  <c:v>5.0000000000000001E-3</c:v>
                </c:pt>
                <c:pt idx="2299">
                  <c:v>5.0000000000000001E-3</c:v>
                </c:pt>
                <c:pt idx="2300">
                  <c:v>5.0000000000000001E-3</c:v>
                </c:pt>
                <c:pt idx="2301">
                  <c:v>5.0000000000000001E-3</c:v>
                </c:pt>
                <c:pt idx="2302">
                  <c:v>5.0000000000000001E-3</c:v>
                </c:pt>
                <c:pt idx="2303">
                  <c:v>5.0000000000000001E-3</c:v>
                </c:pt>
                <c:pt idx="2304">
                  <c:v>5.0000000000000001E-3</c:v>
                </c:pt>
                <c:pt idx="2305">
                  <c:v>5.0000000000000001E-3</c:v>
                </c:pt>
                <c:pt idx="2306">
                  <c:v>5.0000000000000001E-3</c:v>
                </c:pt>
                <c:pt idx="2307">
                  <c:v>5.0000000000000001E-3</c:v>
                </c:pt>
                <c:pt idx="2308">
                  <c:v>5.0000000000000001E-3</c:v>
                </c:pt>
                <c:pt idx="2309">
                  <c:v>5.0000000000000001E-3</c:v>
                </c:pt>
                <c:pt idx="2310">
                  <c:v>5.0000000000000001E-3</c:v>
                </c:pt>
                <c:pt idx="2311">
                  <c:v>5.0000000000000001E-3</c:v>
                </c:pt>
                <c:pt idx="2312">
                  <c:v>5.0000000000000001E-3</c:v>
                </c:pt>
                <c:pt idx="2313">
                  <c:v>5.0000000000000001E-3</c:v>
                </c:pt>
                <c:pt idx="2314">
                  <c:v>5.0000000000000001E-3</c:v>
                </c:pt>
                <c:pt idx="2315">
                  <c:v>5.0000000000000001E-3</c:v>
                </c:pt>
                <c:pt idx="2316">
                  <c:v>5.0000000000000001E-3</c:v>
                </c:pt>
                <c:pt idx="2317">
                  <c:v>5.0000000000000001E-3</c:v>
                </c:pt>
                <c:pt idx="2318">
                  <c:v>5.0000000000000001E-3</c:v>
                </c:pt>
                <c:pt idx="2319">
                  <c:v>5.0000000000000001E-3</c:v>
                </c:pt>
                <c:pt idx="2320">
                  <c:v>5.0000000000000001E-3</c:v>
                </c:pt>
                <c:pt idx="2321">
                  <c:v>5.0000000000000001E-3</c:v>
                </c:pt>
                <c:pt idx="2322">
                  <c:v>5.0000000000000001E-3</c:v>
                </c:pt>
                <c:pt idx="2323">
                  <c:v>5.0000000000000001E-3</c:v>
                </c:pt>
                <c:pt idx="2324">
                  <c:v>5.0000000000000001E-3</c:v>
                </c:pt>
                <c:pt idx="2325">
                  <c:v>5.0000000000000001E-3</c:v>
                </c:pt>
                <c:pt idx="2326">
                  <c:v>5.0000000000000001E-3</c:v>
                </c:pt>
                <c:pt idx="2327">
                  <c:v>5.0000000000000001E-3</c:v>
                </c:pt>
                <c:pt idx="2328">
                  <c:v>5.0000000000000001E-3</c:v>
                </c:pt>
                <c:pt idx="2329">
                  <c:v>5.0000000000000001E-3</c:v>
                </c:pt>
                <c:pt idx="2330">
                  <c:v>5.0000000000000001E-3</c:v>
                </c:pt>
                <c:pt idx="2331">
                  <c:v>5.0000000000000001E-3</c:v>
                </c:pt>
                <c:pt idx="2332">
                  <c:v>5.0000000000000001E-3</c:v>
                </c:pt>
                <c:pt idx="2333">
                  <c:v>5.0000000000000001E-3</c:v>
                </c:pt>
                <c:pt idx="2334">
                  <c:v>5.0000000000000001E-3</c:v>
                </c:pt>
                <c:pt idx="2335">
                  <c:v>5.0000000000000001E-3</c:v>
                </c:pt>
                <c:pt idx="2336">
                  <c:v>5.0000000000000001E-3</c:v>
                </c:pt>
                <c:pt idx="2337">
                  <c:v>5.0000000000000001E-3</c:v>
                </c:pt>
                <c:pt idx="2338">
                  <c:v>5.0000000000000001E-3</c:v>
                </c:pt>
                <c:pt idx="2339">
                  <c:v>5.0000000000000001E-3</c:v>
                </c:pt>
                <c:pt idx="2340">
                  <c:v>5.0000000000000001E-3</c:v>
                </c:pt>
                <c:pt idx="2341">
                  <c:v>5.0000000000000001E-3</c:v>
                </c:pt>
                <c:pt idx="2342">
                  <c:v>5.0000000000000001E-3</c:v>
                </c:pt>
                <c:pt idx="2343">
                  <c:v>5.0000000000000001E-3</c:v>
                </c:pt>
                <c:pt idx="2344">
                  <c:v>5.0000000000000001E-3</c:v>
                </c:pt>
                <c:pt idx="2345">
                  <c:v>5.0000000000000001E-3</c:v>
                </c:pt>
                <c:pt idx="2346">
                  <c:v>5.0000000000000001E-3</c:v>
                </c:pt>
                <c:pt idx="2347">
                  <c:v>5.0000000000000001E-3</c:v>
                </c:pt>
                <c:pt idx="2348">
                  <c:v>5.0000000000000001E-3</c:v>
                </c:pt>
                <c:pt idx="2349">
                  <c:v>5.0000000000000001E-3</c:v>
                </c:pt>
                <c:pt idx="2350">
                  <c:v>5.0000000000000001E-3</c:v>
                </c:pt>
                <c:pt idx="2351">
                  <c:v>5.0000000000000001E-3</c:v>
                </c:pt>
                <c:pt idx="2352">
                  <c:v>5.0000000000000001E-3</c:v>
                </c:pt>
                <c:pt idx="2353">
                  <c:v>5.0000000000000001E-3</c:v>
                </c:pt>
                <c:pt idx="2354">
                  <c:v>5.0000000000000001E-3</c:v>
                </c:pt>
                <c:pt idx="2355">
                  <c:v>5.0000000000000001E-3</c:v>
                </c:pt>
                <c:pt idx="2356">
                  <c:v>5.0000000000000001E-3</c:v>
                </c:pt>
                <c:pt idx="2357">
                  <c:v>5.0000000000000001E-3</c:v>
                </c:pt>
                <c:pt idx="2358">
                  <c:v>5.0000000000000001E-3</c:v>
                </c:pt>
                <c:pt idx="2359">
                  <c:v>5.0000000000000001E-3</c:v>
                </c:pt>
                <c:pt idx="2360">
                  <c:v>5.0000000000000001E-3</c:v>
                </c:pt>
                <c:pt idx="2361">
                  <c:v>5.0000000000000001E-3</c:v>
                </c:pt>
                <c:pt idx="2362">
                  <c:v>5.0000000000000001E-3</c:v>
                </c:pt>
                <c:pt idx="2363">
                  <c:v>5.0000000000000001E-3</c:v>
                </c:pt>
                <c:pt idx="2364">
                  <c:v>5.0000000000000001E-3</c:v>
                </c:pt>
                <c:pt idx="2365">
                  <c:v>5.0000000000000001E-3</c:v>
                </c:pt>
                <c:pt idx="2366">
                  <c:v>5.0000000000000001E-3</c:v>
                </c:pt>
                <c:pt idx="2367">
                  <c:v>5.0000000000000001E-3</c:v>
                </c:pt>
                <c:pt idx="2368">
                  <c:v>5.0000000000000001E-3</c:v>
                </c:pt>
                <c:pt idx="2369">
                  <c:v>5.0000000000000001E-3</c:v>
                </c:pt>
                <c:pt idx="2370">
                  <c:v>5.0000000000000001E-3</c:v>
                </c:pt>
                <c:pt idx="2371">
                  <c:v>5.0000000000000001E-3</c:v>
                </c:pt>
                <c:pt idx="2372">
                  <c:v>5.0000000000000001E-3</c:v>
                </c:pt>
                <c:pt idx="2373">
                  <c:v>5.0000000000000001E-3</c:v>
                </c:pt>
                <c:pt idx="2374">
                  <c:v>5.0000000000000001E-3</c:v>
                </c:pt>
                <c:pt idx="2375">
                  <c:v>5.0000000000000001E-3</c:v>
                </c:pt>
                <c:pt idx="2376">
                  <c:v>5.0000000000000001E-3</c:v>
                </c:pt>
                <c:pt idx="2377">
                  <c:v>5.0000000000000001E-3</c:v>
                </c:pt>
                <c:pt idx="2378">
                  <c:v>5.0000000000000001E-3</c:v>
                </c:pt>
                <c:pt idx="2379">
                  <c:v>5.0000000000000001E-3</c:v>
                </c:pt>
                <c:pt idx="2380">
                  <c:v>5.0000000000000001E-3</c:v>
                </c:pt>
                <c:pt idx="2381">
                  <c:v>5.0000000000000001E-3</c:v>
                </c:pt>
                <c:pt idx="2382">
                  <c:v>5.0000000000000001E-3</c:v>
                </c:pt>
                <c:pt idx="2383">
                  <c:v>5.0000000000000001E-3</c:v>
                </c:pt>
                <c:pt idx="2384">
                  <c:v>5.0000000000000001E-3</c:v>
                </c:pt>
                <c:pt idx="2385">
                  <c:v>5.0000000000000001E-3</c:v>
                </c:pt>
                <c:pt idx="2386">
                  <c:v>5.0000000000000001E-3</c:v>
                </c:pt>
                <c:pt idx="2387">
                  <c:v>5.0000000000000001E-3</c:v>
                </c:pt>
                <c:pt idx="2388">
                  <c:v>5.0000000000000001E-3</c:v>
                </c:pt>
                <c:pt idx="2389">
                  <c:v>5.0000000000000001E-3</c:v>
                </c:pt>
                <c:pt idx="2390">
                  <c:v>5.0000000000000001E-3</c:v>
                </c:pt>
                <c:pt idx="2391">
                  <c:v>5.0000000000000001E-3</c:v>
                </c:pt>
                <c:pt idx="2392">
                  <c:v>5.0000000000000001E-3</c:v>
                </c:pt>
                <c:pt idx="2393">
                  <c:v>5.0000000000000001E-3</c:v>
                </c:pt>
                <c:pt idx="2394">
                  <c:v>5.0000000000000001E-3</c:v>
                </c:pt>
                <c:pt idx="2395">
                  <c:v>5.0000000000000001E-3</c:v>
                </c:pt>
                <c:pt idx="2396">
                  <c:v>5.0000000000000001E-3</c:v>
                </c:pt>
                <c:pt idx="2397">
                  <c:v>5.0000000000000001E-3</c:v>
                </c:pt>
                <c:pt idx="2398">
                  <c:v>5.0000000000000001E-3</c:v>
                </c:pt>
                <c:pt idx="2399">
                  <c:v>5.0000000000000001E-3</c:v>
                </c:pt>
                <c:pt idx="2400">
                  <c:v>5.0000000000000001E-3</c:v>
                </c:pt>
                <c:pt idx="2401">
                  <c:v>5.0000000000000001E-3</c:v>
                </c:pt>
                <c:pt idx="2402">
                  <c:v>5.0000000000000001E-3</c:v>
                </c:pt>
                <c:pt idx="2403">
                  <c:v>5.0000000000000001E-3</c:v>
                </c:pt>
                <c:pt idx="2404">
                  <c:v>5.0000000000000001E-3</c:v>
                </c:pt>
                <c:pt idx="2405">
                  <c:v>5.0000000000000001E-3</c:v>
                </c:pt>
                <c:pt idx="2406">
                  <c:v>5.0000000000000001E-3</c:v>
                </c:pt>
                <c:pt idx="2407">
                  <c:v>5.0000000000000001E-3</c:v>
                </c:pt>
                <c:pt idx="2408">
                  <c:v>5.0000000000000001E-3</c:v>
                </c:pt>
                <c:pt idx="2409">
                  <c:v>5.0000000000000001E-3</c:v>
                </c:pt>
                <c:pt idx="2410">
                  <c:v>5.0000000000000001E-3</c:v>
                </c:pt>
                <c:pt idx="2411">
                  <c:v>5.0000000000000001E-3</c:v>
                </c:pt>
                <c:pt idx="2412">
                  <c:v>5.0000000000000001E-3</c:v>
                </c:pt>
                <c:pt idx="2413">
                  <c:v>5.0000000000000001E-3</c:v>
                </c:pt>
                <c:pt idx="2414">
                  <c:v>5.0000000000000001E-3</c:v>
                </c:pt>
                <c:pt idx="2415">
                  <c:v>5.0000000000000001E-3</c:v>
                </c:pt>
                <c:pt idx="2416">
                  <c:v>5.0000000000000001E-3</c:v>
                </c:pt>
                <c:pt idx="2417">
                  <c:v>5.0000000000000001E-3</c:v>
                </c:pt>
                <c:pt idx="2418">
                  <c:v>5.0000000000000001E-3</c:v>
                </c:pt>
                <c:pt idx="2419">
                  <c:v>5.0000000000000001E-3</c:v>
                </c:pt>
                <c:pt idx="2420">
                  <c:v>5.0000000000000001E-3</c:v>
                </c:pt>
                <c:pt idx="2421">
                  <c:v>5.0000000000000001E-3</c:v>
                </c:pt>
                <c:pt idx="2422">
                  <c:v>5.0000000000000001E-3</c:v>
                </c:pt>
                <c:pt idx="2423">
                  <c:v>5.0000000000000001E-3</c:v>
                </c:pt>
                <c:pt idx="2424">
                  <c:v>5.0000000000000001E-3</c:v>
                </c:pt>
                <c:pt idx="2425">
                  <c:v>5.0000000000000001E-3</c:v>
                </c:pt>
                <c:pt idx="2426">
                  <c:v>5.0000000000000001E-3</c:v>
                </c:pt>
                <c:pt idx="2427">
                  <c:v>5.0000000000000001E-3</c:v>
                </c:pt>
                <c:pt idx="2428">
                  <c:v>5.0000000000000001E-3</c:v>
                </c:pt>
                <c:pt idx="2429">
                  <c:v>5.0000000000000001E-3</c:v>
                </c:pt>
                <c:pt idx="2430">
                  <c:v>5.0000000000000001E-3</c:v>
                </c:pt>
                <c:pt idx="2431">
                  <c:v>5.0000000000000001E-3</c:v>
                </c:pt>
                <c:pt idx="2432">
                  <c:v>5.0000000000000001E-3</c:v>
                </c:pt>
                <c:pt idx="2433">
                  <c:v>5.0000000000000001E-3</c:v>
                </c:pt>
                <c:pt idx="2434">
                  <c:v>5.0000000000000001E-3</c:v>
                </c:pt>
                <c:pt idx="2435">
                  <c:v>5.0000000000000001E-3</c:v>
                </c:pt>
                <c:pt idx="2436">
                  <c:v>5.0000000000000001E-3</c:v>
                </c:pt>
                <c:pt idx="2437">
                  <c:v>5.0000000000000001E-3</c:v>
                </c:pt>
                <c:pt idx="2438">
                  <c:v>5.0000000000000001E-3</c:v>
                </c:pt>
                <c:pt idx="2439">
                  <c:v>5.0000000000000001E-3</c:v>
                </c:pt>
                <c:pt idx="2440">
                  <c:v>5.0000000000000001E-3</c:v>
                </c:pt>
                <c:pt idx="2441">
                  <c:v>5.0000000000000001E-3</c:v>
                </c:pt>
                <c:pt idx="2442">
                  <c:v>5.0000000000000001E-3</c:v>
                </c:pt>
                <c:pt idx="2443">
                  <c:v>5.0000000000000001E-3</c:v>
                </c:pt>
                <c:pt idx="2444">
                  <c:v>5.0000000000000001E-3</c:v>
                </c:pt>
                <c:pt idx="2445">
                  <c:v>5.0000000000000001E-3</c:v>
                </c:pt>
                <c:pt idx="2446">
                  <c:v>5.0000000000000001E-3</c:v>
                </c:pt>
                <c:pt idx="2447">
                  <c:v>5.0000000000000001E-3</c:v>
                </c:pt>
                <c:pt idx="2448">
                  <c:v>5.0000000000000001E-3</c:v>
                </c:pt>
                <c:pt idx="2449">
                  <c:v>5.0000000000000001E-3</c:v>
                </c:pt>
                <c:pt idx="2450">
                  <c:v>5.0000000000000001E-3</c:v>
                </c:pt>
                <c:pt idx="2451">
                  <c:v>5.0000000000000001E-3</c:v>
                </c:pt>
                <c:pt idx="2452">
                  <c:v>5.0000000000000001E-3</c:v>
                </c:pt>
                <c:pt idx="2453">
                  <c:v>5.0000000000000001E-3</c:v>
                </c:pt>
                <c:pt idx="2454">
                  <c:v>5.0000000000000001E-3</c:v>
                </c:pt>
                <c:pt idx="2455">
                  <c:v>5.0000000000000001E-3</c:v>
                </c:pt>
                <c:pt idx="2456">
                  <c:v>5.0000000000000001E-3</c:v>
                </c:pt>
                <c:pt idx="2457">
                  <c:v>5.0000000000000001E-3</c:v>
                </c:pt>
                <c:pt idx="2458">
                  <c:v>5.0000000000000001E-3</c:v>
                </c:pt>
                <c:pt idx="2459">
                  <c:v>5.0000000000000001E-3</c:v>
                </c:pt>
                <c:pt idx="2460">
                  <c:v>5.0000000000000001E-3</c:v>
                </c:pt>
                <c:pt idx="2461">
                  <c:v>5.0000000000000001E-3</c:v>
                </c:pt>
                <c:pt idx="2462">
                  <c:v>5.0000000000000001E-3</c:v>
                </c:pt>
                <c:pt idx="2463">
                  <c:v>5.0000000000000001E-3</c:v>
                </c:pt>
                <c:pt idx="2464">
                  <c:v>5.0000000000000001E-3</c:v>
                </c:pt>
                <c:pt idx="2465">
                  <c:v>5.0000000000000001E-3</c:v>
                </c:pt>
                <c:pt idx="2466">
                  <c:v>5.0000000000000001E-3</c:v>
                </c:pt>
                <c:pt idx="2467">
                  <c:v>5.0000000000000001E-3</c:v>
                </c:pt>
                <c:pt idx="2468">
                  <c:v>5.0000000000000001E-3</c:v>
                </c:pt>
                <c:pt idx="2469">
                  <c:v>5.0000000000000001E-3</c:v>
                </c:pt>
                <c:pt idx="2470">
                  <c:v>5.0000000000000001E-3</c:v>
                </c:pt>
                <c:pt idx="2471">
                  <c:v>5.0000000000000001E-3</c:v>
                </c:pt>
                <c:pt idx="2472">
                  <c:v>5.0000000000000001E-3</c:v>
                </c:pt>
                <c:pt idx="2473">
                  <c:v>5.0000000000000001E-3</c:v>
                </c:pt>
                <c:pt idx="2474">
                  <c:v>5.0000000000000001E-3</c:v>
                </c:pt>
                <c:pt idx="2475">
                  <c:v>5.0000000000000001E-3</c:v>
                </c:pt>
                <c:pt idx="2476">
                  <c:v>5.0000000000000001E-3</c:v>
                </c:pt>
                <c:pt idx="2477">
                  <c:v>5.0000000000000001E-3</c:v>
                </c:pt>
                <c:pt idx="2478">
                  <c:v>5.0000000000000001E-3</c:v>
                </c:pt>
                <c:pt idx="2479">
                  <c:v>5.0000000000000001E-3</c:v>
                </c:pt>
                <c:pt idx="2480">
                  <c:v>5.0000000000000001E-3</c:v>
                </c:pt>
                <c:pt idx="2481">
                  <c:v>5.0000000000000001E-3</c:v>
                </c:pt>
                <c:pt idx="2482">
                  <c:v>5.0000000000000001E-3</c:v>
                </c:pt>
                <c:pt idx="2483">
                  <c:v>5.0000000000000001E-3</c:v>
                </c:pt>
                <c:pt idx="2484">
                  <c:v>5.0000000000000001E-3</c:v>
                </c:pt>
                <c:pt idx="2485">
                  <c:v>5.0000000000000001E-3</c:v>
                </c:pt>
                <c:pt idx="2486">
                  <c:v>5.0000000000000001E-3</c:v>
                </c:pt>
                <c:pt idx="2487">
                  <c:v>5.0000000000000001E-3</c:v>
                </c:pt>
                <c:pt idx="2488">
                  <c:v>5.0000000000000001E-3</c:v>
                </c:pt>
                <c:pt idx="2489">
                  <c:v>5.0000000000000001E-3</c:v>
                </c:pt>
                <c:pt idx="2490">
                  <c:v>5.0000000000000001E-3</c:v>
                </c:pt>
                <c:pt idx="2491">
                  <c:v>5.0000000000000001E-3</c:v>
                </c:pt>
                <c:pt idx="2492">
                  <c:v>5.0000000000000001E-3</c:v>
                </c:pt>
                <c:pt idx="2493">
                  <c:v>5.0000000000000001E-3</c:v>
                </c:pt>
                <c:pt idx="2494">
                  <c:v>5.0000000000000001E-3</c:v>
                </c:pt>
                <c:pt idx="2495">
                  <c:v>5.0000000000000001E-3</c:v>
                </c:pt>
                <c:pt idx="2496">
                  <c:v>5.0000000000000001E-3</c:v>
                </c:pt>
                <c:pt idx="2497">
                  <c:v>5.0000000000000001E-3</c:v>
                </c:pt>
                <c:pt idx="2498">
                  <c:v>5.0000000000000001E-3</c:v>
                </c:pt>
                <c:pt idx="2499">
                  <c:v>5.0000000000000001E-3</c:v>
                </c:pt>
                <c:pt idx="2500">
                  <c:v>5.0000000000000001E-3</c:v>
                </c:pt>
                <c:pt idx="2501">
                  <c:v>5.0000000000000001E-3</c:v>
                </c:pt>
                <c:pt idx="2502">
                  <c:v>5.0000000000000001E-3</c:v>
                </c:pt>
                <c:pt idx="2503">
                  <c:v>5.0000000000000001E-3</c:v>
                </c:pt>
                <c:pt idx="2504">
                  <c:v>5.0000000000000001E-3</c:v>
                </c:pt>
                <c:pt idx="2505">
                  <c:v>5.0000000000000001E-3</c:v>
                </c:pt>
                <c:pt idx="2506">
                  <c:v>5.0000000000000001E-3</c:v>
                </c:pt>
                <c:pt idx="2507">
                  <c:v>5.0000000000000001E-3</c:v>
                </c:pt>
                <c:pt idx="2508">
                  <c:v>5.0000000000000001E-3</c:v>
                </c:pt>
                <c:pt idx="2509">
                  <c:v>5.0000000000000001E-3</c:v>
                </c:pt>
                <c:pt idx="2510">
                  <c:v>5.0000000000000001E-3</c:v>
                </c:pt>
                <c:pt idx="2511">
                  <c:v>5.0000000000000001E-3</c:v>
                </c:pt>
                <c:pt idx="2512">
                  <c:v>5.0000000000000001E-3</c:v>
                </c:pt>
                <c:pt idx="2513">
                  <c:v>5.0000000000000001E-3</c:v>
                </c:pt>
                <c:pt idx="2514">
                  <c:v>5.0000000000000001E-3</c:v>
                </c:pt>
                <c:pt idx="2515">
                  <c:v>5.0000000000000001E-3</c:v>
                </c:pt>
                <c:pt idx="2516">
                  <c:v>5.0000000000000001E-3</c:v>
                </c:pt>
                <c:pt idx="2517">
                  <c:v>5.0000000000000001E-3</c:v>
                </c:pt>
                <c:pt idx="2518">
                  <c:v>7.4999999999999997E-3</c:v>
                </c:pt>
                <c:pt idx="2519">
                  <c:v>7.4999999999999997E-3</c:v>
                </c:pt>
                <c:pt idx="2520">
                  <c:v>7.4999999999999997E-3</c:v>
                </c:pt>
                <c:pt idx="2521">
                  <c:v>7.4999999999999997E-3</c:v>
                </c:pt>
                <c:pt idx="2522">
                  <c:v>7.4999999999999997E-3</c:v>
                </c:pt>
                <c:pt idx="2523">
                  <c:v>7.4999999999999997E-3</c:v>
                </c:pt>
                <c:pt idx="2524">
                  <c:v>7.4999999999999997E-3</c:v>
                </c:pt>
                <c:pt idx="2525">
                  <c:v>7.4999999999999997E-3</c:v>
                </c:pt>
                <c:pt idx="2526">
                  <c:v>7.4999999999999997E-3</c:v>
                </c:pt>
                <c:pt idx="2527">
                  <c:v>7.4999999999999997E-3</c:v>
                </c:pt>
                <c:pt idx="2528">
                  <c:v>7.4999999999999997E-3</c:v>
                </c:pt>
                <c:pt idx="2529">
                  <c:v>7.4999999999999997E-3</c:v>
                </c:pt>
                <c:pt idx="2530">
                  <c:v>7.4999999999999997E-3</c:v>
                </c:pt>
                <c:pt idx="2531">
                  <c:v>7.4999999999999997E-3</c:v>
                </c:pt>
                <c:pt idx="2532">
                  <c:v>7.4999999999999997E-3</c:v>
                </c:pt>
                <c:pt idx="2533">
                  <c:v>7.4999999999999997E-3</c:v>
                </c:pt>
                <c:pt idx="2534">
                  <c:v>7.4999999999999997E-3</c:v>
                </c:pt>
                <c:pt idx="2535">
                  <c:v>7.4999999999999997E-3</c:v>
                </c:pt>
                <c:pt idx="2536">
                  <c:v>7.4999999999999997E-3</c:v>
                </c:pt>
                <c:pt idx="2537">
                  <c:v>7.4999999999999997E-3</c:v>
                </c:pt>
                <c:pt idx="2538">
                  <c:v>7.4999999999999997E-3</c:v>
                </c:pt>
                <c:pt idx="2539">
                  <c:v>7.4999999999999997E-3</c:v>
                </c:pt>
                <c:pt idx="2540">
                  <c:v>7.4999999999999997E-3</c:v>
                </c:pt>
                <c:pt idx="2541">
                  <c:v>7.4999999999999997E-3</c:v>
                </c:pt>
                <c:pt idx="2542">
                  <c:v>7.4999999999999997E-3</c:v>
                </c:pt>
                <c:pt idx="2543">
                  <c:v>7.4999999999999997E-3</c:v>
                </c:pt>
                <c:pt idx="2544">
                  <c:v>7.4999999999999997E-3</c:v>
                </c:pt>
                <c:pt idx="2545">
                  <c:v>7.4999999999999997E-3</c:v>
                </c:pt>
                <c:pt idx="2546">
                  <c:v>7.4999999999999997E-3</c:v>
                </c:pt>
                <c:pt idx="2547">
                  <c:v>7.4999999999999997E-3</c:v>
                </c:pt>
                <c:pt idx="2548">
                  <c:v>7.4999999999999997E-3</c:v>
                </c:pt>
                <c:pt idx="2549">
                  <c:v>7.4999999999999997E-3</c:v>
                </c:pt>
                <c:pt idx="2550">
                  <c:v>7.4999999999999997E-3</c:v>
                </c:pt>
                <c:pt idx="2551">
                  <c:v>7.4999999999999997E-3</c:v>
                </c:pt>
                <c:pt idx="2552">
                  <c:v>7.4999999999999997E-3</c:v>
                </c:pt>
                <c:pt idx="2553">
                  <c:v>7.4999999999999997E-3</c:v>
                </c:pt>
                <c:pt idx="2554">
                  <c:v>7.4999999999999997E-3</c:v>
                </c:pt>
                <c:pt idx="2555">
                  <c:v>7.4999999999999997E-3</c:v>
                </c:pt>
                <c:pt idx="2556">
                  <c:v>7.4999999999999997E-3</c:v>
                </c:pt>
                <c:pt idx="2557">
                  <c:v>7.4999999999999997E-3</c:v>
                </c:pt>
                <c:pt idx="2558">
                  <c:v>7.4999999999999997E-3</c:v>
                </c:pt>
                <c:pt idx="2559">
                  <c:v>7.4999999999999997E-3</c:v>
                </c:pt>
                <c:pt idx="2560">
                  <c:v>7.4999999999999997E-3</c:v>
                </c:pt>
                <c:pt idx="2561">
                  <c:v>7.4999999999999997E-3</c:v>
                </c:pt>
                <c:pt idx="2562">
                  <c:v>7.4999999999999997E-3</c:v>
                </c:pt>
                <c:pt idx="2563">
                  <c:v>7.4999999999999997E-3</c:v>
                </c:pt>
                <c:pt idx="2564">
                  <c:v>7.4999999999999997E-3</c:v>
                </c:pt>
                <c:pt idx="2565">
                  <c:v>7.4999999999999997E-3</c:v>
                </c:pt>
                <c:pt idx="2566">
                  <c:v>7.4999999999999997E-3</c:v>
                </c:pt>
                <c:pt idx="2567">
                  <c:v>7.4999999999999997E-3</c:v>
                </c:pt>
                <c:pt idx="2568">
                  <c:v>7.4999999999999997E-3</c:v>
                </c:pt>
                <c:pt idx="2569">
                  <c:v>7.4999999999999997E-3</c:v>
                </c:pt>
                <c:pt idx="2570">
                  <c:v>7.4999999999999997E-3</c:v>
                </c:pt>
                <c:pt idx="2571">
                  <c:v>7.4999999999999997E-3</c:v>
                </c:pt>
                <c:pt idx="2572">
                  <c:v>7.4999999999999997E-3</c:v>
                </c:pt>
                <c:pt idx="2573">
                  <c:v>7.4999999999999997E-3</c:v>
                </c:pt>
                <c:pt idx="2574">
                  <c:v>7.4999999999999997E-3</c:v>
                </c:pt>
                <c:pt idx="2575">
                  <c:v>7.4999999999999997E-3</c:v>
                </c:pt>
                <c:pt idx="2576">
                  <c:v>7.4999999999999997E-3</c:v>
                </c:pt>
                <c:pt idx="2577">
                  <c:v>7.4999999999999997E-3</c:v>
                </c:pt>
                <c:pt idx="2578">
                  <c:v>7.4999999999999997E-3</c:v>
                </c:pt>
                <c:pt idx="2579">
                  <c:v>7.4999999999999997E-3</c:v>
                </c:pt>
                <c:pt idx="2580">
                  <c:v>7.4999999999999997E-3</c:v>
                </c:pt>
                <c:pt idx="2581">
                  <c:v>7.4999999999999997E-3</c:v>
                </c:pt>
                <c:pt idx="2582">
                  <c:v>7.4999999999999997E-3</c:v>
                </c:pt>
                <c:pt idx="2583">
                  <c:v>0.01</c:v>
                </c:pt>
                <c:pt idx="2584">
                  <c:v>0.01</c:v>
                </c:pt>
                <c:pt idx="2585">
                  <c:v>0.01</c:v>
                </c:pt>
                <c:pt idx="2586">
                  <c:v>0.01</c:v>
                </c:pt>
                <c:pt idx="2587">
                  <c:v>0.01</c:v>
                </c:pt>
                <c:pt idx="2588">
                  <c:v>0.01</c:v>
                </c:pt>
                <c:pt idx="2589">
                  <c:v>0.01</c:v>
                </c:pt>
                <c:pt idx="2590">
                  <c:v>0.01</c:v>
                </c:pt>
                <c:pt idx="2591">
                  <c:v>0.01</c:v>
                </c:pt>
                <c:pt idx="2592">
                  <c:v>0.01</c:v>
                </c:pt>
                <c:pt idx="2593">
                  <c:v>0.01</c:v>
                </c:pt>
                <c:pt idx="2594">
                  <c:v>0.01</c:v>
                </c:pt>
                <c:pt idx="2595">
                  <c:v>0.01</c:v>
                </c:pt>
                <c:pt idx="2596">
                  <c:v>0.01</c:v>
                </c:pt>
                <c:pt idx="2597">
                  <c:v>0.01</c:v>
                </c:pt>
                <c:pt idx="2598">
                  <c:v>0.01</c:v>
                </c:pt>
                <c:pt idx="2599">
                  <c:v>0.01</c:v>
                </c:pt>
                <c:pt idx="2600">
                  <c:v>0.01</c:v>
                </c:pt>
                <c:pt idx="2601">
                  <c:v>0.01</c:v>
                </c:pt>
                <c:pt idx="2602">
                  <c:v>0.01</c:v>
                </c:pt>
                <c:pt idx="2603">
                  <c:v>0.01</c:v>
                </c:pt>
                <c:pt idx="2604">
                  <c:v>0.01</c:v>
                </c:pt>
                <c:pt idx="2605">
                  <c:v>0.01</c:v>
                </c:pt>
                <c:pt idx="2606">
                  <c:v>0.01</c:v>
                </c:pt>
                <c:pt idx="2607">
                  <c:v>0.01</c:v>
                </c:pt>
                <c:pt idx="2608">
                  <c:v>0.01</c:v>
                </c:pt>
                <c:pt idx="2609">
                  <c:v>0.01</c:v>
                </c:pt>
                <c:pt idx="2610">
                  <c:v>0.01</c:v>
                </c:pt>
                <c:pt idx="2611">
                  <c:v>0.01</c:v>
                </c:pt>
                <c:pt idx="2612">
                  <c:v>0.01</c:v>
                </c:pt>
                <c:pt idx="2613">
                  <c:v>0.01</c:v>
                </c:pt>
                <c:pt idx="2614">
                  <c:v>0.01</c:v>
                </c:pt>
                <c:pt idx="2615">
                  <c:v>0.01</c:v>
                </c:pt>
                <c:pt idx="2616">
                  <c:v>0.01</c:v>
                </c:pt>
                <c:pt idx="2617">
                  <c:v>0.01</c:v>
                </c:pt>
                <c:pt idx="2618">
                  <c:v>0.01</c:v>
                </c:pt>
                <c:pt idx="2619">
                  <c:v>1.2500000000000001E-2</c:v>
                </c:pt>
                <c:pt idx="2620">
                  <c:v>1.2500000000000001E-2</c:v>
                </c:pt>
                <c:pt idx="2621">
                  <c:v>1.2500000000000001E-2</c:v>
                </c:pt>
                <c:pt idx="2622">
                  <c:v>1.2500000000000001E-2</c:v>
                </c:pt>
                <c:pt idx="2623">
                  <c:v>1.2500000000000001E-2</c:v>
                </c:pt>
                <c:pt idx="2624">
                  <c:v>1.2500000000000001E-2</c:v>
                </c:pt>
                <c:pt idx="2625">
                  <c:v>1.2500000000000001E-2</c:v>
                </c:pt>
                <c:pt idx="2626">
                  <c:v>1.2500000000000001E-2</c:v>
                </c:pt>
                <c:pt idx="2627">
                  <c:v>1.2500000000000001E-2</c:v>
                </c:pt>
                <c:pt idx="2628">
                  <c:v>1.2500000000000001E-2</c:v>
                </c:pt>
                <c:pt idx="2629">
                  <c:v>1.2500000000000001E-2</c:v>
                </c:pt>
                <c:pt idx="2630">
                  <c:v>1.2500000000000001E-2</c:v>
                </c:pt>
                <c:pt idx="2631">
                  <c:v>1.2500000000000001E-2</c:v>
                </c:pt>
                <c:pt idx="2632">
                  <c:v>1.2500000000000001E-2</c:v>
                </c:pt>
                <c:pt idx="2633">
                  <c:v>1.2500000000000001E-2</c:v>
                </c:pt>
                <c:pt idx="2634">
                  <c:v>1.2500000000000001E-2</c:v>
                </c:pt>
                <c:pt idx="2635">
                  <c:v>1.2500000000000001E-2</c:v>
                </c:pt>
                <c:pt idx="2636">
                  <c:v>1.2500000000000001E-2</c:v>
                </c:pt>
                <c:pt idx="2637">
                  <c:v>1.2500000000000001E-2</c:v>
                </c:pt>
                <c:pt idx="2638">
                  <c:v>1.2500000000000001E-2</c:v>
                </c:pt>
                <c:pt idx="2639">
                  <c:v>1.2500000000000001E-2</c:v>
                </c:pt>
                <c:pt idx="2640">
                  <c:v>1.2500000000000001E-2</c:v>
                </c:pt>
                <c:pt idx="2641">
                  <c:v>1.2500000000000001E-2</c:v>
                </c:pt>
                <c:pt idx="2642">
                  <c:v>1.2500000000000001E-2</c:v>
                </c:pt>
                <c:pt idx="2643">
                  <c:v>1.2500000000000001E-2</c:v>
                </c:pt>
                <c:pt idx="2644">
                  <c:v>1.2500000000000001E-2</c:v>
                </c:pt>
                <c:pt idx="2645">
                  <c:v>1.2500000000000001E-2</c:v>
                </c:pt>
                <c:pt idx="2646">
                  <c:v>1.2500000000000001E-2</c:v>
                </c:pt>
                <c:pt idx="2647">
                  <c:v>1.2500000000000001E-2</c:v>
                </c:pt>
                <c:pt idx="2648">
                  <c:v>1.2500000000000001E-2</c:v>
                </c:pt>
                <c:pt idx="2649">
                  <c:v>1.2500000000000001E-2</c:v>
                </c:pt>
                <c:pt idx="2650">
                  <c:v>1.2500000000000001E-2</c:v>
                </c:pt>
                <c:pt idx="2651">
                  <c:v>1.2500000000000001E-2</c:v>
                </c:pt>
                <c:pt idx="2652">
                  <c:v>1.2500000000000001E-2</c:v>
                </c:pt>
                <c:pt idx="2653">
                  <c:v>1.2500000000000001E-2</c:v>
                </c:pt>
                <c:pt idx="2654">
                  <c:v>1.2500000000000001E-2</c:v>
                </c:pt>
                <c:pt idx="2655">
                  <c:v>1.2500000000000001E-2</c:v>
                </c:pt>
                <c:pt idx="2656">
                  <c:v>1.2500000000000001E-2</c:v>
                </c:pt>
                <c:pt idx="2657">
                  <c:v>1.2500000000000001E-2</c:v>
                </c:pt>
                <c:pt idx="2658">
                  <c:v>1.2500000000000001E-2</c:v>
                </c:pt>
                <c:pt idx="2659">
                  <c:v>1.2500000000000001E-2</c:v>
                </c:pt>
                <c:pt idx="2660">
                  <c:v>1.2500000000000001E-2</c:v>
                </c:pt>
                <c:pt idx="2661">
                  <c:v>1.2500000000000001E-2</c:v>
                </c:pt>
                <c:pt idx="2662">
                  <c:v>1.2500000000000001E-2</c:v>
                </c:pt>
                <c:pt idx="2663">
                  <c:v>1.2500000000000001E-2</c:v>
                </c:pt>
                <c:pt idx="2664">
                  <c:v>1.2500000000000001E-2</c:v>
                </c:pt>
                <c:pt idx="2665">
                  <c:v>1.2500000000000001E-2</c:v>
                </c:pt>
                <c:pt idx="2666">
                  <c:v>1.2500000000000001E-2</c:v>
                </c:pt>
                <c:pt idx="2667">
                  <c:v>1.2500000000000001E-2</c:v>
                </c:pt>
                <c:pt idx="2668">
                  <c:v>1.2500000000000001E-2</c:v>
                </c:pt>
                <c:pt idx="2669">
                  <c:v>1.2500000000000001E-2</c:v>
                </c:pt>
                <c:pt idx="2670">
                  <c:v>1.2500000000000001E-2</c:v>
                </c:pt>
                <c:pt idx="2671">
                  <c:v>1.2500000000000001E-2</c:v>
                </c:pt>
                <c:pt idx="2672">
                  <c:v>1.2500000000000001E-2</c:v>
                </c:pt>
                <c:pt idx="2673">
                  <c:v>1.2500000000000001E-2</c:v>
                </c:pt>
                <c:pt idx="2674">
                  <c:v>1.2500000000000001E-2</c:v>
                </c:pt>
                <c:pt idx="2675">
                  <c:v>1.2500000000000001E-2</c:v>
                </c:pt>
                <c:pt idx="2676">
                  <c:v>1.2500000000000001E-2</c:v>
                </c:pt>
                <c:pt idx="2677">
                  <c:v>1.2500000000000001E-2</c:v>
                </c:pt>
                <c:pt idx="2678">
                  <c:v>1.2500000000000001E-2</c:v>
                </c:pt>
                <c:pt idx="2679">
                  <c:v>1.2500000000000001E-2</c:v>
                </c:pt>
                <c:pt idx="2680">
                  <c:v>1.2500000000000001E-2</c:v>
                </c:pt>
                <c:pt idx="2681">
                  <c:v>1.2500000000000001E-2</c:v>
                </c:pt>
                <c:pt idx="2682">
                  <c:v>1.2500000000000001E-2</c:v>
                </c:pt>
                <c:pt idx="2683">
                  <c:v>1.4999999999999999E-2</c:v>
                </c:pt>
                <c:pt idx="2684">
                  <c:v>1.4999999999999999E-2</c:v>
                </c:pt>
                <c:pt idx="2685">
                  <c:v>1.4999999999999999E-2</c:v>
                </c:pt>
                <c:pt idx="2686">
                  <c:v>1.4999999999999999E-2</c:v>
                </c:pt>
                <c:pt idx="2687">
                  <c:v>1.4999999999999999E-2</c:v>
                </c:pt>
                <c:pt idx="2688">
                  <c:v>1.4999999999999999E-2</c:v>
                </c:pt>
                <c:pt idx="2689">
                  <c:v>1.4999999999999999E-2</c:v>
                </c:pt>
                <c:pt idx="2690">
                  <c:v>1.4999999999999999E-2</c:v>
                </c:pt>
                <c:pt idx="2691">
                  <c:v>1.4999999999999999E-2</c:v>
                </c:pt>
                <c:pt idx="2692">
                  <c:v>1.4999999999999999E-2</c:v>
                </c:pt>
                <c:pt idx="2693">
                  <c:v>1.4999999999999999E-2</c:v>
                </c:pt>
                <c:pt idx="2694">
                  <c:v>1.4999999999999999E-2</c:v>
                </c:pt>
                <c:pt idx="2695">
                  <c:v>1.4999999999999999E-2</c:v>
                </c:pt>
                <c:pt idx="2696">
                  <c:v>1.4999999999999999E-2</c:v>
                </c:pt>
                <c:pt idx="2697">
                  <c:v>1.4999999999999999E-2</c:v>
                </c:pt>
                <c:pt idx="2698">
                  <c:v>1.4999999999999999E-2</c:v>
                </c:pt>
                <c:pt idx="2699">
                  <c:v>1.4999999999999999E-2</c:v>
                </c:pt>
                <c:pt idx="2700">
                  <c:v>1.4999999999999999E-2</c:v>
                </c:pt>
                <c:pt idx="2701">
                  <c:v>1.4999999999999999E-2</c:v>
                </c:pt>
                <c:pt idx="2702">
                  <c:v>1.4999999999999999E-2</c:v>
                </c:pt>
                <c:pt idx="2703">
                  <c:v>1.4999999999999999E-2</c:v>
                </c:pt>
                <c:pt idx="2704">
                  <c:v>1.4999999999999999E-2</c:v>
                </c:pt>
                <c:pt idx="2705">
                  <c:v>1.4999999999999999E-2</c:v>
                </c:pt>
                <c:pt idx="2706">
                  <c:v>1.4999999999999999E-2</c:v>
                </c:pt>
                <c:pt idx="2707">
                  <c:v>1.4999999999999999E-2</c:v>
                </c:pt>
                <c:pt idx="2708">
                  <c:v>1.4999999999999999E-2</c:v>
                </c:pt>
                <c:pt idx="2709">
                  <c:v>1.4999999999999999E-2</c:v>
                </c:pt>
                <c:pt idx="2710">
                  <c:v>1.4999999999999999E-2</c:v>
                </c:pt>
                <c:pt idx="2711">
                  <c:v>1.4999999999999999E-2</c:v>
                </c:pt>
                <c:pt idx="2712">
                  <c:v>1.4999999999999999E-2</c:v>
                </c:pt>
                <c:pt idx="2713">
                  <c:v>1.7500000000000002E-2</c:v>
                </c:pt>
                <c:pt idx="2714">
                  <c:v>1.7500000000000002E-2</c:v>
                </c:pt>
                <c:pt idx="2715">
                  <c:v>1.7500000000000002E-2</c:v>
                </c:pt>
                <c:pt idx="2716">
                  <c:v>1.7500000000000002E-2</c:v>
                </c:pt>
                <c:pt idx="2717">
                  <c:v>1.7500000000000002E-2</c:v>
                </c:pt>
                <c:pt idx="2718">
                  <c:v>1.7500000000000002E-2</c:v>
                </c:pt>
                <c:pt idx="2719">
                  <c:v>1.7500000000000002E-2</c:v>
                </c:pt>
                <c:pt idx="2720">
                  <c:v>1.7500000000000002E-2</c:v>
                </c:pt>
                <c:pt idx="2721">
                  <c:v>1.7500000000000002E-2</c:v>
                </c:pt>
                <c:pt idx="2722">
                  <c:v>1.7500000000000002E-2</c:v>
                </c:pt>
                <c:pt idx="2723">
                  <c:v>1.7500000000000002E-2</c:v>
                </c:pt>
                <c:pt idx="2724">
                  <c:v>1.7500000000000002E-2</c:v>
                </c:pt>
                <c:pt idx="2725">
                  <c:v>1.7500000000000002E-2</c:v>
                </c:pt>
                <c:pt idx="2726">
                  <c:v>1.7500000000000002E-2</c:v>
                </c:pt>
                <c:pt idx="2727">
                  <c:v>1.7500000000000002E-2</c:v>
                </c:pt>
                <c:pt idx="2728">
                  <c:v>1.7500000000000002E-2</c:v>
                </c:pt>
                <c:pt idx="2729">
                  <c:v>1.7500000000000002E-2</c:v>
                </c:pt>
                <c:pt idx="2730">
                  <c:v>1.7500000000000002E-2</c:v>
                </c:pt>
                <c:pt idx="2731">
                  <c:v>1.7500000000000002E-2</c:v>
                </c:pt>
                <c:pt idx="2732">
                  <c:v>1.7500000000000002E-2</c:v>
                </c:pt>
                <c:pt idx="2733">
                  <c:v>1.7500000000000002E-2</c:v>
                </c:pt>
                <c:pt idx="2734">
                  <c:v>1.7500000000000002E-2</c:v>
                </c:pt>
                <c:pt idx="2735">
                  <c:v>1.7500000000000002E-2</c:v>
                </c:pt>
                <c:pt idx="2736">
                  <c:v>1.7500000000000002E-2</c:v>
                </c:pt>
                <c:pt idx="2737">
                  <c:v>1.7500000000000002E-2</c:v>
                </c:pt>
                <c:pt idx="2738">
                  <c:v>1.7500000000000002E-2</c:v>
                </c:pt>
                <c:pt idx="2739">
                  <c:v>1.7500000000000002E-2</c:v>
                </c:pt>
                <c:pt idx="2740">
                  <c:v>1.7500000000000002E-2</c:v>
                </c:pt>
                <c:pt idx="2741">
                  <c:v>1.7500000000000002E-2</c:v>
                </c:pt>
                <c:pt idx="2742">
                  <c:v>1.7500000000000002E-2</c:v>
                </c:pt>
                <c:pt idx="2743">
                  <c:v>1.7500000000000002E-2</c:v>
                </c:pt>
                <c:pt idx="2744">
                  <c:v>1.7500000000000002E-2</c:v>
                </c:pt>
                <c:pt idx="2745">
                  <c:v>1.7500000000000002E-2</c:v>
                </c:pt>
                <c:pt idx="2746">
                  <c:v>1.7500000000000002E-2</c:v>
                </c:pt>
                <c:pt idx="2747">
                  <c:v>2.2499999999999999E-2</c:v>
                </c:pt>
                <c:pt idx="2748">
                  <c:v>2.2499999999999999E-2</c:v>
                </c:pt>
                <c:pt idx="2749">
                  <c:v>2.2499999999999999E-2</c:v>
                </c:pt>
                <c:pt idx="2750">
                  <c:v>2.2499999999999999E-2</c:v>
                </c:pt>
                <c:pt idx="2751">
                  <c:v>2.2499999999999999E-2</c:v>
                </c:pt>
                <c:pt idx="2752">
                  <c:v>2.2499999999999999E-2</c:v>
                </c:pt>
                <c:pt idx="2753">
                  <c:v>2.2499999999999999E-2</c:v>
                </c:pt>
                <c:pt idx="2754">
                  <c:v>2.2499999999999999E-2</c:v>
                </c:pt>
                <c:pt idx="2755">
                  <c:v>2.2499999999999999E-2</c:v>
                </c:pt>
                <c:pt idx="2756">
                  <c:v>2.2499999999999999E-2</c:v>
                </c:pt>
                <c:pt idx="2757">
                  <c:v>2.2499999999999999E-2</c:v>
                </c:pt>
                <c:pt idx="2758">
                  <c:v>2.2499999999999999E-2</c:v>
                </c:pt>
                <c:pt idx="2759">
                  <c:v>2.2499999999999999E-2</c:v>
                </c:pt>
                <c:pt idx="2760">
                  <c:v>2.2499999999999999E-2</c:v>
                </c:pt>
                <c:pt idx="2761">
                  <c:v>2.2499999999999999E-2</c:v>
                </c:pt>
                <c:pt idx="2762">
                  <c:v>2.2499999999999999E-2</c:v>
                </c:pt>
                <c:pt idx="2763">
                  <c:v>2.2499999999999999E-2</c:v>
                </c:pt>
                <c:pt idx="2764">
                  <c:v>2.2499999999999999E-2</c:v>
                </c:pt>
                <c:pt idx="2765">
                  <c:v>2.2499999999999999E-2</c:v>
                </c:pt>
                <c:pt idx="2766">
                  <c:v>2.2499999999999999E-2</c:v>
                </c:pt>
                <c:pt idx="2767">
                  <c:v>2.2499999999999999E-2</c:v>
                </c:pt>
                <c:pt idx="2768">
                  <c:v>2.2499999999999999E-2</c:v>
                </c:pt>
                <c:pt idx="2769">
                  <c:v>2.2499999999999999E-2</c:v>
                </c:pt>
                <c:pt idx="2770">
                  <c:v>2.2499999999999999E-2</c:v>
                </c:pt>
                <c:pt idx="2771">
                  <c:v>2.2499999999999999E-2</c:v>
                </c:pt>
                <c:pt idx="2772">
                  <c:v>2.2499999999999999E-2</c:v>
                </c:pt>
                <c:pt idx="2773">
                  <c:v>2.2499999999999999E-2</c:v>
                </c:pt>
                <c:pt idx="2774">
                  <c:v>2.2499999999999999E-2</c:v>
                </c:pt>
                <c:pt idx="2775">
                  <c:v>2.2499999999999999E-2</c:v>
                </c:pt>
                <c:pt idx="2776">
                  <c:v>2.2499999999999999E-2</c:v>
                </c:pt>
                <c:pt idx="2777">
                  <c:v>2.2499999999999999E-2</c:v>
                </c:pt>
                <c:pt idx="2778">
                  <c:v>2.5000000000000001E-2</c:v>
                </c:pt>
                <c:pt idx="2779">
                  <c:v>2.5000000000000001E-2</c:v>
                </c:pt>
                <c:pt idx="2780">
                  <c:v>2.5000000000000001E-2</c:v>
                </c:pt>
                <c:pt idx="2781">
                  <c:v>2.5000000000000001E-2</c:v>
                </c:pt>
                <c:pt idx="2782">
                  <c:v>2.5000000000000001E-2</c:v>
                </c:pt>
                <c:pt idx="2783">
                  <c:v>2.5000000000000001E-2</c:v>
                </c:pt>
                <c:pt idx="2784">
                  <c:v>2.5000000000000001E-2</c:v>
                </c:pt>
                <c:pt idx="2785">
                  <c:v>2.5000000000000001E-2</c:v>
                </c:pt>
                <c:pt idx="2786">
                  <c:v>2.5000000000000001E-2</c:v>
                </c:pt>
                <c:pt idx="2787">
                  <c:v>2.5000000000000001E-2</c:v>
                </c:pt>
                <c:pt idx="2788">
                  <c:v>2.5000000000000001E-2</c:v>
                </c:pt>
                <c:pt idx="2789">
                  <c:v>2.5000000000000001E-2</c:v>
                </c:pt>
                <c:pt idx="2790">
                  <c:v>2.5000000000000001E-2</c:v>
                </c:pt>
                <c:pt idx="2791">
                  <c:v>2.5000000000000001E-2</c:v>
                </c:pt>
                <c:pt idx="2792">
                  <c:v>2.5000000000000001E-2</c:v>
                </c:pt>
                <c:pt idx="2793">
                  <c:v>2.5000000000000001E-2</c:v>
                </c:pt>
                <c:pt idx="2794">
                  <c:v>2.5000000000000001E-2</c:v>
                </c:pt>
                <c:pt idx="2795">
                  <c:v>2.5000000000000001E-2</c:v>
                </c:pt>
                <c:pt idx="2796">
                  <c:v>2.5000000000000001E-2</c:v>
                </c:pt>
                <c:pt idx="2797">
                  <c:v>2.5000000000000001E-2</c:v>
                </c:pt>
                <c:pt idx="2798">
                  <c:v>2.5000000000000001E-2</c:v>
                </c:pt>
                <c:pt idx="2799">
                  <c:v>2.5000000000000001E-2</c:v>
                </c:pt>
                <c:pt idx="2800">
                  <c:v>2.5000000000000001E-2</c:v>
                </c:pt>
                <c:pt idx="2801">
                  <c:v>2.5000000000000001E-2</c:v>
                </c:pt>
                <c:pt idx="2802">
                  <c:v>2.5000000000000001E-2</c:v>
                </c:pt>
                <c:pt idx="2803">
                  <c:v>2.5000000000000001E-2</c:v>
                </c:pt>
                <c:pt idx="2804">
                  <c:v>2.5000000000000001E-2</c:v>
                </c:pt>
                <c:pt idx="2805">
                  <c:v>2.5000000000000001E-2</c:v>
                </c:pt>
                <c:pt idx="2806">
                  <c:v>2.5000000000000001E-2</c:v>
                </c:pt>
                <c:pt idx="2807">
                  <c:v>2.5000000000000001E-2</c:v>
                </c:pt>
                <c:pt idx="2808">
                  <c:v>2.5000000000000001E-2</c:v>
                </c:pt>
                <c:pt idx="2809">
                  <c:v>2.5000000000000001E-2</c:v>
                </c:pt>
                <c:pt idx="2810">
                  <c:v>2.5000000000000001E-2</c:v>
                </c:pt>
                <c:pt idx="2811">
                  <c:v>2.5000000000000001E-2</c:v>
                </c:pt>
                <c:pt idx="2812">
                  <c:v>0.03</c:v>
                </c:pt>
                <c:pt idx="2813">
                  <c:v>0.03</c:v>
                </c:pt>
                <c:pt idx="2814">
                  <c:v>0.03</c:v>
                </c:pt>
                <c:pt idx="2815">
                  <c:v>0.03</c:v>
                </c:pt>
                <c:pt idx="2816">
                  <c:v>0.03</c:v>
                </c:pt>
                <c:pt idx="2817">
                  <c:v>0.03</c:v>
                </c:pt>
                <c:pt idx="2818">
                  <c:v>0.03</c:v>
                </c:pt>
                <c:pt idx="2819">
                  <c:v>0.03</c:v>
                </c:pt>
                <c:pt idx="2820">
                  <c:v>0.03</c:v>
                </c:pt>
                <c:pt idx="2821">
                  <c:v>0.03</c:v>
                </c:pt>
                <c:pt idx="2822">
                  <c:v>0.03</c:v>
                </c:pt>
                <c:pt idx="2823">
                  <c:v>0.03</c:v>
                </c:pt>
                <c:pt idx="2824">
                  <c:v>0.03</c:v>
                </c:pt>
                <c:pt idx="2825">
                  <c:v>0.03</c:v>
                </c:pt>
                <c:pt idx="2826">
                  <c:v>0.03</c:v>
                </c:pt>
                <c:pt idx="2827">
                  <c:v>0.03</c:v>
                </c:pt>
                <c:pt idx="2828">
                  <c:v>0.03</c:v>
                </c:pt>
                <c:pt idx="2829">
                  <c:v>0.03</c:v>
                </c:pt>
                <c:pt idx="2830">
                  <c:v>0.03</c:v>
                </c:pt>
                <c:pt idx="2831">
                  <c:v>0.03</c:v>
                </c:pt>
                <c:pt idx="2832">
                  <c:v>0.03</c:v>
                </c:pt>
                <c:pt idx="2833">
                  <c:v>0.03</c:v>
                </c:pt>
                <c:pt idx="2834">
                  <c:v>0.03</c:v>
                </c:pt>
                <c:pt idx="2835">
                  <c:v>0.03</c:v>
                </c:pt>
                <c:pt idx="2836">
                  <c:v>0.03</c:v>
                </c:pt>
                <c:pt idx="2837">
                  <c:v>0.03</c:v>
                </c:pt>
                <c:pt idx="2838">
                  <c:v>0.03</c:v>
                </c:pt>
                <c:pt idx="2839">
                  <c:v>0.03</c:v>
                </c:pt>
                <c:pt idx="2840">
                  <c:v>0.03</c:v>
                </c:pt>
                <c:pt idx="2841">
                  <c:v>0.03</c:v>
                </c:pt>
                <c:pt idx="2842">
                  <c:v>0.03</c:v>
                </c:pt>
                <c:pt idx="2843">
                  <c:v>3.2500000000000001E-2</c:v>
                </c:pt>
                <c:pt idx="2844">
                  <c:v>3.2500000000000001E-2</c:v>
                </c:pt>
                <c:pt idx="2845">
                  <c:v>3.2500000000000001E-2</c:v>
                </c:pt>
                <c:pt idx="2846">
                  <c:v>3.2500000000000001E-2</c:v>
                </c:pt>
                <c:pt idx="2847">
                  <c:v>3.2500000000000001E-2</c:v>
                </c:pt>
                <c:pt idx="2848">
                  <c:v>3.2500000000000001E-2</c:v>
                </c:pt>
                <c:pt idx="2849">
                  <c:v>3.2500000000000001E-2</c:v>
                </c:pt>
                <c:pt idx="2850">
                  <c:v>3.2500000000000001E-2</c:v>
                </c:pt>
                <c:pt idx="2851">
                  <c:v>3.2500000000000001E-2</c:v>
                </c:pt>
                <c:pt idx="2852">
                  <c:v>3.2500000000000001E-2</c:v>
                </c:pt>
                <c:pt idx="2853">
                  <c:v>3.2500000000000001E-2</c:v>
                </c:pt>
                <c:pt idx="2854">
                  <c:v>3.2500000000000001E-2</c:v>
                </c:pt>
                <c:pt idx="2855">
                  <c:v>3.2500000000000001E-2</c:v>
                </c:pt>
                <c:pt idx="2856">
                  <c:v>3.2500000000000001E-2</c:v>
                </c:pt>
                <c:pt idx="2857">
                  <c:v>3.2500000000000001E-2</c:v>
                </c:pt>
                <c:pt idx="2858">
                  <c:v>3.2500000000000001E-2</c:v>
                </c:pt>
                <c:pt idx="2859">
                  <c:v>3.2500000000000001E-2</c:v>
                </c:pt>
                <c:pt idx="2860">
                  <c:v>3.2500000000000001E-2</c:v>
                </c:pt>
                <c:pt idx="2861">
                  <c:v>3.2500000000000001E-2</c:v>
                </c:pt>
                <c:pt idx="2862">
                  <c:v>3.2500000000000001E-2</c:v>
                </c:pt>
                <c:pt idx="2863">
                  <c:v>3.2500000000000001E-2</c:v>
                </c:pt>
                <c:pt idx="2864">
                  <c:v>3.2500000000000001E-2</c:v>
                </c:pt>
                <c:pt idx="2865">
                  <c:v>3.2500000000000001E-2</c:v>
                </c:pt>
                <c:pt idx="2866">
                  <c:v>3.2500000000000001E-2</c:v>
                </c:pt>
                <c:pt idx="2867">
                  <c:v>3.2500000000000001E-2</c:v>
                </c:pt>
                <c:pt idx="2868">
                  <c:v>3.2500000000000001E-2</c:v>
                </c:pt>
                <c:pt idx="2869">
                  <c:v>3.2500000000000001E-2</c:v>
                </c:pt>
                <c:pt idx="2870">
                  <c:v>3.2500000000000001E-2</c:v>
                </c:pt>
                <c:pt idx="2871">
                  <c:v>3.2500000000000001E-2</c:v>
                </c:pt>
                <c:pt idx="2872">
                  <c:v>3.2500000000000001E-2</c:v>
                </c:pt>
                <c:pt idx="2873">
                  <c:v>3.2500000000000001E-2</c:v>
                </c:pt>
                <c:pt idx="2874">
                  <c:v>3.2500000000000001E-2</c:v>
                </c:pt>
                <c:pt idx="2875">
                  <c:v>3.2500000000000001E-2</c:v>
                </c:pt>
                <c:pt idx="2876">
                  <c:v>3.2500000000000001E-2</c:v>
                </c:pt>
                <c:pt idx="2877">
                  <c:v>3.2500000000000001E-2</c:v>
                </c:pt>
                <c:pt idx="2878">
                  <c:v>3.2500000000000001E-2</c:v>
                </c:pt>
                <c:pt idx="2879">
                  <c:v>3.5000000000000003E-2</c:v>
                </c:pt>
                <c:pt idx="2880">
                  <c:v>3.5000000000000003E-2</c:v>
                </c:pt>
                <c:pt idx="2881">
                  <c:v>3.5000000000000003E-2</c:v>
                </c:pt>
                <c:pt idx="2882">
                  <c:v>3.5000000000000003E-2</c:v>
                </c:pt>
                <c:pt idx="2883">
                  <c:v>3.5000000000000003E-2</c:v>
                </c:pt>
                <c:pt idx="2884">
                  <c:v>3.5000000000000003E-2</c:v>
                </c:pt>
                <c:pt idx="2885">
                  <c:v>3.5000000000000003E-2</c:v>
                </c:pt>
                <c:pt idx="2886">
                  <c:v>3.5000000000000003E-2</c:v>
                </c:pt>
                <c:pt idx="2887">
                  <c:v>3.5000000000000003E-2</c:v>
                </c:pt>
                <c:pt idx="2888">
                  <c:v>3.5000000000000003E-2</c:v>
                </c:pt>
                <c:pt idx="2889">
                  <c:v>3.5000000000000003E-2</c:v>
                </c:pt>
                <c:pt idx="2890">
                  <c:v>3.5000000000000003E-2</c:v>
                </c:pt>
                <c:pt idx="2891">
                  <c:v>3.5000000000000003E-2</c:v>
                </c:pt>
                <c:pt idx="2892">
                  <c:v>3.5000000000000003E-2</c:v>
                </c:pt>
                <c:pt idx="2893">
                  <c:v>3.5000000000000003E-2</c:v>
                </c:pt>
                <c:pt idx="2894">
                  <c:v>3.5000000000000003E-2</c:v>
                </c:pt>
                <c:pt idx="2895">
                  <c:v>3.5000000000000003E-2</c:v>
                </c:pt>
                <c:pt idx="2896">
                  <c:v>3.5000000000000003E-2</c:v>
                </c:pt>
                <c:pt idx="2897">
                  <c:v>3.5000000000000003E-2</c:v>
                </c:pt>
                <c:pt idx="2898">
                  <c:v>3.5000000000000003E-2</c:v>
                </c:pt>
                <c:pt idx="2899">
                  <c:v>3.5000000000000003E-2</c:v>
                </c:pt>
                <c:pt idx="2900">
                  <c:v>3.5000000000000003E-2</c:v>
                </c:pt>
                <c:pt idx="2901">
                  <c:v>3.5000000000000003E-2</c:v>
                </c:pt>
                <c:pt idx="2902">
                  <c:v>3.5000000000000003E-2</c:v>
                </c:pt>
                <c:pt idx="2903">
                  <c:v>3.5000000000000003E-2</c:v>
                </c:pt>
                <c:pt idx="2904">
                  <c:v>3.5000000000000003E-2</c:v>
                </c:pt>
                <c:pt idx="2905">
                  <c:v>3.5000000000000003E-2</c:v>
                </c:pt>
                <c:pt idx="2906">
                  <c:v>3.5000000000000003E-2</c:v>
                </c:pt>
                <c:pt idx="2907">
                  <c:v>3.5000000000000003E-2</c:v>
                </c:pt>
                <c:pt idx="2908">
                  <c:v>3.5000000000000003E-2</c:v>
                </c:pt>
                <c:pt idx="2909">
                  <c:v>3.5000000000000003E-2</c:v>
                </c:pt>
                <c:pt idx="2910">
                  <c:v>3.5000000000000003E-2</c:v>
                </c:pt>
                <c:pt idx="2911">
                  <c:v>3.5000000000000003E-2</c:v>
                </c:pt>
                <c:pt idx="2912">
                  <c:v>3.5000000000000003E-2</c:v>
                </c:pt>
                <c:pt idx="2913">
                  <c:v>3.5000000000000003E-2</c:v>
                </c:pt>
                <c:pt idx="2914">
                  <c:v>3.5000000000000003E-2</c:v>
                </c:pt>
                <c:pt idx="2915">
                  <c:v>3.5000000000000003E-2</c:v>
                </c:pt>
                <c:pt idx="2916">
                  <c:v>3.5000000000000003E-2</c:v>
                </c:pt>
                <c:pt idx="2917">
                  <c:v>3.5000000000000003E-2</c:v>
                </c:pt>
                <c:pt idx="2918">
                  <c:v>3.5000000000000003E-2</c:v>
                </c:pt>
                <c:pt idx="2919">
                  <c:v>3.5000000000000003E-2</c:v>
                </c:pt>
                <c:pt idx="2920">
                  <c:v>3.5000000000000003E-2</c:v>
                </c:pt>
                <c:pt idx="2921">
                  <c:v>3.5000000000000003E-2</c:v>
                </c:pt>
                <c:pt idx="2922">
                  <c:v>3.5000000000000003E-2</c:v>
                </c:pt>
                <c:pt idx="2923">
                  <c:v>3.5000000000000003E-2</c:v>
                </c:pt>
                <c:pt idx="2924">
                  <c:v>3.5000000000000003E-2</c:v>
                </c:pt>
                <c:pt idx="2925">
                  <c:v>3.5000000000000003E-2</c:v>
                </c:pt>
                <c:pt idx="2926">
                  <c:v>3.5000000000000003E-2</c:v>
                </c:pt>
                <c:pt idx="2927">
                  <c:v>3.5000000000000003E-2</c:v>
                </c:pt>
                <c:pt idx="2928">
                  <c:v>3.5000000000000003E-2</c:v>
                </c:pt>
                <c:pt idx="2929">
                  <c:v>3.5000000000000003E-2</c:v>
                </c:pt>
                <c:pt idx="2930">
                  <c:v>3.5000000000000003E-2</c:v>
                </c:pt>
                <c:pt idx="2931">
                  <c:v>3.5000000000000003E-2</c:v>
                </c:pt>
                <c:pt idx="2932">
                  <c:v>3.5000000000000003E-2</c:v>
                </c:pt>
                <c:pt idx="2933">
                  <c:v>3.5000000000000003E-2</c:v>
                </c:pt>
                <c:pt idx="2934">
                  <c:v>3.5000000000000003E-2</c:v>
                </c:pt>
                <c:pt idx="2935">
                  <c:v>3.5000000000000003E-2</c:v>
                </c:pt>
                <c:pt idx="2936">
                  <c:v>3.5000000000000003E-2</c:v>
                </c:pt>
                <c:pt idx="2937">
                  <c:v>3.5000000000000003E-2</c:v>
                </c:pt>
                <c:pt idx="2938">
                  <c:v>3.5000000000000003E-2</c:v>
                </c:pt>
                <c:pt idx="2939">
                  <c:v>3.5000000000000003E-2</c:v>
                </c:pt>
                <c:pt idx="2940">
                  <c:v>3.5000000000000003E-2</c:v>
                </c:pt>
                <c:pt idx="2941">
                  <c:v>3.5000000000000003E-2</c:v>
                </c:pt>
                <c:pt idx="2942">
                  <c:v>3.5000000000000003E-2</c:v>
                </c:pt>
                <c:pt idx="2943">
                  <c:v>3.5000000000000003E-2</c:v>
                </c:pt>
                <c:pt idx="2944">
                  <c:v>3.5000000000000003E-2</c:v>
                </c:pt>
                <c:pt idx="2945">
                  <c:v>3.5000000000000003E-2</c:v>
                </c:pt>
                <c:pt idx="2946">
                  <c:v>3.5000000000000003E-2</c:v>
                </c:pt>
                <c:pt idx="2947">
                  <c:v>3.5000000000000003E-2</c:v>
                </c:pt>
                <c:pt idx="2948">
                  <c:v>3.5000000000000003E-2</c:v>
                </c:pt>
                <c:pt idx="2949">
                  <c:v>3.5000000000000003E-2</c:v>
                </c:pt>
                <c:pt idx="2950">
                  <c:v>3.5000000000000003E-2</c:v>
                </c:pt>
                <c:pt idx="2951">
                  <c:v>3.5000000000000003E-2</c:v>
                </c:pt>
                <c:pt idx="2952">
                  <c:v>3.5000000000000003E-2</c:v>
                </c:pt>
                <c:pt idx="2953">
                  <c:v>3.5000000000000003E-2</c:v>
                </c:pt>
                <c:pt idx="2954">
                  <c:v>3.5000000000000003E-2</c:v>
                </c:pt>
                <c:pt idx="2955">
                  <c:v>3.5000000000000003E-2</c:v>
                </c:pt>
                <c:pt idx="2956">
                  <c:v>3.5000000000000003E-2</c:v>
                </c:pt>
                <c:pt idx="2957">
                  <c:v>3.5000000000000003E-2</c:v>
                </c:pt>
                <c:pt idx="2958">
                  <c:v>3.5000000000000003E-2</c:v>
                </c:pt>
                <c:pt idx="2959">
                  <c:v>3.5000000000000003E-2</c:v>
                </c:pt>
                <c:pt idx="2960">
                  <c:v>3.5000000000000003E-2</c:v>
                </c:pt>
                <c:pt idx="2961">
                  <c:v>3.5000000000000003E-2</c:v>
                </c:pt>
                <c:pt idx="2962">
                  <c:v>3.5000000000000003E-2</c:v>
                </c:pt>
                <c:pt idx="2963">
                  <c:v>3.5000000000000003E-2</c:v>
                </c:pt>
                <c:pt idx="2964">
                  <c:v>3.5000000000000003E-2</c:v>
                </c:pt>
                <c:pt idx="2965">
                  <c:v>3.5000000000000003E-2</c:v>
                </c:pt>
                <c:pt idx="2966">
                  <c:v>3.5000000000000003E-2</c:v>
                </c:pt>
                <c:pt idx="2967">
                  <c:v>3.5000000000000003E-2</c:v>
                </c:pt>
                <c:pt idx="2968">
                  <c:v>3.5000000000000003E-2</c:v>
                </c:pt>
                <c:pt idx="2969">
                  <c:v>3.5000000000000003E-2</c:v>
                </c:pt>
                <c:pt idx="2970">
                  <c:v>3.5000000000000003E-2</c:v>
                </c:pt>
                <c:pt idx="2971">
                  <c:v>3.5000000000000003E-2</c:v>
                </c:pt>
                <c:pt idx="2972">
                  <c:v>3.5000000000000003E-2</c:v>
                </c:pt>
                <c:pt idx="2973">
                  <c:v>3.5000000000000003E-2</c:v>
                </c:pt>
                <c:pt idx="2974">
                  <c:v>3.5000000000000003E-2</c:v>
                </c:pt>
                <c:pt idx="2975">
                  <c:v>3.5000000000000003E-2</c:v>
                </c:pt>
                <c:pt idx="2976">
                  <c:v>3.5000000000000003E-2</c:v>
                </c:pt>
                <c:pt idx="2977">
                  <c:v>3.5000000000000003E-2</c:v>
                </c:pt>
                <c:pt idx="2978">
                  <c:v>3.5000000000000003E-2</c:v>
                </c:pt>
                <c:pt idx="2979">
                  <c:v>3.5000000000000003E-2</c:v>
                </c:pt>
                <c:pt idx="2980">
                  <c:v>3.5000000000000003E-2</c:v>
                </c:pt>
                <c:pt idx="2981">
                  <c:v>3.5000000000000003E-2</c:v>
                </c:pt>
                <c:pt idx="2982">
                  <c:v>3.5000000000000003E-2</c:v>
                </c:pt>
                <c:pt idx="2983">
                  <c:v>3.5000000000000003E-2</c:v>
                </c:pt>
                <c:pt idx="2984">
                  <c:v>3.5000000000000003E-2</c:v>
                </c:pt>
                <c:pt idx="2985">
                  <c:v>3.5000000000000003E-2</c:v>
                </c:pt>
                <c:pt idx="2986">
                  <c:v>3.5000000000000003E-2</c:v>
                </c:pt>
                <c:pt idx="2987">
                  <c:v>3.5000000000000003E-2</c:v>
                </c:pt>
                <c:pt idx="2988">
                  <c:v>3.5000000000000003E-2</c:v>
                </c:pt>
                <c:pt idx="2989">
                  <c:v>3.5000000000000003E-2</c:v>
                </c:pt>
                <c:pt idx="2990">
                  <c:v>3.5000000000000003E-2</c:v>
                </c:pt>
                <c:pt idx="2991">
                  <c:v>3.5000000000000003E-2</c:v>
                </c:pt>
                <c:pt idx="2992">
                  <c:v>3.5000000000000003E-2</c:v>
                </c:pt>
                <c:pt idx="2993">
                  <c:v>3.5000000000000003E-2</c:v>
                </c:pt>
                <c:pt idx="2994">
                  <c:v>3.5000000000000003E-2</c:v>
                </c:pt>
                <c:pt idx="2995">
                  <c:v>3.5000000000000003E-2</c:v>
                </c:pt>
                <c:pt idx="2996">
                  <c:v>3.5000000000000003E-2</c:v>
                </c:pt>
                <c:pt idx="2997">
                  <c:v>3.5000000000000003E-2</c:v>
                </c:pt>
                <c:pt idx="2998">
                  <c:v>3.5000000000000003E-2</c:v>
                </c:pt>
                <c:pt idx="2999">
                  <c:v>3.5000000000000003E-2</c:v>
                </c:pt>
                <c:pt idx="3000">
                  <c:v>3.5000000000000003E-2</c:v>
                </c:pt>
                <c:pt idx="3001">
                  <c:v>3.5000000000000003E-2</c:v>
                </c:pt>
                <c:pt idx="3002">
                  <c:v>3.5000000000000003E-2</c:v>
                </c:pt>
                <c:pt idx="3003">
                  <c:v>3.5000000000000003E-2</c:v>
                </c:pt>
                <c:pt idx="3004">
                  <c:v>3.5000000000000003E-2</c:v>
                </c:pt>
                <c:pt idx="3005">
                  <c:v>3.5000000000000003E-2</c:v>
                </c:pt>
                <c:pt idx="3006">
                  <c:v>3.5000000000000003E-2</c:v>
                </c:pt>
                <c:pt idx="3007">
                  <c:v>3.5000000000000003E-2</c:v>
                </c:pt>
                <c:pt idx="3008">
                  <c:v>3.5000000000000003E-2</c:v>
                </c:pt>
                <c:pt idx="3009">
                  <c:v>3.5000000000000003E-2</c:v>
                </c:pt>
                <c:pt idx="3010">
                  <c:v>3.5000000000000003E-2</c:v>
                </c:pt>
                <c:pt idx="3011">
                  <c:v>3.5000000000000003E-2</c:v>
                </c:pt>
                <c:pt idx="3012">
                  <c:v>3.5000000000000003E-2</c:v>
                </c:pt>
                <c:pt idx="3013">
                  <c:v>3.5000000000000003E-2</c:v>
                </c:pt>
                <c:pt idx="3014">
                  <c:v>3.5000000000000003E-2</c:v>
                </c:pt>
                <c:pt idx="3015">
                  <c:v>3.5000000000000003E-2</c:v>
                </c:pt>
                <c:pt idx="3016">
                  <c:v>3.5000000000000003E-2</c:v>
                </c:pt>
                <c:pt idx="3017">
                  <c:v>3.5000000000000003E-2</c:v>
                </c:pt>
                <c:pt idx="3018">
                  <c:v>3.5000000000000003E-2</c:v>
                </c:pt>
                <c:pt idx="3019">
                  <c:v>3.5000000000000003E-2</c:v>
                </c:pt>
                <c:pt idx="3020">
                  <c:v>3.5000000000000003E-2</c:v>
                </c:pt>
                <c:pt idx="3021">
                  <c:v>3.5000000000000003E-2</c:v>
                </c:pt>
                <c:pt idx="3022">
                  <c:v>3.5000000000000003E-2</c:v>
                </c:pt>
                <c:pt idx="3023">
                  <c:v>3.5000000000000003E-2</c:v>
                </c:pt>
                <c:pt idx="3024">
                  <c:v>3.5000000000000003E-2</c:v>
                </c:pt>
                <c:pt idx="3025">
                  <c:v>3.5000000000000003E-2</c:v>
                </c:pt>
                <c:pt idx="3026">
                  <c:v>3.5000000000000003E-2</c:v>
                </c:pt>
                <c:pt idx="3027">
                  <c:v>3.5000000000000003E-2</c:v>
                </c:pt>
                <c:pt idx="3028">
                  <c:v>3.5000000000000003E-2</c:v>
                </c:pt>
                <c:pt idx="3029">
                  <c:v>3.5000000000000003E-2</c:v>
                </c:pt>
                <c:pt idx="3030">
                  <c:v>3.5000000000000003E-2</c:v>
                </c:pt>
                <c:pt idx="3031">
                  <c:v>3.5000000000000003E-2</c:v>
                </c:pt>
                <c:pt idx="3032">
                  <c:v>3.5000000000000003E-2</c:v>
                </c:pt>
                <c:pt idx="3033">
                  <c:v>3.5000000000000003E-2</c:v>
                </c:pt>
                <c:pt idx="3034">
                  <c:v>3.5000000000000003E-2</c:v>
                </c:pt>
                <c:pt idx="3035">
                  <c:v>3.5000000000000003E-2</c:v>
                </c:pt>
                <c:pt idx="3036">
                  <c:v>3.5000000000000003E-2</c:v>
                </c:pt>
                <c:pt idx="3037">
                  <c:v>3.5000000000000003E-2</c:v>
                </c:pt>
                <c:pt idx="3038">
                  <c:v>3.5000000000000003E-2</c:v>
                </c:pt>
                <c:pt idx="3039">
                  <c:v>3.5000000000000003E-2</c:v>
                </c:pt>
                <c:pt idx="3040">
                  <c:v>3.5000000000000003E-2</c:v>
                </c:pt>
                <c:pt idx="3041">
                  <c:v>3.5000000000000003E-2</c:v>
                </c:pt>
                <c:pt idx="3042">
                  <c:v>3.5000000000000003E-2</c:v>
                </c:pt>
                <c:pt idx="3043">
                  <c:v>3.5000000000000003E-2</c:v>
                </c:pt>
                <c:pt idx="3044">
                  <c:v>3.5000000000000003E-2</c:v>
                </c:pt>
                <c:pt idx="3045">
                  <c:v>3.5000000000000003E-2</c:v>
                </c:pt>
                <c:pt idx="3046">
                  <c:v>3.5000000000000003E-2</c:v>
                </c:pt>
                <c:pt idx="3047">
                  <c:v>3.5000000000000003E-2</c:v>
                </c:pt>
                <c:pt idx="3048">
                  <c:v>3.5000000000000003E-2</c:v>
                </c:pt>
                <c:pt idx="3049">
                  <c:v>3.5000000000000003E-2</c:v>
                </c:pt>
                <c:pt idx="3050">
                  <c:v>3.5000000000000003E-2</c:v>
                </c:pt>
                <c:pt idx="3051">
                  <c:v>3.5000000000000003E-2</c:v>
                </c:pt>
                <c:pt idx="3052">
                  <c:v>3.5000000000000003E-2</c:v>
                </c:pt>
                <c:pt idx="3053">
                  <c:v>3.5000000000000003E-2</c:v>
                </c:pt>
                <c:pt idx="3054">
                  <c:v>3.5000000000000003E-2</c:v>
                </c:pt>
                <c:pt idx="3055">
                  <c:v>3.5000000000000003E-2</c:v>
                </c:pt>
                <c:pt idx="3056">
                  <c:v>3.5000000000000003E-2</c:v>
                </c:pt>
                <c:pt idx="3057">
                  <c:v>3.5000000000000003E-2</c:v>
                </c:pt>
                <c:pt idx="3058">
                  <c:v>3.5000000000000003E-2</c:v>
                </c:pt>
                <c:pt idx="3059">
                  <c:v>3.5000000000000003E-2</c:v>
                </c:pt>
                <c:pt idx="3060">
                  <c:v>3.5000000000000003E-2</c:v>
                </c:pt>
                <c:pt idx="3061">
                  <c:v>3.5000000000000003E-2</c:v>
                </c:pt>
                <c:pt idx="3062">
                  <c:v>3.5000000000000003E-2</c:v>
                </c:pt>
                <c:pt idx="3063">
                  <c:v>3.5000000000000003E-2</c:v>
                </c:pt>
                <c:pt idx="3064">
                  <c:v>3.5000000000000003E-2</c:v>
                </c:pt>
                <c:pt idx="3065">
                  <c:v>3.5000000000000003E-2</c:v>
                </c:pt>
                <c:pt idx="3066">
                  <c:v>3.5000000000000003E-2</c:v>
                </c:pt>
                <c:pt idx="3067">
                  <c:v>3.5000000000000003E-2</c:v>
                </c:pt>
                <c:pt idx="3068">
                  <c:v>3.5000000000000003E-2</c:v>
                </c:pt>
                <c:pt idx="3069">
                  <c:v>3.5000000000000003E-2</c:v>
                </c:pt>
                <c:pt idx="3070">
                  <c:v>3.5000000000000003E-2</c:v>
                </c:pt>
                <c:pt idx="3071">
                  <c:v>3.5000000000000003E-2</c:v>
                </c:pt>
                <c:pt idx="3072">
                  <c:v>3.5000000000000003E-2</c:v>
                </c:pt>
                <c:pt idx="3073">
                  <c:v>3.5000000000000003E-2</c:v>
                </c:pt>
                <c:pt idx="3074">
                  <c:v>3.5000000000000003E-2</c:v>
                </c:pt>
                <c:pt idx="3075">
                  <c:v>3.5000000000000003E-2</c:v>
                </c:pt>
                <c:pt idx="3076">
                  <c:v>3.5000000000000003E-2</c:v>
                </c:pt>
                <c:pt idx="3077">
                  <c:v>3.5000000000000003E-2</c:v>
                </c:pt>
                <c:pt idx="3078">
                  <c:v>3.5000000000000003E-2</c:v>
                </c:pt>
                <c:pt idx="3079">
                  <c:v>3.5000000000000003E-2</c:v>
                </c:pt>
                <c:pt idx="3080">
                  <c:v>3.5000000000000003E-2</c:v>
                </c:pt>
                <c:pt idx="3081">
                  <c:v>3.5000000000000003E-2</c:v>
                </c:pt>
                <c:pt idx="3082">
                  <c:v>3.5000000000000003E-2</c:v>
                </c:pt>
                <c:pt idx="3083">
                  <c:v>3.5000000000000003E-2</c:v>
                </c:pt>
                <c:pt idx="3084">
                  <c:v>3.5000000000000003E-2</c:v>
                </c:pt>
                <c:pt idx="3085">
                  <c:v>3.5000000000000003E-2</c:v>
                </c:pt>
                <c:pt idx="3086">
                  <c:v>3.5000000000000003E-2</c:v>
                </c:pt>
                <c:pt idx="3087">
                  <c:v>3.5000000000000003E-2</c:v>
                </c:pt>
                <c:pt idx="3088">
                  <c:v>3.5000000000000003E-2</c:v>
                </c:pt>
                <c:pt idx="3089">
                  <c:v>3.5000000000000003E-2</c:v>
                </c:pt>
                <c:pt idx="3090">
                  <c:v>3.5000000000000003E-2</c:v>
                </c:pt>
                <c:pt idx="3091">
                  <c:v>3.5000000000000003E-2</c:v>
                </c:pt>
                <c:pt idx="3092">
                  <c:v>3.5000000000000003E-2</c:v>
                </c:pt>
                <c:pt idx="3093">
                  <c:v>3.5000000000000003E-2</c:v>
                </c:pt>
                <c:pt idx="3094">
                  <c:v>3.5000000000000003E-2</c:v>
                </c:pt>
                <c:pt idx="3095">
                  <c:v>3.5000000000000003E-2</c:v>
                </c:pt>
                <c:pt idx="3096">
                  <c:v>3.5000000000000003E-2</c:v>
                </c:pt>
                <c:pt idx="3097">
                  <c:v>3.5000000000000003E-2</c:v>
                </c:pt>
                <c:pt idx="3098">
                  <c:v>3.5000000000000003E-2</c:v>
                </c:pt>
                <c:pt idx="3099">
                  <c:v>3.5000000000000003E-2</c:v>
                </c:pt>
                <c:pt idx="3100">
                  <c:v>3.5000000000000003E-2</c:v>
                </c:pt>
                <c:pt idx="3101">
                  <c:v>3.5000000000000003E-2</c:v>
                </c:pt>
                <c:pt idx="3102">
                  <c:v>3.5000000000000003E-2</c:v>
                </c:pt>
                <c:pt idx="3103">
                  <c:v>3.5000000000000003E-2</c:v>
                </c:pt>
                <c:pt idx="3104">
                  <c:v>3.5000000000000003E-2</c:v>
                </c:pt>
                <c:pt idx="3105">
                  <c:v>3.5000000000000003E-2</c:v>
                </c:pt>
                <c:pt idx="3106">
                  <c:v>3.5000000000000003E-2</c:v>
                </c:pt>
                <c:pt idx="3107">
                  <c:v>3.5000000000000003E-2</c:v>
                </c:pt>
                <c:pt idx="3108">
                  <c:v>3.5000000000000003E-2</c:v>
                </c:pt>
                <c:pt idx="3109">
                  <c:v>3.5000000000000003E-2</c:v>
                </c:pt>
                <c:pt idx="3110">
                  <c:v>3.5000000000000003E-2</c:v>
                </c:pt>
                <c:pt idx="3111">
                  <c:v>3.5000000000000003E-2</c:v>
                </c:pt>
                <c:pt idx="3112">
                  <c:v>3.5000000000000003E-2</c:v>
                </c:pt>
                <c:pt idx="3113">
                  <c:v>3.5000000000000003E-2</c:v>
                </c:pt>
                <c:pt idx="3114">
                  <c:v>3.5000000000000003E-2</c:v>
                </c:pt>
                <c:pt idx="3115">
                  <c:v>3.5000000000000003E-2</c:v>
                </c:pt>
                <c:pt idx="3116">
                  <c:v>3.5000000000000003E-2</c:v>
                </c:pt>
                <c:pt idx="3117">
                  <c:v>3.5000000000000003E-2</c:v>
                </c:pt>
                <c:pt idx="3118">
                  <c:v>3.5000000000000003E-2</c:v>
                </c:pt>
                <c:pt idx="3119">
                  <c:v>3.5000000000000003E-2</c:v>
                </c:pt>
                <c:pt idx="3120">
                  <c:v>3.5000000000000003E-2</c:v>
                </c:pt>
                <c:pt idx="3121">
                  <c:v>3.5000000000000003E-2</c:v>
                </c:pt>
                <c:pt idx="3122">
                  <c:v>3.5000000000000003E-2</c:v>
                </c:pt>
                <c:pt idx="3123">
                  <c:v>3.5000000000000003E-2</c:v>
                </c:pt>
                <c:pt idx="3124">
                  <c:v>3.5000000000000003E-2</c:v>
                </c:pt>
                <c:pt idx="3125">
                  <c:v>3.5000000000000003E-2</c:v>
                </c:pt>
                <c:pt idx="3126">
                  <c:v>3.5000000000000003E-2</c:v>
                </c:pt>
                <c:pt idx="3127">
                  <c:v>3.5000000000000003E-2</c:v>
                </c:pt>
                <c:pt idx="3128">
                  <c:v>3.5000000000000003E-2</c:v>
                </c:pt>
                <c:pt idx="3129">
                  <c:v>3.5000000000000003E-2</c:v>
                </c:pt>
                <c:pt idx="3130">
                  <c:v>3.5000000000000003E-2</c:v>
                </c:pt>
                <c:pt idx="3131">
                  <c:v>3.5000000000000003E-2</c:v>
                </c:pt>
                <c:pt idx="3132">
                  <c:v>3.5000000000000003E-2</c:v>
                </c:pt>
                <c:pt idx="3133">
                  <c:v>3.5000000000000003E-2</c:v>
                </c:pt>
                <c:pt idx="3134">
                  <c:v>3.5000000000000003E-2</c:v>
                </c:pt>
                <c:pt idx="3135">
                  <c:v>3.5000000000000003E-2</c:v>
                </c:pt>
                <c:pt idx="3136">
                  <c:v>3.5000000000000003E-2</c:v>
                </c:pt>
                <c:pt idx="3137">
                  <c:v>3.5000000000000003E-2</c:v>
                </c:pt>
                <c:pt idx="3138">
                  <c:v>3.5000000000000003E-2</c:v>
                </c:pt>
                <c:pt idx="3139">
                  <c:v>3.5000000000000003E-2</c:v>
                </c:pt>
                <c:pt idx="3140">
                  <c:v>3.5000000000000003E-2</c:v>
                </c:pt>
                <c:pt idx="3141">
                  <c:v>3.5000000000000003E-2</c:v>
                </c:pt>
                <c:pt idx="3142">
                  <c:v>3.5000000000000003E-2</c:v>
                </c:pt>
                <c:pt idx="3143">
                  <c:v>3.5000000000000003E-2</c:v>
                </c:pt>
                <c:pt idx="3144">
                  <c:v>3.5000000000000003E-2</c:v>
                </c:pt>
                <c:pt idx="3145">
                  <c:v>3.5000000000000003E-2</c:v>
                </c:pt>
                <c:pt idx="3146">
                  <c:v>3.5000000000000003E-2</c:v>
                </c:pt>
                <c:pt idx="3147">
                  <c:v>3.5000000000000003E-2</c:v>
                </c:pt>
                <c:pt idx="3148">
                  <c:v>3.5000000000000003E-2</c:v>
                </c:pt>
                <c:pt idx="3149">
                  <c:v>3.5000000000000003E-2</c:v>
                </c:pt>
                <c:pt idx="3150">
                  <c:v>3.5000000000000003E-2</c:v>
                </c:pt>
                <c:pt idx="3151">
                  <c:v>3.5000000000000003E-2</c:v>
                </c:pt>
                <c:pt idx="3152">
                  <c:v>3.5000000000000003E-2</c:v>
                </c:pt>
                <c:pt idx="3153">
                  <c:v>3.5000000000000003E-2</c:v>
                </c:pt>
                <c:pt idx="3154">
                  <c:v>3.5000000000000003E-2</c:v>
                </c:pt>
                <c:pt idx="3155">
                  <c:v>3.5000000000000003E-2</c:v>
                </c:pt>
                <c:pt idx="3156">
                  <c:v>3.5000000000000003E-2</c:v>
                </c:pt>
                <c:pt idx="3157">
                  <c:v>3.5000000000000003E-2</c:v>
                </c:pt>
                <c:pt idx="3158">
                  <c:v>3.5000000000000003E-2</c:v>
                </c:pt>
                <c:pt idx="3159">
                  <c:v>3.5000000000000003E-2</c:v>
                </c:pt>
                <c:pt idx="3160">
                  <c:v>3.5000000000000003E-2</c:v>
                </c:pt>
                <c:pt idx="3161">
                  <c:v>3.5000000000000003E-2</c:v>
                </c:pt>
                <c:pt idx="3162">
                  <c:v>3.5000000000000003E-2</c:v>
                </c:pt>
                <c:pt idx="3163">
                  <c:v>3.5000000000000003E-2</c:v>
                </c:pt>
                <c:pt idx="3164">
                  <c:v>3.5000000000000003E-2</c:v>
                </c:pt>
                <c:pt idx="3165">
                  <c:v>3.5000000000000003E-2</c:v>
                </c:pt>
                <c:pt idx="3166">
                  <c:v>3.5000000000000003E-2</c:v>
                </c:pt>
                <c:pt idx="3167">
                  <c:v>3.5000000000000003E-2</c:v>
                </c:pt>
                <c:pt idx="3168">
                  <c:v>3.5000000000000003E-2</c:v>
                </c:pt>
                <c:pt idx="3169">
                  <c:v>3.5000000000000003E-2</c:v>
                </c:pt>
                <c:pt idx="3170">
                  <c:v>3.5000000000000003E-2</c:v>
                </c:pt>
                <c:pt idx="3171">
                  <c:v>3.5000000000000003E-2</c:v>
                </c:pt>
                <c:pt idx="3172">
                  <c:v>3.5000000000000003E-2</c:v>
                </c:pt>
                <c:pt idx="3173">
                  <c:v>3.5000000000000003E-2</c:v>
                </c:pt>
                <c:pt idx="3174">
                  <c:v>3.5000000000000003E-2</c:v>
                </c:pt>
                <c:pt idx="3175">
                  <c:v>3.5000000000000003E-2</c:v>
                </c:pt>
                <c:pt idx="3176">
                  <c:v>3.5000000000000003E-2</c:v>
                </c:pt>
                <c:pt idx="3177">
                  <c:v>3.5000000000000003E-2</c:v>
                </c:pt>
                <c:pt idx="3178">
                  <c:v>3.5000000000000003E-2</c:v>
                </c:pt>
                <c:pt idx="3179">
                  <c:v>3.5000000000000003E-2</c:v>
                </c:pt>
                <c:pt idx="3180">
                  <c:v>3.5000000000000003E-2</c:v>
                </c:pt>
                <c:pt idx="3181">
                  <c:v>3.5000000000000003E-2</c:v>
                </c:pt>
                <c:pt idx="3182">
                  <c:v>3.5000000000000003E-2</c:v>
                </c:pt>
                <c:pt idx="3183">
                  <c:v>3.5000000000000003E-2</c:v>
                </c:pt>
                <c:pt idx="3184">
                  <c:v>3.5000000000000003E-2</c:v>
                </c:pt>
                <c:pt idx="3185">
                  <c:v>3.5000000000000003E-2</c:v>
                </c:pt>
                <c:pt idx="3186">
                  <c:v>3.5000000000000003E-2</c:v>
                </c:pt>
                <c:pt idx="3187">
                  <c:v>3.5000000000000003E-2</c:v>
                </c:pt>
                <c:pt idx="3188">
                  <c:v>3.5000000000000003E-2</c:v>
                </c:pt>
                <c:pt idx="3189">
                  <c:v>3.5000000000000003E-2</c:v>
                </c:pt>
                <c:pt idx="3190">
                  <c:v>3.5000000000000003E-2</c:v>
                </c:pt>
                <c:pt idx="3191">
                  <c:v>3.5000000000000003E-2</c:v>
                </c:pt>
                <c:pt idx="3192">
                  <c:v>3.5000000000000003E-2</c:v>
                </c:pt>
                <c:pt idx="3193">
                  <c:v>3.5000000000000003E-2</c:v>
                </c:pt>
                <c:pt idx="3194">
                  <c:v>3.5000000000000003E-2</c:v>
                </c:pt>
                <c:pt idx="3195">
                  <c:v>3.5000000000000003E-2</c:v>
                </c:pt>
                <c:pt idx="3196">
                  <c:v>3.5000000000000003E-2</c:v>
                </c:pt>
                <c:pt idx="3197">
                  <c:v>3.5000000000000003E-2</c:v>
                </c:pt>
                <c:pt idx="3198">
                  <c:v>3.5000000000000003E-2</c:v>
                </c:pt>
                <c:pt idx="3199">
                  <c:v>3.5000000000000003E-2</c:v>
                </c:pt>
                <c:pt idx="3200">
                  <c:v>3.5000000000000003E-2</c:v>
                </c:pt>
                <c:pt idx="3201">
                  <c:v>3.5000000000000003E-2</c:v>
                </c:pt>
                <c:pt idx="3202">
                  <c:v>3.5000000000000003E-2</c:v>
                </c:pt>
                <c:pt idx="3203">
                  <c:v>3.5000000000000003E-2</c:v>
                </c:pt>
                <c:pt idx="3204">
                  <c:v>3.5000000000000003E-2</c:v>
                </c:pt>
                <c:pt idx="3205">
                  <c:v>3.5000000000000003E-2</c:v>
                </c:pt>
                <c:pt idx="3206">
                  <c:v>3.5000000000000003E-2</c:v>
                </c:pt>
                <c:pt idx="3207">
                  <c:v>3.5000000000000003E-2</c:v>
                </c:pt>
                <c:pt idx="3208">
                  <c:v>3.5000000000000003E-2</c:v>
                </c:pt>
                <c:pt idx="3209">
                  <c:v>3.5000000000000003E-2</c:v>
                </c:pt>
                <c:pt idx="3210">
                  <c:v>3.5000000000000003E-2</c:v>
                </c:pt>
                <c:pt idx="3211">
                  <c:v>3.5000000000000003E-2</c:v>
                </c:pt>
                <c:pt idx="3212">
                  <c:v>3.5000000000000003E-2</c:v>
                </c:pt>
                <c:pt idx="3213">
                  <c:v>3.5000000000000003E-2</c:v>
                </c:pt>
                <c:pt idx="3214">
                  <c:v>3.5000000000000003E-2</c:v>
                </c:pt>
                <c:pt idx="3215">
                  <c:v>3.5000000000000003E-2</c:v>
                </c:pt>
                <c:pt idx="3216">
                  <c:v>3.5000000000000003E-2</c:v>
                </c:pt>
                <c:pt idx="3217">
                  <c:v>3.5000000000000003E-2</c:v>
                </c:pt>
                <c:pt idx="3218">
                  <c:v>3.5000000000000003E-2</c:v>
                </c:pt>
                <c:pt idx="3219">
                  <c:v>3.5000000000000003E-2</c:v>
                </c:pt>
                <c:pt idx="3220">
                  <c:v>3.5000000000000003E-2</c:v>
                </c:pt>
                <c:pt idx="3221">
                  <c:v>3.5000000000000003E-2</c:v>
                </c:pt>
                <c:pt idx="3222">
                  <c:v>3.5000000000000003E-2</c:v>
                </c:pt>
                <c:pt idx="3223">
                  <c:v>3.5000000000000003E-2</c:v>
                </c:pt>
                <c:pt idx="3224">
                  <c:v>3.5000000000000003E-2</c:v>
                </c:pt>
                <c:pt idx="3225">
                  <c:v>3.5000000000000003E-2</c:v>
                </c:pt>
                <c:pt idx="3226">
                  <c:v>3.5000000000000003E-2</c:v>
                </c:pt>
                <c:pt idx="3227">
                  <c:v>3.5000000000000003E-2</c:v>
                </c:pt>
                <c:pt idx="3228">
                  <c:v>3.5000000000000003E-2</c:v>
                </c:pt>
                <c:pt idx="3229">
                  <c:v>3.5000000000000003E-2</c:v>
                </c:pt>
                <c:pt idx="3230">
                  <c:v>3.5000000000000003E-2</c:v>
                </c:pt>
                <c:pt idx="3231">
                  <c:v>3.5000000000000003E-2</c:v>
                </c:pt>
                <c:pt idx="3232">
                  <c:v>3.5000000000000003E-2</c:v>
                </c:pt>
                <c:pt idx="3233">
                  <c:v>3.5000000000000003E-2</c:v>
                </c:pt>
                <c:pt idx="3234">
                  <c:v>3.5000000000000003E-2</c:v>
                </c:pt>
                <c:pt idx="3235">
                  <c:v>3.5000000000000003E-2</c:v>
                </c:pt>
                <c:pt idx="3236">
                  <c:v>3.5000000000000003E-2</c:v>
                </c:pt>
                <c:pt idx="3237">
                  <c:v>3.5000000000000003E-2</c:v>
                </c:pt>
                <c:pt idx="3238">
                  <c:v>3.5000000000000003E-2</c:v>
                </c:pt>
                <c:pt idx="3239">
                  <c:v>3.5000000000000003E-2</c:v>
                </c:pt>
                <c:pt idx="3240">
                  <c:v>3.5000000000000003E-2</c:v>
                </c:pt>
                <c:pt idx="3241">
                  <c:v>3.5000000000000003E-2</c:v>
                </c:pt>
                <c:pt idx="3242">
                  <c:v>3.5000000000000003E-2</c:v>
                </c:pt>
                <c:pt idx="3243">
                  <c:v>3.5000000000000003E-2</c:v>
                </c:pt>
                <c:pt idx="3244">
                  <c:v>3.5000000000000003E-2</c:v>
                </c:pt>
                <c:pt idx="3245">
                  <c:v>3.5000000000000003E-2</c:v>
                </c:pt>
                <c:pt idx="3246">
                  <c:v>3.5000000000000003E-2</c:v>
                </c:pt>
                <c:pt idx="3247">
                  <c:v>3.5000000000000003E-2</c:v>
                </c:pt>
                <c:pt idx="3248">
                  <c:v>3.5000000000000003E-2</c:v>
                </c:pt>
                <c:pt idx="3249">
                  <c:v>3.5000000000000003E-2</c:v>
                </c:pt>
                <c:pt idx="3250">
                  <c:v>3.5000000000000003E-2</c:v>
                </c:pt>
                <c:pt idx="3251">
                  <c:v>3.5000000000000003E-2</c:v>
                </c:pt>
                <c:pt idx="3252">
                  <c:v>3.5000000000000003E-2</c:v>
                </c:pt>
                <c:pt idx="3253">
                  <c:v>3.5000000000000003E-2</c:v>
                </c:pt>
                <c:pt idx="3254">
                  <c:v>3.5000000000000003E-2</c:v>
                </c:pt>
                <c:pt idx="3255">
                  <c:v>3.5000000000000003E-2</c:v>
                </c:pt>
                <c:pt idx="3256">
                  <c:v>3.5000000000000003E-2</c:v>
                </c:pt>
                <c:pt idx="3257">
                  <c:v>3.5000000000000003E-2</c:v>
                </c:pt>
                <c:pt idx="3258">
                  <c:v>3.5000000000000003E-2</c:v>
                </c:pt>
                <c:pt idx="3259">
                  <c:v>3.5000000000000003E-2</c:v>
                </c:pt>
                <c:pt idx="3260">
                  <c:v>3.5000000000000003E-2</c:v>
                </c:pt>
                <c:pt idx="3261">
                  <c:v>3.5000000000000003E-2</c:v>
                </c:pt>
                <c:pt idx="3262">
                  <c:v>3.5000000000000003E-2</c:v>
                </c:pt>
                <c:pt idx="3263">
                  <c:v>3.5000000000000003E-2</c:v>
                </c:pt>
                <c:pt idx="3264">
                  <c:v>3.5000000000000003E-2</c:v>
                </c:pt>
                <c:pt idx="3265">
                  <c:v>3.5000000000000003E-2</c:v>
                </c:pt>
                <c:pt idx="3266">
                  <c:v>3.5000000000000003E-2</c:v>
                </c:pt>
                <c:pt idx="3267">
                  <c:v>3.5000000000000003E-2</c:v>
                </c:pt>
                <c:pt idx="3268">
                  <c:v>3.5000000000000003E-2</c:v>
                </c:pt>
                <c:pt idx="3269">
                  <c:v>3.5000000000000003E-2</c:v>
                </c:pt>
                <c:pt idx="3270">
                  <c:v>3.5000000000000003E-2</c:v>
                </c:pt>
                <c:pt idx="3271">
                  <c:v>3.5000000000000003E-2</c:v>
                </c:pt>
                <c:pt idx="3272">
                  <c:v>3.5000000000000003E-2</c:v>
                </c:pt>
                <c:pt idx="3273">
                  <c:v>3.5000000000000003E-2</c:v>
                </c:pt>
                <c:pt idx="3274">
                  <c:v>3.5000000000000003E-2</c:v>
                </c:pt>
                <c:pt idx="3275">
                  <c:v>3.5000000000000003E-2</c:v>
                </c:pt>
                <c:pt idx="3276">
                  <c:v>3.5000000000000003E-2</c:v>
                </c:pt>
                <c:pt idx="3277">
                  <c:v>3.5000000000000003E-2</c:v>
                </c:pt>
                <c:pt idx="3278">
                  <c:v>3.5000000000000003E-2</c:v>
                </c:pt>
                <c:pt idx="3279">
                  <c:v>3.5000000000000003E-2</c:v>
                </c:pt>
                <c:pt idx="3280">
                  <c:v>3.5000000000000003E-2</c:v>
                </c:pt>
                <c:pt idx="3281">
                  <c:v>3.5000000000000003E-2</c:v>
                </c:pt>
                <c:pt idx="3282">
                  <c:v>3.5000000000000003E-2</c:v>
                </c:pt>
                <c:pt idx="3283">
                  <c:v>3.5000000000000003E-2</c:v>
                </c:pt>
                <c:pt idx="3284">
                  <c:v>3.5000000000000003E-2</c:v>
                </c:pt>
                <c:pt idx="3285">
                  <c:v>3.5000000000000003E-2</c:v>
                </c:pt>
                <c:pt idx="3286">
                  <c:v>3.5000000000000003E-2</c:v>
                </c:pt>
                <c:pt idx="3287">
                  <c:v>3.5000000000000003E-2</c:v>
                </c:pt>
                <c:pt idx="3288">
                  <c:v>3.5000000000000003E-2</c:v>
                </c:pt>
                <c:pt idx="3289">
                  <c:v>3.5000000000000003E-2</c:v>
                </c:pt>
                <c:pt idx="3290">
                  <c:v>3.5000000000000003E-2</c:v>
                </c:pt>
                <c:pt idx="3291">
                  <c:v>3.5000000000000003E-2</c:v>
                </c:pt>
                <c:pt idx="3292">
                  <c:v>3.5000000000000003E-2</c:v>
                </c:pt>
                <c:pt idx="3293">
                  <c:v>3.5000000000000003E-2</c:v>
                </c:pt>
                <c:pt idx="3294">
                  <c:v>3.5000000000000003E-2</c:v>
                </c:pt>
                <c:pt idx="3295">
                  <c:v>3.5000000000000003E-2</c:v>
                </c:pt>
                <c:pt idx="3296">
                  <c:v>3.5000000000000003E-2</c:v>
                </c:pt>
                <c:pt idx="3297">
                  <c:v>3.5000000000000003E-2</c:v>
                </c:pt>
                <c:pt idx="3298">
                  <c:v>3.5000000000000003E-2</c:v>
                </c:pt>
                <c:pt idx="3299">
                  <c:v>3.5000000000000003E-2</c:v>
                </c:pt>
                <c:pt idx="3300">
                  <c:v>3.5000000000000003E-2</c:v>
                </c:pt>
                <c:pt idx="3301">
                  <c:v>3.5000000000000003E-2</c:v>
                </c:pt>
                <c:pt idx="3302">
                  <c:v>3.5000000000000003E-2</c:v>
                </c:pt>
                <c:pt idx="3303">
                  <c:v>3.5000000000000003E-2</c:v>
                </c:pt>
                <c:pt idx="3304">
                  <c:v>3.5000000000000003E-2</c:v>
                </c:pt>
                <c:pt idx="3305">
                  <c:v>3.5000000000000003E-2</c:v>
                </c:pt>
                <c:pt idx="3306">
                  <c:v>3.5000000000000003E-2</c:v>
                </c:pt>
                <c:pt idx="3307">
                  <c:v>3.5000000000000003E-2</c:v>
                </c:pt>
                <c:pt idx="3308">
                  <c:v>3.5000000000000003E-2</c:v>
                </c:pt>
                <c:pt idx="3309">
                  <c:v>3.5000000000000003E-2</c:v>
                </c:pt>
                <c:pt idx="3310">
                  <c:v>3.5000000000000003E-2</c:v>
                </c:pt>
                <c:pt idx="3311">
                  <c:v>3.5000000000000003E-2</c:v>
                </c:pt>
                <c:pt idx="3312">
                  <c:v>3.5000000000000003E-2</c:v>
                </c:pt>
                <c:pt idx="3313">
                  <c:v>3.5000000000000003E-2</c:v>
                </c:pt>
                <c:pt idx="3314">
                  <c:v>3.5000000000000003E-2</c:v>
                </c:pt>
                <c:pt idx="3315">
                  <c:v>3.5000000000000003E-2</c:v>
                </c:pt>
                <c:pt idx="3316">
                  <c:v>3.5000000000000003E-2</c:v>
                </c:pt>
                <c:pt idx="3317">
                  <c:v>3.5000000000000003E-2</c:v>
                </c:pt>
                <c:pt idx="3318">
                  <c:v>3.5000000000000003E-2</c:v>
                </c:pt>
                <c:pt idx="3319">
                  <c:v>3.5000000000000003E-2</c:v>
                </c:pt>
                <c:pt idx="3320">
                  <c:v>3.5000000000000003E-2</c:v>
                </c:pt>
                <c:pt idx="3321">
                  <c:v>3.5000000000000003E-2</c:v>
                </c:pt>
                <c:pt idx="3322">
                  <c:v>3.5000000000000003E-2</c:v>
                </c:pt>
                <c:pt idx="3323">
                  <c:v>3.5000000000000003E-2</c:v>
                </c:pt>
                <c:pt idx="3324">
                  <c:v>3.5000000000000003E-2</c:v>
                </c:pt>
                <c:pt idx="3325">
                  <c:v>3.5000000000000003E-2</c:v>
                </c:pt>
                <c:pt idx="3326">
                  <c:v>3.5000000000000003E-2</c:v>
                </c:pt>
                <c:pt idx="3327">
                  <c:v>3.5000000000000003E-2</c:v>
                </c:pt>
                <c:pt idx="3328">
                  <c:v>3.5000000000000003E-2</c:v>
                </c:pt>
                <c:pt idx="3329">
                  <c:v>3.5000000000000003E-2</c:v>
                </c:pt>
                <c:pt idx="3330">
                  <c:v>3.5000000000000003E-2</c:v>
                </c:pt>
                <c:pt idx="3331">
                  <c:v>3.5000000000000003E-2</c:v>
                </c:pt>
                <c:pt idx="3332">
                  <c:v>3.5000000000000003E-2</c:v>
                </c:pt>
                <c:pt idx="3333">
                  <c:v>3.5000000000000003E-2</c:v>
                </c:pt>
                <c:pt idx="3334">
                  <c:v>3.2500000000000001E-2</c:v>
                </c:pt>
                <c:pt idx="3335">
                  <c:v>3.2500000000000001E-2</c:v>
                </c:pt>
                <c:pt idx="3336">
                  <c:v>3.2500000000000001E-2</c:v>
                </c:pt>
                <c:pt idx="3337">
                  <c:v>3.2500000000000001E-2</c:v>
                </c:pt>
                <c:pt idx="3338">
                  <c:v>3.2500000000000001E-2</c:v>
                </c:pt>
                <c:pt idx="3339">
                  <c:v>3.2500000000000001E-2</c:v>
                </c:pt>
                <c:pt idx="3340">
                  <c:v>3.2500000000000001E-2</c:v>
                </c:pt>
                <c:pt idx="3341">
                  <c:v>3.2500000000000001E-2</c:v>
                </c:pt>
                <c:pt idx="3342">
                  <c:v>3.2500000000000001E-2</c:v>
                </c:pt>
                <c:pt idx="3343">
                  <c:v>3.2500000000000001E-2</c:v>
                </c:pt>
                <c:pt idx="3344">
                  <c:v>3.2500000000000001E-2</c:v>
                </c:pt>
                <c:pt idx="3345">
                  <c:v>3.2500000000000001E-2</c:v>
                </c:pt>
                <c:pt idx="3346">
                  <c:v>3.2500000000000001E-2</c:v>
                </c:pt>
                <c:pt idx="3347">
                  <c:v>3.2500000000000001E-2</c:v>
                </c:pt>
                <c:pt idx="3348">
                  <c:v>3.2500000000000001E-2</c:v>
                </c:pt>
                <c:pt idx="3349">
                  <c:v>3.2500000000000001E-2</c:v>
                </c:pt>
                <c:pt idx="3350">
                  <c:v>3.2500000000000001E-2</c:v>
                </c:pt>
                <c:pt idx="3351">
                  <c:v>3.2500000000000001E-2</c:v>
                </c:pt>
                <c:pt idx="3352">
                  <c:v>3.2500000000000001E-2</c:v>
                </c:pt>
                <c:pt idx="3353">
                  <c:v>3.2500000000000001E-2</c:v>
                </c:pt>
                <c:pt idx="3354">
                  <c:v>3.2500000000000001E-2</c:v>
                </c:pt>
                <c:pt idx="3355">
                  <c:v>3.2500000000000001E-2</c:v>
                </c:pt>
                <c:pt idx="3356">
                  <c:v>3.2500000000000001E-2</c:v>
                </c:pt>
                <c:pt idx="3357">
                  <c:v>3.2500000000000001E-2</c:v>
                </c:pt>
                <c:pt idx="3358">
                  <c:v>3.2500000000000001E-2</c:v>
                </c:pt>
                <c:pt idx="3359">
                  <c:v>3.2500000000000001E-2</c:v>
                </c:pt>
                <c:pt idx="3360">
                  <c:v>3.2500000000000001E-2</c:v>
                </c:pt>
                <c:pt idx="3361">
                  <c:v>3.2500000000000001E-2</c:v>
                </c:pt>
                <c:pt idx="3362">
                  <c:v>3.2500000000000001E-2</c:v>
                </c:pt>
                <c:pt idx="3363">
                  <c:v>3.2500000000000001E-2</c:v>
                </c:pt>
                <c:pt idx="3364">
                  <c:v>3.2500000000000001E-2</c:v>
                </c:pt>
                <c:pt idx="3365">
                  <c:v>3.2500000000000001E-2</c:v>
                </c:pt>
                <c:pt idx="3366">
                  <c:v>3.2500000000000001E-2</c:v>
                </c:pt>
                <c:pt idx="3367">
                  <c:v>3.2500000000000001E-2</c:v>
                </c:pt>
                <c:pt idx="3368">
                  <c:v>0.03</c:v>
                </c:pt>
                <c:pt idx="3369">
                  <c:v>0.03</c:v>
                </c:pt>
                <c:pt idx="3370">
                  <c:v>0.03</c:v>
                </c:pt>
                <c:pt idx="3371">
                  <c:v>0.03</c:v>
                </c:pt>
                <c:pt idx="3372">
                  <c:v>0.03</c:v>
                </c:pt>
                <c:pt idx="3373">
                  <c:v>0.03</c:v>
                </c:pt>
                <c:pt idx="3374">
                  <c:v>0.03</c:v>
                </c:pt>
                <c:pt idx="3375">
                  <c:v>0.03</c:v>
                </c:pt>
                <c:pt idx="3376">
                  <c:v>0.03</c:v>
                </c:pt>
                <c:pt idx="3377">
                  <c:v>0.03</c:v>
                </c:pt>
                <c:pt idx="3378">
                  <c:v>0.03</c:v>
                </c:pt>
                <c:pt idx="3379">
                  <c:v>0.03</c:v>
                </c:pt>
                <c:pt idx="3380">
                  <c:v>0.03</c:v>
                </c:pt>
                <c:pt idx="3381">
                  <c:v>0.03</c:v>
                </c:pt>
                <c:pt idx="3382">
                  <c:v>0.03</c:v>
                </c:pt>
                <c:pt idx="3383">
                  <c:v>0.03</c:v>
                </c:pt>
                <c:pt idx="3384">
                  <c:v>0.03</c:v>
                </c:pt>
                <c:pt idx="3385">
                  <c:v>0.03</c:v>
                </c:pt>
                <c:pt idx="3386">
                  <c:v>0.03</c:v>
                </c:pt>
                <c:pt idx="3387">
                  <c:v>0.03</c:v>
                </c:pt>
                <c:pt idx="3388">
                  <c:v>0.03</c:v>
                </c:pt>
                <c:pt idx="3389">
                  <c:v>0.03</c:v>
                </c:pt>
                <c:pt idx="3390">
                  <c:v>0.03</c:v>
                </c:pt>
                <c:pt idx="3391">
                  <c:v>0.03</c:v>
                </c:pt>
                <c:pt idx="3392">
                  <c:v>0.03</c:v>
                </c:pt>
                <c:pt idx="3393">
                  <c:v>0.03</c:v>
                </c:pt>
                <c:pt idx="3394">
                  <c:v>0.03</c:v>
                </c:pt>
                <c:pt idx="3395">
                  <c:v>0.03</c:v>
                </c:pt>
                <c:pt idx="3396">
                  <c:v>0.03</c:v>
                </c:pt>
                <c:pt idx="3397">
                  <c:v>0.03</c:v>
                </c:pt>
                <c:pt idx="3398">
                  <c:v>0.03</c:v>
                </c:pt>
                <c:pt idx="3399">
                  <c:v>0.03</c:v>
                </c:pt>
                <c:pt idx="3400">
                  <c:v>0.03</c:v>
                </c:pt>
                <c:pt idx="3401">
                  <c:v>0.03</c:v>
                </c:pt>
                <c:pt idx="3402">
                  <c:v>0.03</c:v>
                </c:pt>
                <c:pt idx="3403">
                  <c:v>0.03</c:v>
                </c:pt>
                <c:pt idx="3404">
                  <c:v>0.03</c:v>
                </c:pt>
                <c:pt idx="3405">
                  <c:v>0.03</c:v>
                </c:pt>
                <c:pt idx="3406">
                  <c:v>0.03</c:v>
                </c:pt>
                <c:pt idx="3407">
                  <c:v>0.03</c:v>
                </c:pt>
                <c:pt idx="3408">
                  <c:v>0.03</c:v>
                </c:pt>
                <c:pt idx="3409">
                  <c:v>0.03</c:v>
                </c:pt>
                <c:pt idx="3410">
                  <c:v>0.03</c:v>
                </c:pt>
                <c:pt idx="3411">
                  <c:v>0.03</c:v>
                </c:pt>
                <c:pt idx="3412">
                  <c:v>0.03</c:v>
                </c:pt>
                <c:pt idx="3413">
                  <c:v>0.03</c:v>
                </c:pt>
                <c:pt idx="3414">
                  <c:v>0.03</c:v>
                </c:pt>
                <c:pt idx="3415">
                  <c:v>0.03</c:v>
                </c:pt>
                <c:pt idx="3416">
                  <c:v>0.03</c:v>
                </c:pt>
                <c:pt idx="3417">
                  <c:v>0.03</c:v>
                </c:pt>
                <c:pt idx="3418">
                  <c:v>0.03</c:v>
                </c:pt>
                <c:pt idx="3419">
                  <c:v>0.03</c:v>
                </c:pt>
                <c:pt idx="3420">
                  <c:v>0.03</c:v>
                </c:pt>
                <c:pt idx="3421">
                  <c:v>0.03</c:v>
                </c:pt>
                <c:pt idx="3422">
                  <c:v>0.03</c:v>
                </c:pt>
                <c:pt idx="3423">
                  <c:v>0.03</c:v>
                </c:pt>
                <c:pt idx="3424">
                  <c:v>0.03</c:v>
                </c:pt>
                <c:pt idx="3425">
                  <c:v>0.03</c:v>
                </c:pt>
                <c:pt idx="3426">
                  <c:v>0.03</c:v>
                </c:pt>
                <c:pt idx="3427">
                  <c:v>0.03</c:v>
                </c:pt>
                <c:pt idx="3428">
                  <c:v>0.03</c:v>
                </c:pt>
                <c:pt idx="3429">
                  <c:v>0.03</c:v>
                </c:pt>
                <c:pt idx="3430">
                  <c:v>0.03</c:v>
                </c:pt>
                <c:pt idx="3431">
                  <c:v>2.75E-2</c:v>
                </c:pt>
                <c:pt idx="3432">
                  <c:v>2.75E-2</c:v>
                </c:pt>
                <c:pt idx="3433">
                  <c:v>2.75E-2</c:v>
                </c:pt>
                <c:pt idx="3434">
                  <c:v>2.75E-2</c:v>
                </c:pt>
                <c:pt idx="3435">
                  <c:v>2.75E-2</c:v>
                </c:pt>
                <c:pt idx="3436">
                  <c:v>2.75E-2</c:v>
                </c:pt>
                <c:pt idx="3437">
                  <c:v>2.75E-2</c:v>
                </c:pt>
                <c:pt idx="3438">
                  <c:v>2.75E-2</c:v>
                </c:pt>
                <c:pt idx="3439">
                  <c:v>2.75E-2</c:v>
                </c:pt>
                <c:pt idx="3440">
                  <c:v>2.75E-2</c:v>
                </c:pt>
                <c:pt idx="3441">
                  <c:v>2.75E-2</c:v>
                </c:pt>
                <c:pt idx="3442">
                  <c:v>2.75E-2</c:v>
                </c:pt>
                <c:pt idx="3443">
                  <c:v>2.75E-2</c:v>
                </c:pt>
                <c:pt idx="3444">
                  <c:v>2.75E-2</c:v>
                </c:pt>
                <c:pt idx="3445">
                  <c:v>2.75E-2</c:v>
                </c:pt>
                <c:pt idx="3446">
                  <c:v>2.75E-2</c:v>
                </c:pt>
                <c:pt idx="3447">
                  <c:v>2.75E-2</c:v>
                </c:pt>
                <c:pt idx="3448">
                  <c:v>2.75E-2</c:v>
                </c:pt>
                <c:pt idx="3449">
                  <c:v>2.75E-2</c:v>
                </c:pt>
                <c:pt idx="3450">
                  <c:v>2.75E-2</c:v>
                </c:pt>
                <c:pt idx="3451">
                  <c:v>2.75E-2</c:v>
                </c:pt>
                <c:pt idx="3452">
                  <c:v>2.75E-2</c:v>
                </c:pt>
                <c:pt idx="3453">
                  <c:v>2.75E-2</c:v>
                </c:pt>
                <c:pt idx="3454">
                  <c:v>2.75E-2</c:v>
                </c:pt>
                <c:pt idx="3455">
                  <c:v>2.75E-2</c:v>
                </c:pt>
                <c:pt idx="3456">
                  <c:v>2.75E-2</c:v>
                </c:pt>
                <c:pt idx="3457">
                  <c:v>2.75E-2</c:v>
                </c:pt>
                <c:pt idx="3458">
                  <c:v>2.75E-2</c:v>
                </c:pt>
                <c:pt idx="3459">
                  <c:v>2.75E-2</c:v>
                </c:pt>
                <c:pt idx="3460">
                  <c:v>2.75E-2</c:v>
                </c:pt>
                <c:pt idx="3461">
                  <c:v>2.75E-2</c:v>
                </c:pt>
                <c:pt idx="3462">
                  <c:v>2.75E-2</c:v>
                </c:pt>
                <c:pt idx="3463">
                  <c:v>2.75E-2</c:v>
                </c:pt>
                <c:pt idx="3464">
                  <c:v>2.75E-2</c:v>
                </c:pt>
                <c:pt idx="3465">
                  <c:v>2.75E-2</c:v>
                </c:pt>
                <c:pt idx="3466">
                  <c:v>2.75E-2</c:v>
                </c:pt>
                <c:pt idx="3467">
                  <c:v>2.75E-2</c:v>
                </c:pt>
                <c:pt idx="3468">
                  <c:v>2.75E-2</c:v>
                </c:pt>
                <c:pt idx="3469">
                  <c:v>2.75E-2</c:v>
                </c:pt>
                <c:pt idx="3470">
                  <c:v>2.75E-2</c:v>
                </c:pt>
                <c:pt idx="3471">
                  <c:v>2.75E-2</c:v>
                </c:pt>
                <c:pt idx="3472">
                  <c:v>2.75E-2</c:v>
                </c:pt>
                <c:pt idx="3473">
                  <c:v>2.75E-2</c:v>
                </c:pt>
                <c:pt idx="3474">
                  <c:v>2.75E-2</c:v>
                </c:pt>
                <c:pt idx="3475">
                  <c:v>2.75E-2</c:v>
                </c:pt>
                <c:pt idx="3476">
                  <c:v>2.75E-2</c:v>
                </c:pt>
                <c:pt idx="3477">
                  <c:v>2.75E-2</c:v>
                </c:pt>
                <c:pt idx="3478">
                  <c:v>2.75E-2</c:v>
                </c:pt>
                <c:pt idx="3479">
                  <c:v>2.75E-2</c:v>
                </c:pt>
                <c:pt idx="3480">
                  <c:v>2.75E-2</c:v>
                </c:pt>
                <c:pt idx="3481">
                  <c:v>2.75E-2</c:v>
                </c:pt>
                <c:pt idx="3482">
                  <c:v>2.75E-2</c:v>
                </c:pt>
                <c:pt idx="3483">
                  <c:v>2.75E-2</c:v>
                </c:pt>
                <c:pt idx="3484">
                  <c:v>2.75E-2</c:v>
                </c:pt>
                <c:pt idx="3485">
                  <c:v>2.75E-2</c:v>
                </c:pt>
                <c:pt idx="3486">
                  <c:v>2.75E-2</c:v>
                </c:pt>
                <c:pt idx="3487">
                  <c:v>2.75E-2</c:v>
                </c:pt>
                <c:pt idx="3488">
                  <c:v>2.75E-2</c:v>
                </c:pt>
                <c:pt idx="3489">
                  <c:v>2.75E-2</c:v>
                </c:pt>
                <c:pt idx="3490">
                  <c:v>2.75E-2</c:v>
                </c:pt>
                <c:pt idx="3491">
                  <c:v>2.75E-2</c:v>
                </c:pt>
                <c:pt idx="3492">
                  <c:v>2.75E-2</c:v>
                </c:pt>
                <c:pt idx="3493">
                  <c:v>2.75E-2</c:v>
                </c:pt>
                <c:pt idx="3494">
                  <c:v>2.75E-2</c:v>
                </c:pt>
                <c:pt idx="3495">
                  <c:v>2.75E-2</c:v>
                </c:pt>
                <c:pt idx="3496">
                  <c:v>2.75E-2</c:v>
                </c:pt>
                <c:pt idx="3497">
                  <c:v>2.75E-2</c:v>
                </c:pt>
                <c:pt idx="3498">
                  <c:v>2.5000000000000001E-2</c:v>
                </c:pt>
                <c:pt idx="3499">
                  <c:v>2.5000000000000001E-2</c:v>
                </c:pt>
                <c:pt idx="3500">
                  <c:v>2.5000000000000001E-2</c:v>
                </c:pt>
                <c:pt idx="3501">
                  <c:v>2.5000000000000001E-2</c:v>
                </c:pt>
                <c:pt idx="3502">
                  <c:v>2.5000000000000001E-2</c:v>
                </c:pt>
                <c:pt idx="3503">
                  <c:v>2.5000000000000001E-2</c:v>
                </c:pt>
                <c:pt idx="3504">
                  <c:v>2.5000000000000001E-2</c:v>
                </c:pt>
                <c:pt idx="3505">
                  <c:v>2.5000000000000001E-2</c:v>
                </c:pt>
                <c:pt idx="3506">
                  <c:v>2.5000000000000001E-2</c:v>
                </c:pt>
                <c:pt idx="3507">
                  <c:v>2.5000000000000001E-2</c:v>
                </c:pt>
                <c:pt idx="3508">
                  <c:v>2.5000000000000001E-2</c:v>
                </c:pt>
                <c:pt idx="3509">
                  <c:v>2.5000000000000001E-2</c:v>
                </c:pt>
                <c:pt idx="3510">
                  <c:v>2.5000000000000001E-2</c:v>
                </c:pt>
                <c:pt idx="3511">
                  <c:v>2.5000000000000001E-2</c:v>
                </c:pt>
                <c:pt idx="3512">
                  <c:v>2.5000000000000001E-2</c:v>
                </c:pt>
                <c:pt idx="3513">
                  <c:v>2.5000000000000001E-2</c:v>
                </c:pt>
                <c:pt idx="3514">
                  <c:v>2.5000000000000001E-2</c:v>
                </c:pt>
                <c:pt idx="3515">
                  <c:v>2.5000000000000001E-2</c:v>
                </c:pt>
                <c:pt idx="3516">
                  <c:v>2.5000000000000001E-2</c:v>
                </c:pt>
                <c:pt idx="3517">
                  <c:v>2.5000000000000001E-2</c:v>
                </c:pt>
                <c:pt idx="3518">
                  <c:v>2.5000000000000001E-2</c:v>
                </c:pt>
                <c:pt idx="3519">
                  <c:v>2.5000000000000001E-2</c:v>
                </c:pt>
                <c:pt idx="3520">
                  <c:v>2.5000000000000001E-2</c:v>
                </c:pt>
                <c:pt idx="3521">
                  <c:v>2.5000000000000001E-2</c:v>
                </c:pt>
                <c:pt idx="3522">
                  <c:v>2.5000000000000001E-2</c:v>
                </c:pt>
                <c:pt idx="3523">
                  <c:v>2.5000000000000001E-2</c:v>
                </c:pt>
                <c:pt idx="3524">
                  <c:v>2.5000000000000001E-2</c:v>
                </c:pt>
                <c:pt idx="3525">
                  <c:v>2.5000000000000001E-2</c:v>
                </c:pt>
                <c:pt idx="3526">
                  <c:v>2.5000000000000001E-2</c:v>
                </c:pt>
                <c:pt idx="3527">
                  <c:v>2.5000000000000001E-2</c:v>
                </c:pt>
                <c:pt idx="3528">
                  <c:v>2.5000000000000001E-2</c:v>
                </c:pt>
                <c:pt idx="3529">
                  <c:v>2.5000000000000001E-2</c:v>
                </c:pt>
                <c:pt idx="3530">
                  <c:v>2.5000000000000001E-2</c:v>
                </c:pt>
                <c:pt idx="3531">
                  <c:v>2.5000000000000001E-2</c:v>
                </c:pt>
                <c:pt idx="3532">
                  <c:v>2.5000000000000001E-2</c:v>
                </c:pt>
                <c:pt idx="3533">
                  <c:v>2.5000000000000001E-2</c:v>
                </c:pt>
                <c:pt idx="3534">
                  <c:v>2.5000000000000001E-2</c:v>
                </c:pt>
                <c:pt idx="3535">
                  <c:v>2.5000000000000001E-2</c:v>
                </c:pt>
                <c:pt idx="3536">
                  <c:v>2.5000000000000001E-2</c:v>
                </c:pt>
                <c:pt idx="3537">
                  <c:v>2.5000000000000001E-2</c:v>
                </c:pt>
                <c:pt idx="3538">
                  <c:v>2.5000000000000001E-2</c:v>
                </c:pt>
                <c:pt idx="3539">
                  <c:v>2.5000000000000001E-2</c:v>
                </c:pt>
                <c:pt idx="3540">
                  <c:v>2.5000000000000001E-2</c:v>
                </c:pt>
                <c:pt idx="3541">
                  <c:v>2.5000000000000001E-2</c:v>
                </c:pt>
                <c:pt idx="3542">
                  <c:v>2.5000000000000001E-2</c:v>
                </c:pt>
                <c:pt idx="3543">
                  <c:v>2.5000000000000001E-2</c:v>
                </c:pt>
                <c:pt idx="3544">
                  <c:v>2.5000000000000001E-2</c:v>
                </c:pt>
                <c:pt idx="3545">
                  <c:v>2.5000000000000001E-2</c:v>
                </c:pt>
                <c:pt idx="3546">
                  <c:v>2.5000000000000001E-2</c:v>
                </c:pt>
                <c:pt idx="3547">
                  <c:v>2.5000000000000001E-2</c:v>
                </c:pt>
                <c:pt idx="3548">
                  <c:v>2.5000000000000001E-2</c:v>
                </c:pt>
                <c:pt idx="3549">
                  <c:v>2.5000000000000001E-2</c:v>
                </c:pt>
                <c:pt idx="3550">
                  <c:v>2.5000000000000001E-2</c:v>
                </c:pt>
                <c:pt idx="3551">
                  <c:v>2.5000000000000001E-2</c:v>
                </c:pt>
                <c:pt idx="3552">
                  <c:v>2.5000000000000001E-2</c:v>
                </c:pt>
                <c:pt idx="3553">
                  <c:v>2.5000000000000001E-2</c:v>
                </c:pt>
                <c:pt idx="3554">
                  <c:v>2.5000000000000001E-2</c:v>
                </c:pt>
                <c:pt idx="3555">
                  <c:v>2.5000000000000001E-2</c:v>
                </c:pt>
                <c:pt idx="3556">
                  <c:v>2.5000000000000001E-2</c:v>
                </c:pt>
                <c:pt idx="3557">
                  <c:v>2.5000000000000001E-2</c:v>
                </c:pt>
                <c:pt idx="3558">
                  <c:v>2.5000000000000001E-2</c:v>
                </c:pt>
                <c:pt idx="3559">
                  <c:v>2.5000000000000001E-2</c:v>
                </c:pt>
                <c:pt idx="3560">
                  <c:v>2.5000000000000001E-2</c:v>
                </c:pt>
                <c:pt idx="3561">
                  <c:v>2.5000000000000001E-2</c:v>
                </c:pt>
                <c:pt idx="3562">
                  <c:v>2.5000000000000001E-2</c:v>
                </c:pt>
                <c:pt idx="3563">
                  <c:v>2.5000000000000001E-2</c:v>
                </c:pt>
                <c:pt idx="3564">
                  <c:v>2.5000000000000001E-2</c:v>
                </c:pt>
                <c:pt idx="3565">
                  <c:v>2.5000000000000001E-2</c:v>
                </c:pt>
                <c:pt idx="3566">
                  <c:v>2.5000000000000001E-2</c:v>
                </c:pt>
                <c:pt idx="3567">
                  <c:v>2.5000000000000001E-2</c:v>
                </c:pt>
                <c:pt idx="3568">
                  <c:v>2.5000000000000001E-2</c:v>
                </c:pt>
                <c:pt idx="3569">
                  <c:v>2.5000000000000001E-2</c:v>
                </c:pt>
                <c:pt idx="3570">
                  <c:v>2.5000000000000001E-2</c:v>
                </c:pt>
                <c:pt idx="3571">
                  <c:v>2.5000000000000001E-2</c:v>
                </c:pt>
                <c:pt idx="3572">
                  <c:v>2.5000000000000001E-2</c:v>
                </c:pt>
                <c:pt idx="3573">
                  <c:v>2.5000000000000001E-2</c:v>
                </c:pt>
                <c:pt idx="3574">
                  <c:v>2.5000000000000001E-2</c:v>
                </c:pt>
                <c:pt idx="3575">
                  <c:v>2.5000000000000001E-2</c:v>
                </c:pt>
                <c:pt idx="3576">
                  <c:v>2.5000000000000001E-2</c:v>
                </c:pt>
                <c:pt idx="3577">
                  <c:v>2.5000000000000001E-2</c:v>
                </c:pt>
                <c:pt idx="3578">
                  <c:v>2.5000000000000001E-2</c:v>
                </c:pt>
                <c:pt idx="3579">
                  <c:v>2.5000000000000001E-2</c:v>
                </c:pt>
                <c:pt idx="3580">
                  <c:v>2.5000000000000001E-2</c:v>
                </c:pt>
                <c:pt idx="3581">
                  <c:v>2.5000000000000001E-2</c:v>
                </c:pt>
                <c:pt idx="3582">
                  <c:v>2.5000000000000001E-2</c:v>
                </c:pt>
                <c:pt idx="3583">
                  <c:v>2.5000000000000001E-2</c:v>
                </c:pt>
                <c:pt idx="3584">
                  <c:v>2.5000000000000001E-2</c:v>
                </c:pt>
                <c:pt idx="3585">
                  <c:v>2.5000000000000001E-2</c:v>
                </c:pt>
                <c:pt idx="3586">
                  <c:v>2.5000000000000001E-2</c:v>
                </c:pt>
                <c:pt idx="3587">
                  <c:v>2.5000000000000001E-2</c:v>
                </c:pt>
                <c:pt idx="3588">
                  <c:v>2.5000000000000001E-2</c:v>
                </c:pt>
                <c:pt idx="3589">
                  <c:v>2.5000000000000001E-2</c:v>
                </c:pt>
                <c:pt idx="3590">
                  <c:v>2.5000000000000001E-2</c:v>
                </c:pt>
                <c:pt idx="3591">
                  <c:v>2.5000000000000001E-2</c:v>
                </c:pt>
                <c:pt idx="3592">
                  <c:v>2.5000000000000001E-2</c:v>
                </c:pt>
                <c:pt idx="3593">
                  <c:v>2.5000000000000001E-2</c:v>
                </c:pt>
                <c:pt idx="3594">
                  <c:v>2.5000000000000001E-2</c:v>
                </c:pt>
                <c:pt idx="3595">
                  <c:v>2.5000000000000001E-2</c:v>
                </c:pt>
                <c:pt idx="3596">
                  <c:v>2.5000000000000001E-2</c:v>
                </c:pt>
                <c:pt idx="3597">
                  <c:v>2.5000000000000001E-2</c:v>
                </c:pt>
                <c:pt idx="3598">
                  <c:v>2.5000000000000001E-2</c:v>
                </c:pt>
                <c:pt idx="3599">
                  <c:v>2.5000000000000001E-2</c:v>
                </c:pt>
                <c:pt idx="3600">
                  <c:v>2.5000000000000001E-2</c:v>
                </c:pt>
                <c:pt idx="3601">
                  <c:v>2.5000000000000001E-2</c:v>
                </c:pt>
                <c:pt idx="3602">
                  <c:v>2.5000000000000001E-2</c:v>
                </c:pt>
                <c:pt idx="3603">
                  <c:v>2.5000000000000001E-2</c:v>
                </c:pt>
                <c:pt idx="3604">
                  <c:v>2.5000000000000001E-2</c:v>
                </c:pt>
                <c:pt idx="3605">
                  <c:v>2.5000000000000001E-2</c:v>
                </c:pt>
                <c:pt idx="3606">
                  <c:v>2.5000000000000001E-2</c:v>
                </c:pt>
                <c:pt idx="3607">
                  <c:v>2.5000000000000001E-2</c:v>
                </c:pt>
                <c:pt idx="3608">
                  <c:v>2.5000000000000001E-2</c:v>
                </c:pt>
                <c:pt idx="3609">
                  <c:v>2.5000000000000001E-2</c:v>
                </c:pt>
                <c:pt idx="3610">
                  <c:v>2.5000000000000001E-2</c:v>
                </c:pt>
                <c:pt idx="3611">
                  <c:v>2.5000000000000001E-2</c:v>
                </c:pt>
                <c:pt idx="3612">
                  <c:v>2.5000000000000001E-2</c:v>
                </c:pt>
                <c:pt idx="3613">
                  <c:v>2.5000000000000001E-2</c:v>
                </c:pt>
                <c:pt idx="3614">
                  <c:v>2.5000000000000001E-2</c:v>
                </c:pt>
                <c:pt idx="3615">
                  <c:v>2.5000000000000001E-2</c:v>
                </c:pt>
                <c:pt idx="3616">
                  <c:v>2.5000000000000001E-2</c:v>
                </c:pt>
                <c:pt idx="3617">
                  <c:v>2.5000000000000001E-2</c:v>
                </c:pt>
                <c:pt idx="3618">
                  <c:v>2.5000000000000001E-2</c:v>
                </c:pt>
                <c:pt idx="3619">
                  <c:v>2.5000000000000001E-2</c:v>
                </c:pt>
                <c:pt idx="3620">
                  <c:v>2.5000000000000001E-2</c:v>
                </c:pt>
                <c:pt idx="3621">
                  <c:v>2.5000000000000001E-2</c:v>
                </c:pt>
                <c:pt idx="3622">
                  <c:v>2.5000000000000001E-2</c:v>
                </c:pt>
                <c:pt idx="3623">
                  <c:v>2.5000000000000001E-2</c:v>
                </c:pt>
                <c:pt idx="3624">
                  <c:v>2.5000000000000001E-2</c:v>
                </c:pt>
                <c:pt idx="3625">
                  <c:v>2.5000000000000001E-2</c:v>
                </c:pt>
                <c:pt idx="3626">
                  <c:v>2.5000000000000001E-2</c:v>
                </c:pt>
                <c:pt idx="3627">
                  <c:v>2.5000000000000001E-2</c:v>
                </c:pt>
                <c:pt idx="3628">
                  <c:v>2.5000000000000001E-2</c:v>
                </c:pt>
                <c:pt idx="3629">
                  <c:v>2.5000000000000001E-2</c:v>
                </c:pt>
                <c:pt idx="3630">
                  <c:v>2.5000000000000001E-2</c:v>
                </c:pt>
                <c:pt idx="3631">
                  <c:v>2.5000000000000001E-2</c:v>
                </c:pt>
                <c:pt idx="3632">
                  <c:v>2.5000000000000001E-2</c:v>
                </c:pt>
                <c:pt idx="3633">
                  <c:v>2.5000000000000001E-2</c:v>
                </c:pt>
                <c:pt idx="3634">
                  <c:v>2.5000000000000001E-2</c:v>
                </c:pt>
                <c:pt idx="3635">
                  <c:v>2.5000000000000001E-2</c:v>
                </c:pt>
                <c:pt idx="3636">
                  <c:v>2.5000000000000001E-2</c:v>
                </c:pt>
                <c:pt idx="3637">
                  <c:v>2.5000000000000001E-2</c:v>
                </c:pt>
                <c:pt idx="3638">
                  <c:v>2.5000000000000001E-2</c:v>
                </c:pt>
                <c:pt idx="3639">
                  <c:v>2.5000000000000001E-2</c:v>
                </c:pt>
                <c:pt idx="3640">
                  <c:v>2.5000000000000001E-2</c:v>
                </c:pt>
                <c:pt idx="3641">
                  <c:v>2.5000000000000001E-2</c:v>
                </c:pt>
                <c:pt idx="3642">
                  <c:v>2.5000000000000001E-2</c:v>
                </c:pt>
                <c:pt idx="3643">
                  <c:v>2.5000000000000001E-2</c:v>
                </c:pt>
                <c:pt idx="3644">
                  <c:v>2.5000000000000001E-2</c:v>
                </c:pt>
                <c:pt idx="3645">
                  <c:v>2.5000000000000001E-2</c:v>
                </c:pt>
                <c:pt idx="3646">
                  <c:v>2.5000000000000001E-2</c:v>
                </c:pt>
                <c:pt idx="3647">
                  <c:v>2.5000000000000001E-2</c:v>
                </c:pt>
                <c:pt idx="3648">
                  <c:v>2.5000000000000001E-2</c:v>
                </c:pt>
                <c:pt idx="3649">
                  <c:v>2.5000000000000001E-2</c:v>
                </c:pt>
                <c:pt idx="3650">
                  <c:v>2.5000000000000001E-2</c:v>
                </c:pt>
                <c:pt idx="3651">
                  <c:v>2.5000000000000001E-2</c:v>
                </c:pt>
                <c:pt idx="3652">
                  <c:v>2.5000000000000001E-2</c:v>
                </c:pt>
                <c:pt idx="3653">
                  <c:v>2.5000000000000001E-2</c:v>
                </c:pt>
                <c:pt idx="3654">
                  <c:v>2.5000000000000001E-2</c:v>
                </c:pt>
                <c:pt idx="3655">
                  <c:v>2.5000000000000001E-2</c:v>
                </c:pt>
                <c:pt idx="3656">
                  <c:v>2.5000000000000001E-2</c:v>
                </c:pt>
                <c:pt idx="3657">
                  <c:v>2.5000000000000001E-2</c:v>
                </c:pt>
                <c:pt idx="3658">
                  <c:v>2.5000000000000001E-2</c:v>
                </c:pt>
                <c:pt idx="3659">
                  <c:v>2.5000000000000001E-2</c:v>
                </c:pt>
                <c:pt idx="3660">
                  <c:v>2.5000000000000001E-2</c:v>
                </c:pt>
                <c:pt idx="3661">
                  <c:v>2.5000000000000001E-2</c:v>
                </c:pt>
                <c:pt idx="3662">
                  <c:v>2.5000000000000001E-2</c:v>
                </c:pt>
                <c:pt idx="3663">
                  <c:v>2.5000000000000001E-2</c:v>
                </c:pt>
                <c:pt idx="3664">
                  <c:v>2.5000000000000001E-2</c:v>
                </c:pt>
                <c:pt idx="3665">
                  <c:v>2.5000000000000001E-2</c:v>
                </c:pt>
                <c:pt idx="3666">
                  <c:v>2.5000000000000001E-2</c:v>
                </c:pt>
                <c:pt idx="3667">
                  <c:v>2.5000000000000001E-2</c:v>
                </c:pt>
                <c:pt idx="3668">
                  <c:v>2.5000000000000001E-2</c:v>
                </c:pt>
                <c:pt idx="3669">
                  <c:v>2.5000000000000001E-2</c:v>
                </c:pt>
                <c:pt idx="3670">
                  <c:v>2.5000000000000001E-2</c:v>
                </c:pt>
                <c:pt idx="3671">
                  <c:v>2.5000000000000001E-2</c:v>
                </c:pt>
                <c:pt idx="3672">
                  <c:v>2.5000000000000001E-2</c:v>
                </c:pt>
                <c:pt idx="3673">
                  <c:v>2.5000000000000001E-2</c:v>
                </c:pt>
                <c:pt idx="3674">
                  <c:v>2.5000000000000001E-2</c:v>
                </c:pt>
                <c:pt idx="3675">
                  <c:v>2.5000000000000001E-2</c:v>
                </c:pt>
                <c:pt idx="3676">
                  <c:v>2.5000000000000001E-2</c:v>
                </c:pt>
                <c:pt idx="3677">
                  <c:v>2.5000000000000001E-2</c:v>
                </c:pt>
                <c:pt idx="3678">
                  <c:v>2.5000000000000001E-2</c:v>
                </c:pt>
                <c:pt idx="3679">
                  <c:v>2.5000000000000001E-2</c:v>
                </c:pt>
                <c:pt idx="3680">
                  <c:v>2.5000000000000001E-2</c:v>
                </c:pt>
                <c:pt idx="3681">
                  <c:v>2.5000000000000001E-2</c:v>
                </c:pt>
                <c:pt idx="3682">
                  <c:v>2.5000000000000001E-2</c:v>
                </c:pt>
                <c:pt idx="3683">
                  <c:v>2.5000000000000001E-2</c:v>
                </c:pt>
                <c:pt idx="3684">
                  <c:v>2.5000000000000001E-2</c:v>
                </c:pt>
                <c:pt idx="3685">
                  <c:v>2.5000000000000001E-2</c:v>
                </c:pt>
                <c:pt idx="3686">
                  <c:v>2.5000000000000001E-2</c:v>
                </c:pt>
                <c:pt idx="3687">
                  <c:v>2.5000000000000001E-2</c:v>
                </c:pt>
                <c:pt idx="3688">
                  <c:v>2.5000000000000001E-2</c:v>
                </c:pt>
                <c:pt idx="3689">
                  <c:v>2.5000000000000001E-2</c:v>
                </c:pt>
                <c:pt idx="3690">
                  <c:v>2.5000000000000001E-2</c:v>
                </c:pt>
                <c:pt idx="3691">
                  <c:v>2.5000000000000001E-2</c:v>
                </c:pt>
                <c:pt idx="3692">
                  <c:v>2.5000000000000001E-2</c:v>
                </c:pt>
                <c:pt idx="3693">
                  <c:v>2.5000000000000001E-2</c:v>
                </c:pt>
                <c:pt idx="3694">
                  <c:v>2.5000000000000001E-2</c:v>
                </c:pt>
                <c:pt idx="3695">
                  <c:v>2.5000000000000001E-2</c:v>
                </c:pt>
                <c:pt idx="3696">
                  <c:v>2.5000000000000001E-2</c:v>
                </c:pt>
                <c:pt idx="3697">
                  <c:v>2.5000000000000001E-2</c:v>
                </c:pt>
                <c:pt idx="3698">
                  <c:v>2.5000000000000001E-2</c:v>
                </c:pt>
                <c:pt idx="3699">
                  <c:v>2.5000000000000001E-2</c:v>
                </c:pt>
                <c:pt idx="3700">
                  <c:v>2.5000000000000001E-2</c:v>
                </c:pt>
                <c:pt idx="3701">
                  <c:v>2.5000000000000001E-2</c:v>
                </c:pt>
                <c:pt idx="3702">
                  <c:v>2.5000000000000001E-2</c:v>
                </c:pt>
                <c:pt idx="3703">
                  <c:v>2.5000000000000001E-2</c:v>
                </c:pt>
                <c:pt idx="3704">
                  <c:v>2.5000000000000001E-2</c:v>
                </c:pt>
                <c:pt idx="3705">
                  <c:v>2.5000000000000001E-2</c:v>
                </c:pt>
                <c:pt idx="3706">
                  <c:v>2.5000000000000001E-2</c:v>
                </c:pt>
                <c:pt idx="3707">
                  <c:v>2.5000000000000001E-2</c:v>
                </c:pt>
                <c:pt idx="3708">
                  <c:v>2.5000000000000001E-2</c:v>
                </c:pt>
                <c:pt idx="3709">
                  <c:v>2.5000000000000001E-2</c:v>
                </c:pt>
                <c:pt idx="3710">
                  <c:v>2.5000000000000001E-2</c:v>
                </c:pt>
                <c:pt idx="3711">
                  <c:v>2.5000000000000001E-2</c:v>
                </c:pt>
                <c:pt idx="3712">
                  <c:v>2.5000000000000001E-2</c:v>
                </c:pt>
                <c:pt idx="3713">
                  <c:v>2.5000000000000001E-2</c:v>
                </c:pt>
                <c:pt idx="3714">
                  <c:v>2.5000000000000001E-2</c:v>
                </c:pt>
                <c:pt idx="3715">
                  <c:v>2.5000000000000001E-2</c:v>
                </c:pt>
                <c:pt idx="3716">
                  <c:v>2.5000000000000001E-2</c:v>
                </c:pt>
                <c:pt idx="3717">
                  <c:v>2.5000000000000001E-2</c:v>
                </c:pt>
                <c:pt idx="3718">
                  <c:v>2.5000000000000001E-2</c:v>
                </c:pt>
                <c:pt idx="3719">
                  <c:v>2.5000000000000001E-2</c:v>
                </c:pt>
                <c:pt idx="3720">
                  <c:v>2.5000000000000001E-2</c:v>
                </c:pt>
                <c:pt idx="3721">
                  <c:v>2.5000000000000001E-2</c:v>
                </c:pt>
                <c:pt idx="3722">
                  <c:v>2.5000000000000001E-2</c:v>
                </c:pt>
                <c:pt idx="3723">
                  <c:v>2.5000000000000001E-2</c:v>
                </c:pt>
                <c:pt idx="3724">
                  <c:v>2.5000000000000001E-2</c:v>
                </c:pt>
                <c:pt idx="3725">
                  <c:v>2.5000000000000001E-2</c:v>
                </c:pt>
                <c:pt idx="3726">
                  <c:v>2.5000000000000001E-2</c:v>
                </c:pt>
                <c:pt idx="3727">
                  <c:v>2.5000000000000001E-2</c:v>
                </c:pt>
                <c:pt idx="3728">
                  <c:v>2.5000000000000001E-2</c:v>
                </c:pt>
                <c:pt idx="3729">
                  <c:v>2.5000000000000001E-2</c:v>
                </c:pt>
                <c:pt idx="3730">
                  <c:v>2.5000000000000001E-2</c:v>
                </c:pt>
                <c:pt idx="3731">
                  <c:v>2.5000000000000001E-2</c:v>
                </c:pt>
                <c:pt idx="3732">
                  <c:v>2.5000000000000001E-2</c:v>
                </c:pt>
                <c:pt idx="3733">
                  <c:v>2.5000000000000001E-2</c:v>
                </c:pt>
                <c:pt idx="3734">
                  <c:v>2.5000000000000001E-2</c:v>
                </c:pt>
                <c:pt idx="3735">
                  <c:v>2.5000000000000001E-2</c:v>
                </c:pt>
                <c:pt idx="3736">
                  <c:v>2.5000000000000001E-2</c:v>
                </c:pt>
                <c:pt idx="3737">
                  <c:v>2.5000000000000001E-2</c:v>
                </c:pt>
                <c:pt idx="3738">
                  <c:v>2.5000000000000001E-2</c:v>
                </c:pt>
                <c:pt idx="3739">
                  <c:v>2.5000000000000001E-2</c:v>
                </c:pt>
                <c:pt idx="3740">
                  <c:v>2.5000000000000001E-2</c:v>
                </c:pt>
                <c:pt idx="3741">
                  <c:v>2.5000000000000001E-2</c:v>
                </c:pt>
                <c:pt idx="3742">
                  <c:v>2.5000000000000001E-2</c:v>
                </c:pt>
                <c:pt idx="3743">
                  <c:v>2.5000000000000001E-2</c:v>
                </c:pt>
                <c:pt idx="3744">
                  <c:v>2.5000000000000001E-2</c:v>
                </c:pt>
                <c:pt idx="3745">
                  <c:v>2.5000000000000001E-2</c:v>
                </c:pt>
                <c:pt idx="3746">
                  <c:v>2.5000000000000001E-2</c:v>
                </c:pt>
                <c:pt idx="3747">
                  <c:v>2.5000000000000001E-2</c:v>
                </c:pt>
                <c:pt idx="3748">
                  <c:v>2.5000000000000001E-2</c:v>
                </c:pt>
                <c:pt idx="3749">
                  <c:v>2.5000000000000001E-2</c:v>
                </c:pt>
                <c:pt idx="3750">
                  <c:v>2.5000000000000001E-2</c:v>
                </c:pt>
                <c:pt idx="3751">
                  <c:v>2.5000000000000001E-2</c:v>
                </c:pt>
                <c:pt idx="3752">
                  <c:v>2.5000000000000001E-2</c:v>
                </c:pt>
                <c:pt idx="3753">
                  <c:v>2.5000000000000001E-2</c:v>
                </c:pt>
                <c:pt idx="3754">
                  <c:v>2.5000000000000001E-2</c:v>
                </c:pt>
                <c:pt idx="3755">
                  <c:v>2.5000000000000001E-2</c:v>
                </c:pt>
                <c:pt idx="3756">
                  <c:v>2.5000000000000001E-2</c:v>
                </c:pt>
                <c:pt idx="3757">
                  <c:v>2.5000000000000001E-2</c:v>
                </c:pt>
                <c:pt idx="3758">
                  <c:v>2.5000000000000001E-2</c:v>
                </c:pt>
                <c:pt idx="3759">
                  <c:v>2.5000000000000001E-2</c:v>
                </c:pt>
                <c:pt idx="3760">
                  <c:v>2.5000000000000001E-2</c:v>
                </c:pt>
                <c:pt idx="3761">
                  <c:v>2.5000000000000001E-2</c:v>
                </c:pt>
                <c:pt idx="3762">
                  <c:v>2.5000000000000001E-2</c:v>
                </c:pt>
                <c:pt idx="3763">
                  <c:v>2.5000000000000001E-2</c:v>
                </c:pt>
                <c:pt idx="3764">
                  <c:v>2.5000000000000001E-2</c:v>
                </c:pt>
                <c:pt idx="3765">
                  <c:v>2.5000000000000001E-2</c:v>
                </c:pt>
                <c:pt idx="3766">
                  <c:v>2.5000000000000001E-2</c:v>
                </c:pt>
                <c:pt idx="3767">
                  <c:v>2.5000000000000001E-2</c:v>
                </c:pt>
                <c:pt idx="3768">
                  <c:v>2.5000000000000001E-2</c:v>
                </c:pt>
                <c:pt idx="3769">
                  <c:v>2.5000000000000001E-2</c:v>
                </c:pt>
                <c:pt idx="3770">
                  <c:v>2.5000000000000001E-2</c:v>
                </c:pt>
                <c:pt idx="3771">
                  <c:v>2.5000000000000001E-2</c:v>
                </c:pt>
                <c:pt idx="3772">
                  <c:v>2.5000000000000001E-2</c:v>
                </c:pt>
                <c:pt idx="3773">
                  <c:v>2.5000000000000001E-2</c:v>
                </c:pt>
                <c:pt idx="3774">
                  <c:v>2.5000000000000001E-2</c:v>
                </c:pt>
                <c:pt idx="3775">
                  <c:v>2.5000000000000001E-2</c:v>
                </c:pt>
                <c:pt idx="3776">
                  <c:v>2.5000000000000001E-2</c:v>
                </c:pt>
                <c:pt idx="3777">
                  <c:v>2.5000000000000001E-2</c:v>
                </c:pt>
                <c:pt idx="3778">
                  <c:v>2.5000000000000001E-2</c:v>
                </c:pt>
                <c:pt idx="3779">
                  <c:v>2.5000000000000001E-2</c:v>
                </c:pt>
                <c:pt idx="3780">
                  <c:v>2.5000000000000001E-2</c:v>
                </c:pt>
                <c:pt idx="3781">
                  <c:v>2.5000000000000001E-2</c:v>
                </c:pt>
                <c:pt idx="3782">
                  <c:v>2.5000000000000001E-2</c:v>
                </c:pt>
                <c:pt idx="3783">
                  <c:v>2.5000000000000001E-2</c:v>
                </c:pt>
                <c:pt idx="3784">
                  <c:v>2.5000000000000001E-2</c:v>
                </c:pt>
                <c:pt idx="3785">
                  <c:v>2.5000000000000001E-2</c:v>
                </c:pt>
                <c:pt idx="3786">
                  <c:v>2.5000000000000001E-2</c:v>
                </c:pt>
                <c:pt idx="3787">
                  <c:v>2.5000000000000001E-2</c:v>
                </c:pt>
                <c:pt idx="3788">
                  <c:v>2.5000000000000001E-2</c:v>
                </c:pt>
                <c:pt idx="3789">
                  <c:v>2.5000000000000001E-2</c:v>
                </c:pt>
                <c:pt idx="3790">
                  <c:v>2.5000000000000001E-2</c:v>
                </c:pt>
                <c:pt idx="3791">
                  <c:v>2.5000000000000001E-2</c:v>
                </c:pt>
                <c:pt idx="3792">
                  <c:v>2.5000000000000001E-2</c:v>
                </c:pt>
                <c:pt idx="3793">
                  <c:v>2.75E-2</c:v>
                </c:pt>
                <c:pt idx="3794">
                  <c:v>2.75E-2</c:v>
                </c:pt>
                <c:pt idx="3795">
                  <c:v>2.75E-2</c:v>
                </c:pt>
                <c:pt idx="3796">
                  <c:v>2.75E-2</c:v>
                </c:pt>
                <c:pt idx="3797">
                  <c:v>2.75E-2</c:v>
                </c:pt>
                <c:pt idx="3798">
                  <c:v>2.75E-2</c:v>
                </c:pt>
                <c:pt idx="3799">
                  <c:v>2.75E-2</c:v>
                </c:pt>
                <c:pt idx="3800">
                  <c:v>2.75E-2</c:v>
                </c:pt>
                <c:pt idx="3801">
                  <c:v>2.75E-2</c:v>
                </c:pt>
                <c:pt idx="3802">
                  <c:v>2.75E-2</c:v>
                </c:pt>
                <c:pt idx="3803">
                  <c:v>2.75E-2</c:v>
                </c:pt>
                <c:pt idx="3804">
                  <c:v>2.75E-2</c:v>
                </c:pt>
                <c:pt idx="3805">
                  <c:v>2.75E-2</c:v>
                </c:pt>
                <c:pt idx="3806">
                  <c:v>2.75E-2</c:v>
                </c:pt>
                <c:pt idx="3807">
                  <c:v>2.75E-2</c:v>
                </c:pt>
                <c:pt idx="3808">
                  <c:v>2.75E-2</c:v>
                </c:pt>
                <c:pt idx="3809">
                  <c:v>2.75E-2</c:v>
                </c:pt>
                <c:pt idx="3810">
                  <c:v>2.75E-2</c:v>
                </c:pt>
                <c:pt idx="3811">
                  <c:v>2.75E-2</c:v>
                </c:pt>
                <c:pt idx="3812">
                  <c:v>2.75E-2</c:v>
                </c:pt>
                <c:pt idx="3813">
                  <c:v>2.75E-2</c:v>
                </c:pt>
                <c:pt idx="3814">
                  <c:v>2.75E-2</c:v>
                </c:pt>
                <c:pt idx="3815">
                  <c:v>2.75E-2</c:v>
                </c:pt>
                <c:pt idx="3816">
                  <c:v>2.75E-2</c:v>
                </c:pt>
                <c:pt idx="3817">
                  <c:v>2.75E-2</c:v>
                </c:pt>
                <c:pt idx="3818">
                  <c:v>2.75E-2</c:v>
                </c:pt>
                <c:pt idx="3819">
                  <c:v>2.75E-2</c:v>
                </c:pt>
                <c:pt idx="3820">
                  <c:v>2.75E-2</c:v>
                </c:pt>
                <c:pt idx="3821">
                  <c:v>2.75E-2</c:v>
                </c:pt>
                <c:pt idx="3822">
                  <c:v>2.75E-2</c:v>
                </c:pt>
                <c:pt idx="3823">
                  <c:v>0.03</c:v>
                </c:pt>
                <c:pt idx="3824">
                  <c:v>0.03</c:v>
                </c:pt>
                <c:pt idx="3825">
                  <c:v>0.03</c:v>
                </c:pt>
                <c:pt idx="3826">
                  <c:v>0.03</c:v>
                </c:pt>
                <c:pt idx="3827">
                  <c:v>0.03</c:v>
                </c:pt>
                <c:pt idx="3828">
                  <c:v>0.03</c:v>
                </c:pt>
                <c:pt idx="3829">
                  <c:v>0.03</c:v>
                </c:pt>
                <c:pt idx="3830">
                  <c:v>0.03</c:v>
                </c:pt>
                <c:pt idx="3831">
                  <c:v>0.03</c:v>
                </c:pt>
                <c:pt idx="3832">
                  <c:v>0.03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C8-479F-8496-9D4D1BE74417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CD Barrier(4.25%)</c:v>
                </c:pt>
              </c:strCache>
            </c:strRef>
          </c:tx>
          <c:spPr>
            <a:ln w="22225" cap="rnd">
              <a:solidFill>
                <a:srgbClr val="00B050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Sheet1!$A$2:$A$4355</c:f>
              <c:numCache>
                <c:formatCode>yyyy/mm/dd;@</c:formatCode>
                <c:ptCount val="4354"/>
                <c:pt idx="0">
                  <c:v>40910</c:v>
                </c:pt>
                <c:pt idx="1">
                  <c:v>40911</c:v>
                </c:pt>
                <c:pt idx="2">
                  <c:v>40912</c:v>
                </c:pt>
                <c:pt idx="3">
                  <c:v>40913</c:v>
                </c:pt>
                <c:pt idx="4">
                  <c:v>40914</c:v>
                </c:pt>
                <c:pt idx="5">
                  <c:v>40917</c:v>
                </c:pt>
                <c:pt idx="6">
                  <c:v>40918</c:v>
                </c:pt>
                <c:pt idx="7">
                  <c:v>40919</c:v>
                </c:pt>
                <c:pt idx="8">
                  <c:v>40920</c:v>
                </c:pt>
                <c:pt idx="9">
                  <c:v>40921</c:v>
                </c:pt>
                <c:pt idx="10">
                  <c:v>40924</c:v>
                </c:pt>
                <c:pt idx="11">
                  <c:v>40925</c:v>
                </c:pt>
                <c:pt idx="12">
                  <c:v>40926</c:v>
                </c:pt>
                <c:pt idx="13">
                  <c:v>40927</c:v>
                </c:pt>
                <c:pt idx="14">
                  <c:v>40928</c:v>
                </c:pt>
                <c:pt idx="15">
                  <c:v>40931</c:v>
                </c:pt>
                <c:pt idx="16">
                  <c:v>40932</c:v>
                </c:pt>
                <c:pt idx="17">
                  <c:v>40933</c:v>
                </c:pt>
                <c:pt idx="18">
                  <c:v>40934</c:v>
                </c:pt>
                <c:pt idx="19">
                  <c:v>40935</c:v>
                </c:pt>
                <c:pt idx="20">
                  <c:v>40938</c:v>
                </c:pt>
                <c:pt idx="21">
                  <c:v>40939</c:v>
                </c:pt>
                <c:pt idx="22">
                  <c:v>40940</c:v>
                </c:pt>
                <c:pt idx="23">
                  <c:v>40941</c:v>
                </c:pt>
                <c:pt idx="24">
                  <c:v>40942</c:v>
                </c:pt>
                <c:pt idx="25">
                  <c:v>40945</c:v>
                </c:pt>
                <c:pt idx="26">
                  <c:v>40946</c:v>
                </c:pt>
                <c:pt idx="27">
                  <c:v>40947</c:v>
                </c:pt>
                <c:pt idx="28">
                  <c:v>40948</c:v>
                </c:pt>
                <c:pt idx="29">
                  <c:v>40949</c:v>
                </c:pt>
                <c:pt idx="30">
                  <c:v>40952</c:v>
                </c:pt>
                <c:pt idx="31">
                  <c:v>40953</c:v>
                </c:pt>
                <c:pt idx="32">
                  <c:v>40954</c:v>
                </c:pt>
                <c:pt idx="33">
                  <c:v>40955</c:v>
                </c:pt>
                <c:pt idx="34">
                  <c:v>40956</c:v>
                </c:pt>
                <c:pt idx="35">
                  <c:v>40959</c:v>
                </c:pt>
                <c:pt idx="36">
                  <c:v>40960</c:v>
                </c:pt>
                <c:pt idx="37">
                  <c:v>40961</c:v>
                </c:pt>
                <c:pt idx="38">
                  <c:v>40962</c:v>
                </c:pt>
                <c:pt idx="39">
                  <c:v>40963</c:v>
                </c:pt>
                <c:pt idx="40">
                  <c:v>40966</c:v>
                </c:pt>
                <c:pt idx="41">
                  <c:v>40967</c:v>
                </c:pt>
                <c:pt idx="42">
                  <c:v>40968</c:v>
                </c:pt>
                <c:pt idx="43">
                  <c:v>40969</c:v>
                </c:pt>
                <c:pt idx="44">
                  <c:v>40970</c:v>
                </c:pt>
                <c:pt idx="45">
                  <c:v>40973</c:v>
                </c:pt>
                <c:pt idx="46">
                  <c:v>40974</c:v>
                </c:pt>
                <c:pt idx="47">
                  <c:v>40975</c:v>
                </c:pt>
                <c:pt idx="48">
                  <c:v>40976</c:v>
                </c:pt>
                <c:pt idx="49">
                  <c:v>40977</c:v>
                </c:pt>
                <c:pt idx="50">
                  <c:v>40980</c:v>
                </c:pt>
                <c:pt idx="51">
                  <c:v>40981</c:v>
                </c:pt>
                <c:pt idx="52">
                  <c:v>40982</c:v>
                </c:pt>
                <c:pt idx="53">
                  <c:v>40983</c:v>
                </c:pt>
                <c:pt idx="54">
                  <c:v>40984</c:v>
                </c:pt>
                <c:pt idx="55">
                  <c:v>40987</c:v>
                </c:pt>
                <c:pt idx="56">
                  <c:v>40988</c:v>
                </c:pt>
                <c:pt idx="57">
                  <c:v>40989</c:v>
                </c:pt>
                <c:pt idx="58">
                  <c:v>40990</c:v>
                </c:pt>
                <c:pt idx="59">
                  <c:v>40991</c:v>
                </c:pt>
                <c:pt idx="60">
                  <c:v>40994</c:v>
                </c:pt>
                <c:pt idx="61">
                  <c:v>40995</c:v>
                </c:pt>
                <c:pt idx="62">
                  <c:v>40996</c:v>
                </c:pt>
                <c:pt idx="63">
                  <c:v>40997</c:v>
                </c:pt>
                <c:pt idx="64">
                  <c:v>40998</c:v>
                </c:pt>
                <c:pt idx="65">
                  <c:v>41001</c:v>
                </c:pt>
                <c:pt idx="66">
                  <c:v>41002</c:v>
                </c:pt>
                <c:pt idx="67">
                  <c:v>41003</c:v>
                </c:pt>
                <c:pt idx="68">
                  <c:v>41004</c:v>
                </c:pt>
                <c:pt idx="69">
                  <c:v>41005</c:v>
                </c:pt>
                <c:pt idx="70">
                  <c:v>41008</c:v>
                </c:pt>
                <c:pt idx="71">
                  <c:v>41009</c:v>
                </c:pt>
                <c:pt idx="72">
                  <c:v>41010</c:v>
                </c:pt>
                <c:pt idx="73">
                  <c:v>41011</c:v>
                </c:pt>
                <c:pt idx="74">
                  <c:v>41012</c:v>
                </c:pt>
                <c:pt idx="75">
                  <c:v>41015</c:v>
                </c:pt>
                <c:pt idx="76">
                  <c:v>41016</c:v>
                </c:pt>
                <c:pt idx="77">
                  <c:v>41017</c:v>
                </c:pt>
                <c:pt idx="78">
                  <c:v>41018</c:v>
                </c:pt>
                <c:pt idx="79">
                  <c:v>41019</c:v>
                </c:pt>
                <c:pt idx="80">
                  <c:v>41022</c:v>
                </c:pt>
                <c:pt idx="81">
                  <c:v>41023</c:v>
                </c:pt>
                <c:pt idx="82">
                  <c:v>41024</c:v>
                </c:pt>
                <c:pt idx="83">
                  <c:v>41025</c:v>
                </c:pt>
                <c:pt idx="84">
                  <c:v>41026</c:v>
                </c:pt>
                <c:pt idx="85">
                  <c:v>41029</c:v>
                </c:pt>
                <c:pt idx="86">
                  <c:v>41030</c:v>
                </c:pt>
                <c:pt idx="87">
                  <c:v>41031</c:v>
                </c:pt>
                <c:pt idx="88">
                  <c:v>41032</c:v>
                </c:pt>
                <c:pt idx="89">
                  <c:v>41033</c:v>
                </c:pt>
                <c:pt idx="90">
                  <c:v>41036</c:v>
                </c:pt>
                <c:pt idx="91">
                  <c:v>41037</c:v>
                </c:pt>
                <c:pt idx="92">
                  <c:v>41038</c:v>
                </c:pt>
                <c:pt idx="93">
                  <c:v>41039</c:v>
                </c:pt>
                <c:pt idx="94">
                  <c:v>41040</c:v>
                </c:pt>
                <c:pt idx="95">
                  <c:v>41043</c:v>
                </c:pt>
                <c:pt idx="96">
                  <c:v>41044</c:v>
                </c:pt>
                <c:pt idx="97">
                  <c:v>41045</c:v>
                </c:pt>
                <c:pt idx="98">
                  <c:v>41046</c:v>
                </c:pt>
                <c:pt idx="99">
                  <c:v>41047</c:v>
                </c:pt>
                <c:pt idx="100">
                  <c:v>41050</c:v>
                </c:pt>
                <c:pt idx="101">
                  <c:v>41051</c:v>
                </c:pt>
                <c:pt idx="102">
                  <c:v>41052</c:v>
                </c:pt>
                <c:pt idx="103">
                  <c:v>41053</c:v>
                </c:pt>
                <c:pt idx="104">
                  <c:v>41054</c:v>
                </c:pt>
                <c:pt idx="105">
                  <c:v>41057</c:v>
                </c:pt>
                <c:pt idx="106">
                  <c:v>41058</c:v>
                </c:pt>
                <c:pt idx="107">
                  <c:v>41059</c:v>
                </c:pt>
                <c:pt idx="108">
                  <c:v>41060</c:v>
                </c:pt>
                <c:pt idx="109">
                  <c:v>41061</c:v>
                </c:pt>
                <c:pt idx="110">
                  <c:v>41064</c:v>
                </c:pt>
                <c:pt idx="111">
                  <c:v>41065</c:v>
                </c:pt>
                <c:pt idx="112">
                  <c:v>41066</c:v>
                </c:pt>
                <c:pt idx="113">
                  <c:v>41067</c:v>
                </c:pt>
                <c:pt idx="114">
                  <c:v>41068</c:v>
                </c:pt>
                <c:pt idx="115">
                  <c:v>41071</c:v>
                </c:pt>
                <c:pt idx="116">
                  <c:v>41072</c:v>
                </c:pt>
                <c:pt idx="117">
                  <c:v>41073</c:v>
                </c:pt>
                <c:pt idx="118">
                  <c:v>41074</c:v>
                </c:pt>
                <c:pt idx="119">
                  <c:v>41075</c:v>
                </c:pt>
                <c:pt idx="120">
                  <c:v>41078</c:v>
                </c:pt>
                <c:pt idx="121">
                  <c:v>41079</c:v>
                </c:pt>
                <c:pt idx="122">
                  <c:v>41080</c:v>
                </c:pt>
                <c:pt idx="123">
                  <c:v>41081</c:v>
                </c:pt>
                <c:pt idx="124">
                  <c:v>41082</c:v>
                </c:pt>
                <c:pt idx="125">
                  <c:v>41085</c:v>
                </c:pt>
                <c:pt idx="126">
                  <c:v>41086</c:v>
                </c:pt>
                <c:pt idx="127">
                  <c:v>41087</c:v>
                </c:pt>
                <c:pt idx="128">
                  <c:v>41088</c:v>
                </c:pt>
                <c:pt idx="129">
                  <c:v>41089</c:v>
                </c:pt>
                <c:pt idx="130">
                  <c:v>41092</c:v>
                </c:pt>
                <c:pt idx="131">
                  <c:v>41093</c:v>
                </c:pt>
                <c:pt idx="132">
                  <c:v>41094</c:v>
                </c:pt>
                <c:pt idx="133">
                  <c:v>41095</c:v>
                </c:pt>
                <c:pt idx="134">
                  <c:v>41096</c:v>
                </c:pt>
                <c:pt idx="135">
                  <c:v>41099</c:v>
                </c:pt>
                <c:pt idx="136">
                  <c:v>41100</c:v>
                </c:pt>
                <c:pt idx="137">
                  <c:v>41101</c:v>
                </c:pt>
                <c:pt idx="138">
                  <c:v>41102</c:v>
                </c:pt>
                <c:pt idx="139">
                  <c:v>41103</c:v>
                </c:pt>
                <c:pt idx="140">
                  <c:v>41106</c:v>
                </c:pt>
                <c:pt idx="141">
                  <c:v>41107</c:v>
                </c:pt>
                <c:pt idx="142">
                  <c:v>41108</c:v>
                </c:pt>
                <c:pt idx="143">
                  <c:v>41109</c:v>
                </c:pt>
                <c:pt idx="144">
                  <c:v>41110</c:v>
                </c:pt>
                <c:pt idx="145">
                  <c:v>41113</c:v>
                </c:pt>
                <c:pt idx="146">
                  <c:v>41114</c:v>
                </c:pt>
                <c:pt idx="147">
                  <c:v>41115</c:v>
                </c:pt>
                <c:pt idx="148">
                  <c:v>41116</c:v>
                </c:pt>
                <c:pt idx="149">
                  <c:v>41117</c:v>
                </c:pt>
                <c:pt idx="150">
                  <c:v>41120</c:v>
                </c:pt>
                <c:pt idx="151">
                  <c:v>41121</c:v>
                </c:pt>
                <c:pt idx="152">
                  <c:v>41122</c:v>
                </c:pt>
                <c:pt idx="153">
                  <c:v>41123</c:v>
                </c:pt>
                <c:pt idx="154">
                  <c:v>41124</c:v>
                </c:pt>
                <c:pt idx="155">
                  <c:v>41127</c:v>
                </c:pt>
                <c:pt idx="156">
                  <c:v>41128</c:v>
                </c:pt>
                <c:pt idx="157">
                  <c:v>41129</c:v>
                </c:pt>
                <c:pt idx="158">
                  <c:v>41130</c:v>
                </c:pt>
                <c:pt idx="159">
                  <c:v>41131</c:v>
                </c:pt>
                <c:pt idx="160">
                  <c:v>41134</c:v>
                </c:pt>
                <c:pt idx="161">
                  <c:v>41135</c:v>
                </c:pt>
                <c:pt idx="162">
                  <c:v>41136</c:v>
                </c:pt>
                <c:pt idx="163">
                  <c:v>41137</c:v>
                </c:pt>
                <c:pt idx="164">
                  <c:v>41138</c:v>
                </c:pt>
                <c:pt idx="165">
                  <c:v>41141</c:v>
                </c:pt>
                <c:pt idx="166">
                  <c:v>41142</c:v>
                </c:pt>
                <c:pt idx="167">
                  <c:v>41143</c:v>
                </c:pt>
                <c:pt idx="168">
                  <c:v>41144</c:v>
                </c:pt>
                <c:pt idx="169">
                  <c:v>41145</c:v>
                </c:pt>
                <c:pt idx="170">
                  <c:v>41148</c:v>
                </c:pt>
                <c:pt idx="171">
                  <c:v>41149</c:v>
                </c:pt>
                <c:pt idx="172">
                  <c:v>41150</c:v>
                </c:pt>
                <c:pt idx="173">
                  <c:v>41151</c:v>
                </c:pt>
                <c:pt idx="174">
                  <c:v>41152</c:v>
                </c:pt>
                <c:pt idx="175">
                  <c:v>41155</c:v>
                </c:pt>
                <c:pt idx="176">
                  <c:v>41156</c:v>
                </c:pt>
                <c:pt idx="177">
                  <c:v>41157</c:v>
                </c:pt>
                <c:pt idx="178">
                  <c:v>41158</c:v>
                </c:pt>
                <c:pt idx="179">
                  <c:v>41159</c:v>
                </c:pt>
                <c:pt idx="180">
                  <c:v>41162</c:v>
                </c:pt>
                <c:pt idx="181">
                  <c:v>41163</c:v>
                </c:pt>
                <c:pt idx="182">
                  <c:v>41164</c:v>
                </c:pt>
                <c:pt idx="183">
                  <c:v>41165</c:v>
                </c:pt>
                <c:pt idx="184">
                  <c:v>41166</c:v>
                </c:pt>
                <c:pt idx="185">
                  <c:v>41169</c:v>
                </c:pt>
                <c:pt idx="186">
                  <c:v>41170</c:v>
                </c:pt>
                <c:pt idx="187">
                  <c:v>41171</c:v>
                </c:pt>
                <c:pt idx="188">
                  <c:v>41172</c:v>
                </c:pt>
                <c:pt idx="189">
                  <c:v>41173</c:v>
                </c:pt>
                <c:pt idx="190">
                  <c:v>41176</c:v>
                </c:pt>
                <c:pt idx="191">
                  <c:v>41177</c:v>
                </c:pt>
                <c:pt idx="192">
                  <c:v>41178</c:v>
                </c:pt>
                <c:pt idx="193">
                  <c:v>41179</c:v>
                </c:pt>
                <c:pt idx="194">
                  <c:v>41180</c:v>
                </c:pt>
                <c:pt idx="195">
                  <c:v>41183</c:v>
                </c:pt>
                <c:pt idx="196">
                  <c:v>41184</c:v>
                </c:pt>
                <c:pt idx="197">
                  <c:v>41185</c:v>
                </c:pt>
                <c:pt idx="198">
                  <c:v>41186</c:v>
                </c:pt>
                <c:pt idx="199">
                  <c:v>41187</c:v>
                </c:pt>
                <c:pt idx="200">
                  <c:v>41190</c:v>
                </c:pt>
                <c:pt idx="201">
                  <c:v>41191</c:v>
                </c:pt>
                <c:pt idx="202">
                  <c:v>41192</c:v>
                </c:pt>
                <c:pt idx="203">
                  <c:v>41193</c:v>
                </c:pt>
                <c:pt idx="204">
                  <c:v>41194</c:v>
                </c:pt>
                <c:pt idx="205">
                  <c:v>41197</c:v>
                </c:pt>
                <c:pt idx="206">
                  <c:v>41198</c:v>
                </c:pt>
                <c:pt idx="207">
                  <c:v>41199</c:v>
                </c:pt>
                <c:pt idx="208">
                  <c:v>41200</c:v>
                </c:pt>
                <c:pt idx="209">
                  <c:v>41201</c:v>
                </c:pt>
                <c:pt idx="210">
                  <c:v>41204</c:v>
                </c:pt>
                <c:pt idx="211">
                  <c:v>41205</c:v>
                </c:pt>
                <c:pt idx="212">
                  <c:v>41206</c:v>
                </c:pt>
                <c:pt idx="213">
                  <c:v>41207</c:v>
                </c:pt>
                <c:pt idx="214">
                  <c:v>41208</c:v>
                </c:pt>
                <c:pt idx="215">
                  <c:v>41211</c:v>
                </c:pt>
                <c:pt idx="216">
                  <c:v>41212</c:v>
                </c:pt>
                <c:pt idx="217">
                  <c:v>41213</c:v>
                </c:pt>
                <c:pt idx="218">
                  <c:v>41214</c:v>
                </c:pt>
                <c:pt idx="219">
                  <c:v>41215</c:v>
                </c:pt>
                <c:pt idx="220">
                  <c:v>41218</c:v>
                </c:pt>
                <c:pt idx="221">
                  <c:v>41219</c:v>
                </c:pt>
                <c:pt idx="222">
                  <c:v>41220</c:v>
                </c:pt>
                <c:pt idx="223">
                  <c:v>41221</c:v>
                </c:pt>
                <c:pt idx="224">
                  <c:v>41222</c:v>
                </c:pt>
                <c:pt idx="225">
                  <c:v>41225</c:v>
                </c:pt>
                <c:pt idx="226">
                  <c:v>41226</c:v>
                </c:pt>
                <c:pt idx="227">
                  <c:v>41227</c:v>
                </c:pt>
                <c:pt idx="228">
                  <c:v>41228</c:v>
                </c:pt>
                <c:pt idx="229">
                  <c:v>41229</c:v>
                </c:pt>
                <c:pt idx="230">
                  <c:v>41232</c:v>
                </c:pt>
                <c:pt idx="231">
                  <c:v>41233</c:v>
                </c:pt>
                <c:pt idx="232">
                  <c:v>41234</c:v>
                </c:pt>
                <c:pt idx="233">
                  <c:v>41235</c:v>
                </c:pt>
                <c:pt idx="234">
                  <c:v>41236</c:v>
                </c:pt>
                <c:pt idx="235">
                  <c:v>41239</c:v>
                </c:pt>
                <c:pt idx="236">
                  <c:v>41240</c:v>
                </c:pt>
                <c:pt idx="237">
                  <c:v>41241</c:v>
                </c:pt>
                <c:pt idx="238">
                  <c:v>41242</c:v>
                </c:pt>
                <c:pt idx="239">
                  <c:v>41243</c:v>
                </c:pt>
                <c:pt idx="240">
                  <c:v>41246</c:v>
                </c:pt>
                <c:pt idx="241">
                  <c:v>41247</c:v>
                </c:pt>
                <c:pt idx="242">
                  <c:v>41248</c:v>
                </c:pt>
                <c:pt idx="243">
                  <c:v>41249</c:v>
                </c:pt>
                <c:pt idx="244">
                  <c:v>41250</c:v>
                </c:pt>
                <c:pt idx="245">
                  <c:v>41253</c:v>
                </c:pt>
                <c:pt idx="246">
                  <c:v>41254</c:v>
                </c:pt>
                <c:pt idx="247">
                  <c:v>41255</c:v>
                </c:pt>
                <c:pt idx="248">
                  <c:v>41256</c:v>
                </c:pt>
                <c:pt idx="249">
                  <c:v>41257</c:v>
                </c:pt>
                <c:pt idx="250">
                  <c:v>41260</c:v>
                </c:pt>
                <c:pt idx="251">
                  <c:v>41261</c:v>
                </c:pt>
                <c:pt idx="252">
                  <c:v>41262</c:v>
                </c:pt>
                <c:pt idx="253">
                  <c:v>41263</c:v>
                </c:pt>
                <c:pt idx="254">
                  <c:v>41264</c:v>
                </c:pt>
                <c:pt idx="255">
                  <c:v>41267</c:v>
                </c:pt>
                <c:pt idx="256">
                  <c:v>41268</c:v>
                </c:pt>
                <c:pt idx="257">
                  <c:v>41269</c:v>
                </c:pt>
                <c:pt idx="258">
                  <c:v>41270</c:v>
                </c:pt>
                <c:pt idx="259">
                  <c:v>41271</c:v>
                </c:pt>
                <c:pt idx="260">
                  <c:v>41274</c:v>
                </c:pt>
                <c:pt idx="261">
                  <c:v>41275</c:v>
                </c:pt>
                <c:pt idx="262">
                  <c:v>41276</c:v>
                </c:pt>
                <c:pt idx="263">
                  <c:v>41277</c:v>
                </c:pt>
                <c:pt idx="264">
                  <c:v>41278</c:v>
                </c:pt>
                <c:pt idx="265">
                  <c:v>41281</c:v>
                </c:pt>
                <c:pt idx="266">
                  <c:v>41282</c:v>
                </c:pt>
                <c:pt idx="267">
                  <c:v>41283</c:v>
                </c:pt>
                <c:pt idx="268">
                  <c:v>41284</c:v>
                </c:pt>
                <c:pt idx="269">
                  <c:v>41285</c:v>
                </c:pt>
                <c:pt idx="270">
                  <c:v>41288</c:v>
                </c:pt>
                <c:pt idx="271">
                  <c:v>41289</c:v>
                </c:pt>
                <c:pt idx="272">
                  <c:v>41290</c:v>
                </c:pt>
                <c:pt idx="273">
                  <c:v>41291</c:v>
                </c:pt>
                <c:pt idx="274">
                  <c:v>41292</c:v>
                </c:pt>
                <c:pt idx="275">
                  <c:v>41295</c:v>
                </c:pt>
                <c:pt idx="276">
                  <c:v>41296</c:v>
                </c:pt>
                <c:pt idx="277">
                  <c:v>41297</c:v>
                </c:pt>
                <c:pt idx="278">
                  <c:v>41298</c:v>
                </c:pt>
                <c:pt idx="279">
                  <c:v>41299</c:v>
                </c:pt>
                <c:pt idx="280">
                  <c:v>41302</c:v>
                </c:pt>
                <c:pt idx="281">
                  <c:v>41303</c:v>
                </c:pt>
                <c:pt idx="282">
                  <c:v>41304</c:v>
                </c:pt>
                <c:pt idx="283">
                  <c:v>41305</c:v>
                </c:pt>
                <c:pt idx="284">
                  <c:v>41306</c:v>
                </c:pt>
                <c:pt idx="285">
                  <c:v>41309</c:v>
                </c:pt>
                <c:pt idx="286">
                  <c:v>41310</c:v>
                </c:pt>
                <c:pt idx="287">
                  <c:v>41311</c:v>
                </c:pt>
                <c:pt idx="288">
                  <c:v>41312</c:v>
                </c:pt>
                <c:pt idx="289">
                  <c:v>41313</c:v>
                </c:pt>
                <c:pt idx="290">
                  <c:v>41316</c:v>
                </c:pt>
                <c:pt idx="291">
                  <c:v>41317</c:v>
                </c:pt>
                <c:pt idx="292">
                  <c:v>41318</c:v>
                </c:pt>
                <c:pt idx="293">
                  <c:v>41319</c:v>
                </c:pt>
                <c:pt idx="294">
                  <c:v>41320</c:v>
                </c:pt>
                <c:pt idx="295">
                  <c:v>41323</c:v>
                </c:pt>
                <c:pt idx="296">
                  <c:v>41324</c:v>
                </c:pt>
                <c:pt idx="297">
                  <c:v>41325</c:v>
                </c:pt>
                <c:pt idx="298">
                  <c:v>41326</c:v>
                </c:pt>
                <c:pt idx="299">
                  <c:v>41327</c:v>
                </c:pt>
                <c:pt idx="300">
                  <c:v>41330</c:v>
                </c:pt>
                <c:pt idx="301">
                  <c:v>41331</c:v>
                </c:pt>
                <c:pt idx="302">
                  <c:v>41332</c:v>
                </c:pt>
                <c:pt idx="303">
                  <c:v>41333</c:v>
                </c:pt>
                <c:pt idx="304">
                  <c:v>41334</c:v>
                </c:pt>
                <c:pt idx="305">
                  <c:v>41337</c:v>
                </c:pt>
                <c:pt idx="306">
                  <c:v>41338</c:v>
                </c:pt>
                <c:pt idx="307">
                  <c:v>41339</c:v>
                </c:pt>
                <c:pt idx="308">
                  <c:v>41340</c:v>
                </c:pt>
                <c:pt idx="309">
                  <c:v>41341</c:v>
                </c:pt>
                <c:pt idx="310">
                  <c:v>41344</c:v>
                </c:pt>
                <c:pt idx="311">
                  <c:v>41345</c:v>
                </c:pt>
                <c:pt idx="312">
                  <c:v>41346</c:v>
                </c:pt>
                <c:pt idx="313">
                  <c:v>41347</c:v>
                </c:pt>
                <c:pt idx="314">
                  <c:v>41348</c:v>
                </c:pt>
                <c:pt idx="315">
                  <c:v>41351</c:v>
                </c:pt>
                <c:pt idx="316">
                  <c:v>41352</c:v>
                </c:pt>
                <c:pt idx="317">
                  <c:v>41353</c:v>
                </c:pt>
                <c:pt idx="318">
                  <c:v>41354</c:v>
                </c:pt>
                <c:pt idx="319">
                  <c:v>41355</c:v>
                </c:pt>
                <c:pt idx="320">
                  <c:v>41358</c:v>
                </c:pt>
                <c:pt idx="321">
                  <c:v>41359</c:v>
                </c:pt>
                <c:pt idx="322">
                  <c:v>41360</c:v>
                </c:pt>
                <c:pt idx="323">
                  <c:v>41361</c:v>
                </c:pt>
                <c:pt idx="324">
                  <c:v>41362</c:v>
                </c:pt>
                <c:pt idx="325">
                  <c:v>41365</c:v>
                </c:pt>
                <c:pt idx="326">
                  <c:v>41366</c:v>
                </c:pt>
                <c:pt idx="327">
                  <c:v>41367</c:v>
                </c:pt>
                <c:pt idx="328">
                  <c:v>41368</c:v>
                </c:pt>
                <c:pt idx="329">
                  <c:v>41369</c:v>
                </c:pt>
                <c:pt idx="330">
                  <c:v>41372</c:v>
                </c:pt>
                <c:pt idx="331">
                  <c:v>41373</c:v>
                </c:pt>
                <c:pt idx="332">
                  <c:v>41374</c:v>
                </c:pt>
                <c:pt idx="333">
                  <c:v>41375</c:v>
                </c:pt>
                <c:pt idx="334">
                  <c:v>41376</c:v>
                </c:pt>
                <c:pt idx="335">
                  <c:v>41379</c:v>
                </c:pt>
                <c:pt idx="336">
                  <c:v>41380</c:v>
                </c:pt>
                <c:pt idx="337">
                  <c:v>41381</c:v>
                </c:pt>
                <c:pt idx="338">
                  <c:v>41382</c:v>
                </c:pt>
                <c:pt idx="339">
                  <c:v>41383</c:v>
                </c:pt>
                <c:pt idx="340">
                  <c:v>41386</c:v>
                </c:pt>
                <c:pt idx="341">
                  <c:v>41387</c:v>
                </c:pt>
                <c:pt idx="342">
                  <c:v>41388</c:v>
                </c:pt>
                <c:pt idx="343">
                  <c:v>41389</c:v>
                </c:pt>
                <c:pt idx="344">
                  <c:v>41390</c:v>
                </c:pt>
                <c:pt idx="345">
                  <c:v>41393</c:v>
                </c:pt>
                <c:pt idx="346">
                  <c:v>41394</c:v>
                </c:pt>
                <c:pt idx="347">
                  <c:v>41395</c:v>
                </c:pt>
                <c:pt idx="348">
                  <c:v>41396</c:v>
                </c:pt>
                <c:pt idx="349">
                  <c:v>41397</c:v>
                </c:pt>
                <c:pt idx="350">
                  <c:v>41400</c:v>
                </c:pt>
                <c:pt idx="351">
                  <c:v>41401</c:v>
                </c:pt>
                <c:pt idx="352">
                  <c:v>41402</c:v>
                </c:pt>
                <c:pt idx="353">
                  <c:v>41403</c:v>
                </c:pt>
                <c:pt idx="354">
                  <c:v>41404</c:v>
                </c:pt>
                <c:pt idx="355">
                  <c:v>41407</c:v>
                </c:pt>
                <c:pt idx="356">
                  <c:v>41408</c:v>
                </c:pt>
                <c:pt idx="357">
                  <c:v>41409</c:v>
                </c:pt>
                <c:pt idx="358">
                  <c:v>41410</c:v>
                </c:pt>
                <c:pt idx="359">
                  <c:v>41411</c:v>
                </c:pt>
                <c:pt idx="360">
                  <c:v>41414</c:v>
                </c:pt>
                <c:pt idx="361">
                  <c:v>41415</c:v>
                </c:pt>
                <c:pt idx="362">
                  <c:v>41416</c:v>
                </c:pt>
                <c:pt idx="363">
                  <c:v>41417</c:v>
                </c:pt>
                <c:pt idx="364">
                  <c:v>41418</c:v>
                </c:pt>
                <c:pt idx="365">
                  <c:v>41421</c:v>
                </c:pt>
                <c:pt idx="366">
                  <c:v>41422</c:v>
                </c:pt>
                <c:pt idx="367">
                  <c:v>41423</c:v>
                </c:pt>
                <c:pt idx="368">
                  <c:v>41424</c:v>
                </c:pt>
                <c:pt idx="369">
                  <c:v>41425</c:v>
                </c:pt>
                <c:pt idx="370">
                  <c:v>41428</c:v>
                </c:pt>
                <c:pt idx="371">
                  <c:v>41429</c:v>
                </c:pt>
                <c:pt idx="372">
                  <c:v>41430</c:v>
                </c:pt>
                <c:pt idx="373">
                  <c:v>41431</c:v>
                </c:pt>
                <c:pt idx="374">
                  <c:v>41432</c:v>
                </c:pt>
                <c:pt idx="375">
                  <c:v>41435</c:v>
                </c:pt>
                <c:pt idx="376">
                  <c:v>41436</c:v>
                </c:pt>
                <c:pt idx="377">
                  <c:v>41437</c:v>
                </c:pt>
                <c:pt idx="378">
                  <c:v>41438</c:v>
                </c:pt>
                <c:pt idx="379">
                  <c:v>41439</c:v>
                </c:pt>
                <c:pt idx="380">
                  <c:v>41442</c:v>
                </c:pt>
                <c:pt idx="381">
                  <c:v>41443</c:v>
                </c:pt>
                <c:pt idx="382">
                  <c:v>41444</c:v>
                </c:pt>
                <c:pt idx="383">
                  <c:v>41445</c:v>
                </c:pt>
                <c:pt idx="384">
                  <c:v>41446</c:v>
                </c:pt>
                <c:pt idx="385">
                  <c:v>41449</c:v>
                </c:pt>
                <c:pt idx="386">
                  <c:v>41450</c:v>
                </c:pt>
                <c:pt idx="387">
                  <c:v>41451</c:v>
                </c:pt>
                <c:pt idx="388">
                  <c:v>41452</c:v>
                </c:pt>
                <c:pt idx="389">
                  <c:v>41453</c:v>
                </c:pt>
                <c:pt idx="390">
                  <c:v>41456</c:v>
                </c:pt>
                <c:pt idx="391">
                  <c:v>41457</c:v>
                </c:pt>
                <c:pt idx="392">
                  <c:v>41458</c:v>
                </c:pt>
                <c:pt idx="393">
                  <c:v>41459</c:v>
                </c:pt>
                <c:pt idx="394">
                  <c:v>41460</c:v>
                </c:pt>
                <c:pt idx="395">
                  <c:v>41463</c:v>
                </c:pt>
                <c:pt idx="396">
                  <c:v>41464</c:v>
                </c:pt>
                <c:pt idx="397">
                  <c:v>41465</c:v>
                </c:pt>
                <c:pt idx="398">
                  <c:v>41466</c:v>
                </c:pt>
                <c:pt idx="399">
                  <c:v>41467</c:v>
                </c:pt>
                <c:pt idx="400">
                  <c:v>41470</c:v>
                </c:pt>
                <c:pt idx="401">
                  <c:v>41471</c:v>
                </c:pt>
                <c:pt idx="402">
                  <c:v>41472</c:v>
                </c:pt>
                <c:pt idx="403">
                  <c:v>41473</c:v>
                </c:pt>
                <c:pt idx="404">
                  <c:v>41474</c:v>
                </c:pt>
                <c:pt idx="405">
                  <c:v>41477</c:v>
                </c:pt>
                <c:pt idx="406">
                  <c:v>41478</c:v>
                </c:pt>
                <c:pt idx="407">
                  <c:v>41479</c:v>
                </c:pt>
                <c:pt idx="408">
                  <c:v>41480</c:v>
                </c:pt>
                <c:pt idx="409">
                  <c:v>41481</c:v>
                </c:pt>
                <c:pt idx="410">
                  <c:v>41484</c:v>
                </c:pt>
                <c:pt idx="411">
                  <c:v>41485</c:v>
                </c:pt>
                <c:pt idx="412">
                  <c:v>41486</c:v>
                </c:pt>
                <c:pt idx="413">
                  <c:v>41487</c:v>
                </c:pt>
                <c:pt idx="414">
                  <c:v>41488</c:v>
                </c:pt>
                <c:pt idx="415">
                  <c:v>41491</c:v>
                </c:pt>
                <c:pt idx="416">
                  <c:v>41492</c:v>
                </c:pt>
                <c:pt idx="417">
                  <c:v>41493</c:v>
                </c:pt>
                <c:pt idx="418">
                  <c:v>41494</c:v>
                </c:pt>
                <c:pt idx="419">
                  <c:v>41495</c:v>
                </c:pt>
                <c:pt idx="420">
                  <c:v>41498</c:v>
                </c:pt>
                <c:pt idx="421">
                  <c:v>41499</c:v>
                </c:pt>
                <c:pt idx="422">
                  <c:v>41500</c:v>
                </c:pt>
                <c:pt idx="423">
                  <c:v>41501</c:v>
                </c:pt>
                <c:pt idx="424">
                  <c:v>41502</c:v>
                </c:pt>
                <c:pt idx="425">
                  <c:v>41505</c:v>
                </c:pt>
                <c:pt idx="426">
                  <c:v>41506</c:v>
                </c:pt>
                <c:pt idx="427">
                  <c:v>41507</c:v>
                </c:pt>
                <c:pt idx="428">
                  <c:v>41508</c:v>
                </c:pt>
                <c:pt idx="429">
                  <c:v>41509</c:v>
                </c:pt>
                <c:pt idx="430">
                  <c:v>41512</c:v>
                </c:pt>
                <c:pt idx="431">
                  <c:v>41513</c:v>
                </c:pt>
                <c:pt idx="432">
                  <c:v>41514</c:v>
                </c:pt>
                <c:pt idx="433">
                  <c:v>41515</c:v>
                </c:pt>
                <c:pt idx="434">
                  <c:v>41516</c:v>
                </c:pt>
                <c:pt idx="435">
                  <c:v>41519</c:v>
                </c:pt>
                <c:pt idx="436">
                  <c:v>41520</c:v>
                </c:pt>
                <c:pt idx="437">
                  <c:v>41521</c:v>
                </c:pt>
                <c:pt idx="438">
                  <c:v>41522</c:v>
                </c:pt>
                <c:pt idx="439">
                  <c:v>41523</c:v>
                </c:pt>
                <c:pt idx="440">
                  <c:v>41526</c:v>
                </c:pt>
                <c:pt idx="441">
                  <c:v>41527</c:v>
                </c:pt>
                <c:pt idx="442">
                  <c:v>41528</c:v>
                </c:pt>
                <c:pt idx="443">
                  <c:v>41529</c:v>
                </c:pt>
                <c:pt idx="444">
                  <c:v>41530</c:v>
                </c:pt>
                <c:pt idx="445">
                  <c:v>41533</c:v>
                </c:pt>
                <c:pt idx="446">
                  <c:v>41534</c:v>
                </c:pt>
                <c:pt idx="447">
                  <c:v>41535</c:v>
                </c:pt>
                <c:pt idx="448">
                  <c:v>41536</c:v>
                </c:pt>
                <c:pt idx="449">
                  <c:v>41537</c:v>
                </c:pt>
                <c:pt idx="450">
                  <c:v>41540</c:v>
                </c:pt>
                <c:pt idx="451">
                  <c:v>41541</c:v>
                </c:pt>
                <c:pt idx="452">
                  <c:v>41542</c:v>
                </c:pt>
                <c:pt idx="453">
                  <c:v>41543</c:v>
                </c:pt>
                <c:pt idx="454">
                  <c:v>41544</c:v>
                </c:pt>
                <c:pt idx="455">
                  <c:v>41547</c:v>
                </c:pt>
                <c:pt idx="456">
                  <c:v>41548</c:v>
                </c:pt>
                <c:pt idx="457">
                  <c:v>41549</c:v>
                </c:pt>
                <c:pt idx="458">
                  <c:v>41550</c:v>
                </c:pt>
                <c:pt idx="459">
                  <c:v>41551</c:v>
                </c:pt>
                <c:pt idx="460">
                  <c:v>41554</c:v>
                </c:pt>
                <c:pt idx="461">
                  <c:v>41555</c:v>
                </c:pt>
                <c:pt idx="462">
                  <c:v>41556</c:v>
                </c:pt>
                <c:pt idx="463">
                  <c:v>41557</c:v>
                </c:pt>
                <c:pt idx="464">
                  <c:v>41558</c:v>
                </c:pt>
                <c:pt idx="465">
                  <c:v>41561</c:v>
                </c:pt>
                <c:pt idx="466">
                  <c:v>41562</c:v>
                </c:pt>
                <c:pt idx="467">
                  <c:v>41563</c:v>
                </c:pt>
                <c:pt idx="468">
                  <c:v>41564</c:v>
                </c:pt>
                <c:pt idx="469">
                  <c:v>41565</c:v>
                </c:pt>
                <c:pt idx="470">
                  <c:v>41568</c:v>
                </c:pt>
                <c:pt idx="471">
                  <c:v>41569</c:v>
                </c:pt>
                <c:pt idx="472">
                  <c:v>41570</c:v>
                </c:pt>
                <c:pt idx="473">
                  <c:v>41571</c:v>
                </c:pt>
                <c:pt idx="474">
                  <c:v>41572</c:v>
                </c:pt>
                <c:pt idx="475">
                  <c:v>41575</c:v>
                </c:pt>
                <c:pt idx="476">
                  <c:v>41576</c:v>
                </c:pt>
                <c:pt idx="477">
                  <c:v>41577</c:v>
                </c:pt>
                <c:pt idx="478">
                  <c:v>41578</c:v>
                </c:pt>
                <c:pt idx="479">
                  <c:v>41579</c:v>
                </c:pt>
                <c:pt idx="480">
                  <c:v>41582</c:v>
                </c:pt>
                <c:pt idx="481">
                  <c:v>41583</c:v>
                </c:pt>
                <c:pt idx="482">
                  <c:v>41584</c:v>
                </c:pt>
                <c:pt idx="483">
                  <c:v>41585</c:v>
                </c:pt>
                <c:pt idx="484">
                  <c:v>41586</c:v>
                </c:pt>
                <c:pt idx="485">
                  <c:v>41589</c:v>
                </c:pt>
                <c:pt idx="486">
                  <c:v>41590</c:v>
                </c:pt>
                <c:pt idx="487">
                  <c:v>41591</c:v>
                </c:pt>
                <c:pt idx="488">
                  <c:v>41592</c:v>
                </c:pt>
                <c:pt idx="489">
                  <c:v>41593</c:v>
                </c:pt>
                <c:pt idx="490">
                  <c:v>41596</c:v>
                </c:pt>
                <c:pt idx="491">
                  <c:v>41597</c:v>
                </c:pt>
                <c:pt idx="492">
                  <c:v>41598</c:v>
                </c:pt>
                <c:pt idx="493">
                  <c:v>41599</c:v>
                </c:pt>
                <c:pt idx="494">
                  <c:v>41600</c:v>
                </c:pt>
                <c:pt idx="495">
                  <c:v>41603</c:v>
                </c:pt>
                <c:pt idx="496">
                  <c:v>41604</c:v>
                </c:pt>
                <c:pt idx="497">
                  <c:v>41605</c:v>
                </c:pt>
                <c:pt idx="498">
                  <c:v>41606</c:v>
                </c:pt>
                <c:pt idx="499">
                  <c:v>41607</c:v>
                </c:pt>
                <c:pt idx="500">
                  <c:v>41610</c:v>
                </c:pt>
                <c:pt idx="501">
                  <c:v>41611</c:v>
                </c:pt>
                <c:pt idx="502">
                  <c:v>41612</c:v>
                </c:pt>
                <c:pt idx="503">
                  <c:v>41613</c:v>
                </c:pt>
                <c:pt idx="504">
                  <c:v>41614</c:v>
                </c:pt>
                <c:pt idx="505">
                  <c:v>41617</c:v>
                </c:pt>
                <c:pt idx="506">
                  <c:v>41618</c:v>
                </c:pt>
                <c:pt idx="507">
                  <c:v>41619</c:v>
                </c:pt>
                <c:pt idx="508">
                  <c:v>41620</c:v>
                </c:pt>
                <c:pt idx="509">
                  <c:v>41621</c:v>
                </c:pt>
                <c:pt idx="510">
                  <c:v>41624</c:v>
                </c:pt>
                <c:pt idx="511">
                  <c:v>41625</c:v>
                </c:pt>
                <c:pt idx="512">
                  <c:v>41626</c:v>
                </c:pt>
                <c:pt idx="513">
                  <c:v>41627</c:v>
                </c:pt>
                <c:pt idx="514">
                  <c:v>41628</c:v>
                </c:pt>
                <c:pt idx="515">
                  <c:v>41631</c:v>
                </c:pt>
                <c:pt idx="516">
                  <c:v>41632</c:v>
                </c:pt>
                <c:pt idx="517">
                  <c:v>41633</c:v>
                </c:pt>
                <c:pt idx="518">
                  <c:v>41634</c:v>
                </c:pt>
                <c:pt idx="519">
                  <c:v>41635</c:v>
                </c:pt>
                <c:pt idx="520">
                  <c:v>41638</c:v>
                </c:pt>
                <c:pt idx="521">
                  <c:v>41639</c:v>
                </c:pt>
                <c:pt idx="522">
                  <c:v>41640</c:v>
                </c:pt>
                <c:pt idx="523">
                  <c:v>41641</c:v>
                </c:pt>
                <c:pt idx="524">
                  <c:v>41642</c:v>
                </c:pt>
                <c:pt idx="525">
                  <c:v>41645</c:v>
                </c:pt>
                <c:pt idx="526">
                  <c:v>41646</c:v>
                </c:pt>
                <c:pt idx="527">
                  <c:v>41647</c:v>
                </c:pt>
                <c:pt idx="528">
                  <c:v>41648</c:v>
                </c:pt>
                <c:pt idx="529">
                  <c:v>41649</c:v>
                </c:pt>
                <c:pt idx="530">
                  <c:v>41652</c:v>
                </c:pt>
                <c:pt idx="531">
                  <c:v>41653</c:v>
                </c:pt>
                <c:pt idx="532">
                  <c:v>41654</c:v>
                </c:pt>
                <c:pt idx="533">
                  <c:v>41655</c:v>
                </c:pt>
                <c:pt idx="534">
                  <c:v>41656</c:v>
                </c:pt>
                <c:pt idx="535">
                  <c:v>41659</c:v>
                </c:pt>
                <c:pt idx="536">
                  <c:v>41660</c:v>
                </c:pt>
                <c:pt idx="537">
                  <c:v>41661</c:v>
                </c:pt>
                <c:pt idx="538">
                  <c:v>41662</c:v>
                </c:pt>
                <c:pt idx="539">
                  <c:v>41663</c:v>
                </c:pt>
                <c:pt idx="540">
                  <c:v>41666</c:v>
                </c:pt>
                <c:pt idx="541">
                  <c:v>41667</c:v>
                </c:pt>
                <c:pt idx="542">
                  <c:v>41668</c:v>
                </c:pt>
                <c:pt idx="543">
                  <c:v>41669</c:v>
                </c:pt>
                <c:pt idx="544">
                  <c:v>41670</c:v>
                </c:pt>
                <c:pt idx="545">
                  <c:v>41673</c:v>
                </c:pt>
                <c:pt idx="546">
                  <c:v>41674</c:v>
                </c:pt>
                <c:pt idx="547">
                  <c:v>41675</c:v>
                </c:pt>
                <c:pt idx="548">
                  <c:v>41676</c:v>
                </c:pt>
                <c:pt idx="549">
                  <c:v>41677</c:v>
                </c:pt>
                <c:pt idx="550">
                  <c:v>41680</c:v>
                </c:pt>
                <c:pt idx="551">
                  <c:v>41681</c:v>
                </c:pt>
                <c:pt idx="552">
                  <c:v>41682</c:v>
                </c:pt>
                <c:pt idx="553">
                  <c:v>41683</c:v>
                </c:pt>
                <c:pt idx="554">
                  <c:v>41684</c:v>
                </c:pt>
                <c:pt idx="555">
                  <c:v>41687</c:v>
                </c:pt>
                <c:pt idx="556">
                  <c:v>41688</c:v>
                </c:pt>
                <c:pt idx="557">
                  <c:v>41689</c:v>
                </c:pt>
                <c:pt idx="558">
                  <c:v>41690</c:v>
                </c:pt>
                <c:pt idx="559">
                  <c:v>41691</c:v>
                </c:pt>
                <c:pt idx="560">
                  <c:v>41694</c:v>
                </c:pt>
                <c:pt idx="561">
                  <c:v>41695</c:v>
                </c:pt>
                <c:pt idx="562">
                  <c:v>41696</c:v>
                </c:pt>
                <c:pt idx="563">
                  <c:v>41697</c:v>
                </c:pt>
                <c:pt idx="564">
                  <c:v>41698</c:v>
                </c:pt>
                <c:pt idx="565">
                  <c:v>41701</c:v>
                </c:pt>
                <c:pt idx="566">
                  <c:v>41702</c:v>
                </c:pt>
                <c:pt idx="567">
                  <c:v>41703</c:v>
                </c:pt>
                <c:pt idx="568">
                  <c:v>41704</c:v>
                </c:pt>
                <c:pt idx="569">
                  <c:v>41705</c:v>
                </c:pt>
                <c:pt idx="570">
                  <c:v>41708</c:v>
                </c:pt>
                <c:pt idx="571">
                  <c:v>41709</c:v>
                </c:pt>
                <c:pt idx="572">
                  <c:v>41710</c:v>
                </c:pt>
                <c:pt idx="573">
                  <c:v>41711</c:v>
                </c:pt>
                <c:pt idx="574">
                  <c:v>41712</c:v>
                </c:pt>
                <c:pt idx="575">
                  <c:v>41715</c:v>
                </c:pt>
                <c:pt idx="576">
                  <c:v>41716</c:v>
                </c:pt>
                <c:pt idx="577">
                  <c:v>41717</c:v>
                </c:pt>
                <c:pt idx="578">
                  <c:v>41718</c:v>
                </c:pt>
                <c:pt idx="579">
                  <c:v>41719</c:v>
                </c:pt>
                <c:pt idx="580">
                  <c:v>41722</c:v>
                </c:pt>
                <c:pt idx="581">
                  <c:v>41723</c:v>
                </c:pt>
                <c:pt idx="582">
                  <c:v>41724</c:v>
                </c:pt>
                <c:pt idx="583">
                  <c:v>41725</c:v>
                </c:pt>
                <c:pt idx="584">
                  <c:v>41726</c:v>
                </c:pt>
                <c:pt idx="585">
                  <c:v>41729</c:v>
                </c:pt>
                <c:pt idx="586">
                  <c:v>41730</c:v>
                </c:pt>
                <c:pt idx="587">
                  <c:v>41731</c:v>
                </c:pt>
                <c:pt idx="588">
                  <c:v>41732</c:v>
                </c:pt>
                <c:pt idx="589">
                  <c:v>41733</c:v>
                </c:pt>
                <c:pt idx="590">
                  <c:v>41736</c:v>
                </c:pt>
                <c:pt idx="591">
                  <c:v>41737</c:v>
                </c:pt>
                <c:pt idx="592">
                  <c:v>41738</c:v>
                </c:pt>
                <c:pt idx="593">
                  <c:v>41739</c:v>
                </c:pt>
                <c:pt idx="594">
                  <c:v>41740</c:v>
                </c:pt>
                <c:pt idx="595">
                  <c:v>41743</c:v>
                </c:pt>
                <c:pt idx="596">
                  <c:v>41744</c:v>
                </c:pt>
                <c:pt idx="597">
                  <c:v>41745</c:v>
                </c:pt>
                <c:pt idx="598">
                  <c:v>41746</c:v>
                </c:pt>
                <c:pt idx="599">
                  <c:v>41747</c:v>
                </c:pt>
                <c:pt idx="600">
                  <c:v>41750</c:v>
                </c:pt>
                <c:pt idx="601">
                  <c:v>41751</c:v>
                </c:pt>
                <c:pt idx="602">
                  <c:v>41752</c:v>
                </c:pt>
                <c:pt idx="603">
                  <c:v>41753</c:v>
                </c:pt>
                <c:pt idx="604">
                  <c:v>41754</c:v>
                </c:pt>
                <c:pt idx="605">
                  <c:v>41757</c:v>
                </c:pt>
                <c:pt idx="606">
                  <c:v>41758</c:v>
                </c:pt>
                <c:pt idx="607">
                  <c:v>41759</c:v>
                </c:pt>
                <c:pt idx="608">
                  <c:v>41760</c:v>
                </c:pt>
                <c:pt idx="609">
                  <c:v>41761</c:v>
                </c:pt>
                <c:pt idx="610">
                  <c:v>41764</c:v>
                </c:pt>
                <c:pt idx="611">
                  <c:v>41765</c:v>
                </c:pt>
                <c:pt idx="612">
                  <c:v>41766</c:v>
                </c:pt>
                <c:pt idx="613">
                  <c:v>41767</c:v>
                </c:pt>
                <c:pt idx="614">
                  <c:v>41768</c:v>
                </c:pt>
                <c:pt idx="615">
                  <c:v>41771</c:v>
                </c:pt>
                <c:pt idx="616">
                  <c:v>41772</c:v>
                </c:pt>
                <c:pt idx="617">
                  <c:v>41773</c:v>
                </c:pt>
                <c:pt idx="618">
                  <c:v>41774</c:v>
                </c:pt>
                <c:pt idx="619">
                  <c:v>41775</c:v>
                </c:pt>
                <c:pt idx="620">
                  <c:v>41778</c:v>
                </c:pt>
                <c:pt idx="621">
                  <c:v>41779</c:v>
                </c:pt>
                <c:pt idx="622">
                  <c:v>41780</c:v>
                </c:pt>
                <c:pt idx="623">
                  <c:v>41781</c:v>
                </c:pt>
                <c:pt idx="624">
                  <c:v>41782</c:v>
                </c:pt>
                <c:pt idx="625">
                  <c:v>41785</c:v>
                </c:pt>
                <c:pt idx="626">
                  <c:v>41786</c:v>
                </c:pt>
                <c:pt idx="627">
                  <c:v>41787</c:v>
                </c:pt>
                <c:pt idx="628">
                  <c:v>41788</c:v>
                </c:pt>
                <c:pt idx="629">
                  <c:v>41789</c:v>
                </c:pt>
                <c:pt idx="630">
                  <c:v>41792</c:v>
                </c:pt>
                <c:pt idx="631">
                  <c:v>41793</c:v>
                </c:pt>
                <c:pt idx="632">
                  <c:v>41794</c:v>
                </c:pt>
                <c:pt idx="633">
                  <c:v>41795</c:v>
                </c:pt>
                <c:pt idx="634">
                  <c:v>41796</c:v>
                </c:pt>
                <c:pt idx="635">
                  <c:v>41799</c:v>
                </c:pt>
                <c:pt idx="636">
                  <c:v>41800</c:v>
                </c:pt>
                <c:pt idx="637">
                  <c:v>41801</c:v>
                </c:pt>
                <c:pt idx="638">
                  <c:v>41802</c:v>
                </c:pt>
                <c:pt idx="639">
                  <c:v>41803</c:v>
                </c:pt>
                <c:pt idx="640">
                  <c:v>41806</c:v>
                </c:pt>
                <c:pt idx="641">
                  <c:v>41807</c:v>
                </c:pt>
                <c:pt idx="642">
                  <c:v>41808</c:v>
                </c:pt>
                <c:pt idx="643">
                  <c:v>41809</c:v>
                </c:pt>
                <c:pt idx="644">
                  <c:v>41810</c:v>
                </c:pt>
                <c:pt idx="645">
                  <c:v>41813</c:v>
                </c:pt>
                <c:pt idx="646">
                  <c:v>41814</c:v>
                </c:pt>
                <c:pt idx="647">
                  <c:v>41815</c:v>
                </c:pt>
                <c:pt idx="648">
                  <c:v>41816</c:v>
                </c:pt>
                <c:pt idx="649">
                  <c:v>41817</c:v>
                </c:pt>
                <c:pt idx="650">
                  <c:v>41820</c:v>
                </c:pt>
                <c:pt idx="651">
                  <c:v>41821</c:v>
                </c:pt>
                <c:pt idx="652">
                  <c:v>41822</c:v>
                </c:pt>
                <c:pt idx="653">
                  <c:v>41823</c:v>
                </c:pt>
                <c:pt idx="654">
                  <c:v>41824</c:v>
                </c:pt>
                <c:pt idx="655">
                  <c:v>41827</c:v>
                </c:pt>
                <c:pt idx="656">
                  <c:v>41828</c:v>
                </c:pt>
                <c:pt idx="657">
                  <c:v>41829</c:v>
                </c:pt>
                <c:pt idx="658">
                  <c:v>41830</c:v>
                </c:pt>
                <c:pt idx="659">
                  <c:v>41831</c:v>
                </c:pt>
                <c:pt idx="660">
                  <c:v>41834</c:v>
                </c:pt>
                <c:pt idx="661">
                  <c:v>41835</c:v>
                </c:pt>
                <c:pt idx="662">
                  <c:v>41836</c:v>
                </c:pt>
                <c:pt idx="663">
                  <c:v>41837</c:v>
                </c:pt>
                <c:pt idx="664">
                  <c:v>41838</c:v>
                </c:pt>
                <c:pt idx="665">
                  <c:v>41841</c:v>
                </c:pt>
                <c:pt idx="666">
                  <c:v>41842</c:v>
                </c:pt>
                <c:pt idx="667">
                  <c:v>41843</c:v>
                </c:pt>
                <c:pt idx="668">
                  <c:v>41844</c:v>
                </c:pt>
                <c:pt idx="669">
                  <c:v>41845</c:v>
                </c:pt>
                <c:pt idx="670">
                  <c:v>41848</c:v>
                </c:pt>
                <c:pt idx="671">
                  <c:v>41849</c:v>
                </c:pt>
                <c:pt idx="672">
                  <c:v>41850</c:v>
                </c:pt>
                <c:pt idx="673">
                  <c:v>41851</c:v>
                </c:pt>
                <c:pt idx="674">
                  <c:v>41852</c:v>
                </c:pt>
                <c:pt idx="675">
                  <c:v>41855</c:v>
                </c:pt>
                <c:pt idx="676">
                  <c:v>41856</c:v>
                </c:pt>
                <c:pt idx="677">
                  <c:v>41857</c:v>
                </c:pt>
                <c:pt idx="678">
                  <c:v>41858</c:v>
                </c:pt>
                <c:pt idx="679">
                  <c:v>41859</c:v>
                </c:pt>
                <c:pt idx="680">
                  <c:v>41862</c:v>
                </c:pt>
                <c:pt idx="681">
                  <c:v>41863</c:v>
                </c:pt>
                <c:pt idx="682">
                  <c:v>41864</c:v>
                </c:pt>
                <c:pt idx="683">
                  <c:v>41865</c:v>
                </c:pt>
                <c:pt idx="684">
                  <c:v>41866</c:v>
                </c:pt>
                <c:pt idx="685">
                  <c:v>41869</c:v>
                </c:pt>
                <c:pt idx="686">
                  <c:v>41870</c:v>
                </c:pt>
                <c:pt idx="687">
                  <c:v>41871</c:v>
                </c:pt>
                <c:pt idx="688">
                  <c:v>41872</c:v>
                </c:pt>
                <c:pt idx="689">
                  <c:v>41873</c:v>
                </c:pt>
                <c:pt idx="690">
                  <c:v>41876</c:v>
                </c:pt>
                <c:pt idx="691">
                  <c:v>41877</c:v>
                </c:pt>
                <c:pt idx="692">
                  <c:v>41878</c:v>
                </c:pt>
                <c:pt idx="693">
                  <c:v>41879</c:v>
                </c:pt>
                <c:pt idx="694">
                  <c:v>41880</c:v>
                </c:pt>
                <c:pt idx="695">
                  <c:v>41883</c:v>
                </c:pt>
                <c:pt idx="696">
                  <c:v>41884</c:v>
                </c:pt>
                <c:pt idx="697">
                  <c:v>41885</c:v>
                </c:pt>
                <c:pt idx="698">
                  <c:v>41886</c:v>
                </c:pt>
                <c:pt idx="699">
                  <c:v>41887</c:v>
                </c:pt>
                <c:pt idx="700">
                  <c:v>41890</c:v>
                </c:pt>
                <c:pt idx="701">
                  <c:v>41891</c:v>
                </c:pt>
                <c:pt idx="702">
                  <c:v>41892</c:v>
                </c:pt>
                <c:pt idx="703">
                  <c:v>41893</c:v>
                </c:pt>
                <c:pt idx="704">
                  <c:v>41894</c:v>
                </c:pt>
                <c:pt idx="705">
                  <c:v>41897</c:v>
                </c:pt>
                <c:pt idx="706">
                  <c:v>41898</c:v>
                </c:pt>
                <c:pt idx="707">
                  <c:v>41899</c:v>
                </c:pt>
                <c:pt idx="708">
                  <c:v>41900</c:v>
                </c:pt>
                <c:pt idx="709">
                  <c:v>41901</c:v>
                </c:pt>
                <c:pt idx="710">
                  <c:v>41904</c:v>
                </c:pt>
                <c:pt idx="711">
                  <c:v>41905</c:v>
                </c:pt>
                <c:pt idx="712">
                  <c:v>41906</c:v>
                </c:pt>
                <c:pt idx="713">
                  <c:v>41907</c:v>
                </c:pt>
                <c:pt idx="714">
                  <c:v>41908</c:v>
                </c:pt>
                <c:pt idx="715">
                  <c:v>41911</c:v>
                </c:pt>
                <c:pt idx="716">
                  <c:v>41912</c:v>
                </c:pt>
                <c:pt idx="717">
                  <c:v>41913</c:v>
                </c:pt>
                <c:pt idx="718">
                  <c:v>41914</c:v>
                </c:pt>
                <c:pt idx="719">
                  <c:v>41915</c:v>
                </c:pt>
                <c:pt idx="720">
                  <c:v>41918</c:v>
                </c:pt>
                <c:pt idx="721">
                  <c:v>41919</c:v>
                </c:pt>
                <c:pt idx="722">
                  <c:v>41920</c:v>
                </c:pt>
                <c:pt idx="723">
                  <c:v>41921</c:v>
                </c:pt>
                <c:pt idx="724">
                  <c:v>41922</c:v>
                </c:pt>
                <c:pt idx="725">
                  <c:v>41925</c:v>
                </c:pt>
                <c:pt idx="726">
                  <c:v>41926</c:v>
                </c:pt>
                <c:pt idx="727">
                  <c:v>41927</c:v>
                </c:pt>
                <c:pt idx="728">
                  <c:v>41928</c:v>
                </c:pt>
                <c:pt idx="729">
                  <c:v>41929</c:v>
                </c:pt>
                <c:pt idx="730">
                  <c:v>41932</c:v>
                </c:pt>
                <c:pt idx="731">
                  <c:v>41933</c:v>
                </c:pt>
                <c:pt idx="732">
                  <c:v>41934</c:v>
                </c:pt>
                <c:pt idx="733">
                  <c:v>41935</c:v>
                </c:pt>
                <c:pt idx="734">
                  <c:v>41936</c:v>
                </c:pt>
                <c:pt idx="735">
                  <c:v>41939</c:v>
                </c:pt>
                <c:pt idx="736">
                  <c:v>41940</c:v>
                </c:pt>
                <c:pt idx="737">
                  <c:v>41941</c:v>
                </c:pt>
                <c:pt idx="738">
                  <c:v>41942</c:v>
                </c:pt>
                <c:pt idx="739">
                  <c:v>41943</c:v>
                </c:pt>
                <c:pt idx="740">
                  <c:v>41946</c:v>
                </c:pt>
                <c:pt idx="741">
                  <c:v>41947</c:v>
                </c:pt>
                <c:pt idx="742">
                  <c:v>41948</c:v>
                </c:pt>
                <c:pt idx="743">
                  <c:v>41949</c:v>
                </c:pt>
                <c:pt idx="744">
                  <c:v>41950</c:v>
                </c:pt>
                <c:pt idx="745">
                  <c:v>41953</c:v>
                </c:pt>
                <c:pt idx="746">
                  <c:v>41954</c:v>
                </c:pt>
                <c:pt idx="747">
                  <c:v>41955</c:v>
                </c:pt>
                <c:pt idx="748">
                  <c:v>41956</c:v>
                </c:pt>
                <c:pt idx="749">
                  <c:v>41957</c:v>
                </c:pt>
                <c:pt idx="750">
                  <c:v>41960</c:v>
                </c:pt>
                <c:pt idx="751">
                  <c:v>41961</c:v>
                </c:pt>
                <c:pt idx="752">
                  <c:v>41962</c:v>
                </c:pt>
                <c:pt idx="753">
                  <c:v>41963</c:v>
                </c:pt>
                <c:pt idx="754">
                  <c:v>41964</c:v>
                </c:pt>
                <c:pt idx="755">
                  <c:v>41967</c:v>
                </c:pt>
                <c:pt idx="756">
                  <c:v>41968</c:v>
                </c:pt>
                <c:pt idx="757">
                  <c:v>41969</c:v>
                </c:pt>
                <c:pt idx="758">
                  <c:v>41970</c:v>
                </c:pt>
                <c:pt idx="759">
                  <c:v>41971</c:v>
                </c:pt>
                <c:pt idx="760">
                  <c:v>41974</c:v>
                </c:pt>
                <c:pt idx="761">
                  <c:v>41975</c:v>
                </c:pt>
                <c:pt idx="762">
                  <c:v>41976</c:v>
                </c:pt>
                <c:pt idx="763">
                  <c:v>41977</c:v>
                </c:pt>
                <c:pt idx="764">
                  <c:v>41978</c:v>
                </c:pt>
                <c:pt idx="765">
                  <c:v>41981</c:v>
                </c:pt>
                <c:pt idx="766">
                  <c:v>41982</c:v>
                </c:pt>
                <c:pt idx="767">
                  <c:v>41983</c:v>
                </c:pt>
                <c:pt idx="768">
                  <c:v>41984</c:v>
                </c:pt>
                <c:pt idx="769">
                  <c:v>41985</c:v>
                </c:pt>
                <c:pt idx="770">
                  <c:v>41988</c:v>
                </c:pt>
                <c:pt idx="771">
                  <c:v>41989</c:v>
                </c:pt>
                <c:pt idx="772">
                  <c:v>41990</c:v>
                </c:pt>
                <c:pt idx="773">
                  <c:v>41991</c:v>
                </c:pt>
                <c:pt idx="774">
                  <c:v>41992</c:v>
                </c:pt>
                <c:pt idx="775">
                  <c:v>41995</c:v>
                </c:pt>
                <c:pt idx="776">
                  <c:v>41996</c:v>
                </c:pt>
                <c:pt idx="777">
                  <c:v>41997</c:v>
                </c:pt>
                <c:pt idx="778">
                  <c:v>41998</c:v>
                </c:pt>
                <c:pt idx="779">
                  <c:v>41999</c:v>
                </c:pt>
                <c:pt idx="780">
                  <c:v>42002</c:v>
                </c:pt>
                <c:pt idx="781">
                  <c:v>42003</c:v>
                </c:pt>
                <c:pt idx="782">
                  <c:v>42004</c:v>
                </c:pt>
                <c:pt idx="783">
                  <c:v>42005</c:v>
                </c:pt>
                <c:pt idx="784">
                  <c:v>42006</c:v>
                </c:pt>
                <c:pt idx="785">
                  <c:v>42009</c:v>
                </c:pt>
                <c:pt idx="786">
                  <c:v>42010</c:v>
                </c:pt>
                <c:pt idx="787">
                  <c:v>42011</c:v>
                </c:pt>
                <c:pt idx="788">
                  <c:v>42012</c:v>
                </c:pt>
                <c:pt idx="789">
                  <c:v>42013</c:v>
                </c:pt>
                <c:pt idx="790">
                  <c:v>42016</c:v>
                </c:pt>
                <c:pt idx="791">
                  <c:v>42017</c:v>
                </c:pt>
                <c:pt idx="792">
                  <c:v>42018</c:v>
                </c:pt>
                <c:pt idx="793">
                  <c:v>42019</c:v>
                </c:pt>
                <c:pt idx="794">
                  <c:v>42020</c:v>
                </c:pt>
                <c:pt idx="795">
                  <c:v>42023</c:v>
                </c:pt>
                <c:pt idx="796">
                  <c:v>42024</c:v>
                </c:pt>
                <c:pt idx="797">
                  <c:v>42025</c:v>
                </c:pt>
                <c:pt idx="798">
                  <c:v>42026</c:v>
                </c:pt>
                <c:pt idx="799">
                  <c:v>42027</c:v>
                </c:pt>
                <c:pt idx="800">
                  <c:v>42030</c:v>
                </c:pt>
                <c:pt idx="801">
                  <c:v>42031</c:v>
                </c:pt>
                <c:pt idx="802">
                  <c:v>42032</c:v>
                </c:pt>
                <c:pt idx="803">
                  <c:v>42033</c:v>
                </c:pt>
                <c:pt idx="804">
                  <c:v>42034</c:v>
                </c:pt>
                <c:pt idx="805">
                  <c:v>42037</c:v>
                </c:pt>
                <c:pt idx="806">
                  <c:v>42038</c:v>
                </c:pt>
                <c:pt idx="807">
                  <c:v>42039</c:v>
                </c:pt>
                <c:pt idx="808">
                  <c:v>42040</c:v>
                </c:pt>
                <c:pt idx="809">
                  <c:v>42041</c:v>
                </c:pt>
                <c:pt idx="810">
                  <c:v>42044</c:v>
                </c:pt>
                <c:pt idx="811">
                  <c:v>42045</c:v>
                </c:pt>
                <c:pt idx="812">
                  <c:v>42046</c:v>
                </c:pt>
                <c:pt idx="813">
                  <c:v>42047</c:v>
                </c:pt>
                <c:pt idx="814">
                  <c:v>42048</c:v>
                </c:pt>
                <c:pt idx="815">
                  <c:v>42051</c:v>
                </c:pt>
                <c:pt idx="816">
                  <c:v>42052</c:v>
                </c:pt>
                <c:pt idx="817">
                  <c:v>42053</c:v>
                </c:pt>
                <c:pt idx="818">
                  <c:v>42054</c:v>
                </c:pt>
                <c:pt idx="819">
                  <c:v>42055</c:v>
                </c:pt>
                <c:pt idx="820">
                  <c:v>42058</c:v>
                </c:pt>
                <c:pt idx="821">
                  <c:v>42059</c:v>
                </c:pt>
                <c:pt idx="822">
                  <c:v>42060</c:v>
                </c:pt>
                <c:pt idx="823">
                  <c:v>42061</c:v>
                </c:pt>
                <c:pt idx="824">
                  <c:v>42062</c:v>
                </c:pt>
                <c:pt idx="825">
                  <c:v>42065</c:v>
                </c:pt>
                <c:pt idx="826">
                  <c:v>42066</c:v>
                </c:pt>
                <c:pt idx="827">
                  <c:v>42067</c:v>
                </c:pt>
                <c:pt idx="828">
                  <c:v>42068</c:v>
                </c:pt>
                <c:pt idx="829">
                  <c:v>42069</c:v>
                </c:pt>
                <c:pt idx="830">
                  <c:v>42072</c:v>
                </c:pt>
                <c:pt idx="831">
                  <c:v>42073</c:v>
                </c:pt>
                <c:pt idx="832">
                  <c:v>42074</c:v>
                </c:pt>
                <c:pt idx="833">
                  <c:v>42075</c:v>
                </c:pt>
                <c:pt idx="834">
                  <c:v>42076</c:v>
                </c:pt>
                <c:pt idx="835">
                  <c:v>42079</c:v>
                </c:pt>
                <c:pt idx="836">
                  <c:v>42080</c:v>
                </c:pt>
                <c:pt idx="837">
                  <c:v>42081</c:v>
                </c:pt>
                <c:pt idx="838">
                  <c:v>42082</c:v>
                </c:pt>
                <c:pt idx="839">
                  <c:v>42083</c:v>
                </c:pt>
                <c:pt idx="840">
                  <c:v>42086</c:v>
                </c:pt>
                <c:pt idx="841">
                  <c:v>42087</c:v>
                </c:pt>
                <c:pt idx="842">
                  <c:v>42088</c:v>
                </c:pt>
                <c:pt idx="843">
                  <c:v>42089</c:v>
                </c:pt>
                <c:pt idx="844">
                  <c:v>42090</c:v>
                </c:pt>
                <c:pt idx="845">
                  <c:v>42093</c:v>
                </c:pt>
                <c:pt idx="846">
                  <c:v>42094</c:v>
                </c:pt>
                <c:pt idx="847">
                  <c:v>42095</c:v>
                </c:pt>
                <c:pt idx="848">
                  <c:v>42096</c:v>
                </c:pt>
                <c:pt idx="849">
                  <c:v>42097</c:v>
                </c:pt>
                <c:pt idx="850">
                  <c:v>42100</c:v>
                </c:pt>
                <c:pt idx="851">
                  <c:v>42101</c:v>
                </c:pt>
                <c:pt idx="852">
                  <c:v>42102</c:v>
                </c:pt>
                <c:pt idx="853">
                  <c:v>42103</c:v>
                </c:pt>
                <c:pt idx="854">
                  <c:v>42104</c:v>
                </c:pt>
                <c:pt idx="855">
                  <c:v>42107</c:v>
                </c:pt>
                <c:pt idx="856">
                  <c:v>42108</c:v>
                </c:pt>
                <c:pt idx="857">
                  <c:v>42109</c:v>
                </c:pt>
                <c:pt idx="858">
                  <c:v>42110</c:v>
                </c:pt>
                <c:pt idx="859">
                  <c:v>42111</c:v>
                </c:pt>
                <c:pt idx="860">
                  <c:v>42114</c:v>
                </c:pt>
                <c:pt idx="861">
                  <c:v>42115</c:v>
                </c:pt>
                <c:pt idx="862">
                  <c:v>42116</c:v>
                </c:pt>
                <c:pt idx="863">
                  <c:v>42117</c:v>
                </c:pt>
                <c:pt idx="864">
                  <c:v>42118</c:v>
                </c:pt>
                <c:pt idx="865">
                  <c:v>42121</c:v>
                </c:pt>
                <c:pt idx="866">
                  <c:v>42122</c:v>
                </c:pt>
                <c:pt idx="867">
                  <c:v>42123</c:v>
                </c:pt>
                <c:pt idx="868">
                  <c:v>42124</c:v>
                </c:pt>
                <c:pt idx="869">
                  <c:v>42125</c:v>
                </c:pt>
                <c:pt idx="870">
                  <c:v>42128</c:v>
                </c:pt>
                <c:pt idx="871">
                  <c:v>42129</c:v>
                </c:pt>
                <c:pt idx="872">
                  <c:v>42130</c:v>
                </c:pt>
                <c:pt idx="873">
                  <c:v>42131</c:v>
                </c:pt>
                <c:pt idx="874">
                  <c:v>42132</c:v>
                </c:pt>
                <c:pt idx="875">
                  <c:v>42135</c:v>
                </c:pt>
                <c:pt idx="876">
                  <c:v>42136</c:v>
                </c:pt>
                <c:pt idx="877">
                  <c:v>42137</c:v>
                </c:pt>
                <c:pt idx="878">
                  <c:v>42138</c:v>
                </c:pt>
                <c:pt idx="879">
                  <c:v>42139</c:v>
                </c:pt>
                <c:pt idx="880">
                  <c:v>42142</c:v>
                </c:pt>
                <c:pt idx="881">
                  <c:v>42143</c:v>
                </c:pt>
                <c:pt idx="882">
                  <c:v>42144</c:v>
                </c:pt>
                <c:pt idx="883">
                  <c:v>42145</c:v>
                </c:pt>
                <c:pt idx="884">
                  <c:v>42146</c:v>
                </c:pt>
                <c:pt idx="885">
                  <c:v>42149</c:v>
                </c:pt>
                <c:pt idx="886">
                  <c:v>42150</c:v>
                </c:pt>
                <c:pt idx="887">
                  <c:v>42151</c:v>
                </c:pt>
                <c:pt idx="888">
                  <c:v>42152</c:v>
                </c:pt>
                <c:pt idx="889">
                  <c:v>42153</c:v>
                </c:pt>
                <c:pt idx="890">
                  <c:v>42156</c:v>
                </c:pt>
                <c:pt idx="891">
                  <c:v>42157</c:v>
                </c:pt>
                <c:pt idx="892">
                  <c:v>42158</c:v>
                </c:pt>
                <c:pt idx="893">
                  <c:v>42159</c:v>
                </c:pt>
                <c:pt idx="894">
                  <c:v>42160</c:v>
                </c:pt>
                <c:pt idx="895">
                  <c:v>42163</c:v>
                </c:pt>
                <c:pt idx="896">
                  <c:v>42164</c:v>
                </c:pt>
                <c:pt idx="897">
                  <c:v>42165</c:v>
                </c:pt>
                <c:pt idx="898">
                  <c:v>42166</c:v>
                </c:pt>
                <c:pt idx="899">
                  <c:v>42167</c:v>
                </c:pt>
                <c:pt idx="900">
                  <c:v>42170</c:v>
                </c:pt>
                <c:pt idx="901">
                  <c:v>42171</c:v>
                </c:pt>
                <c:pt idx="902">
                  <c:v>42172</c:v>
                </c:pt>
                <c:pt idx="903">
                  <c:v>42173</c:v>
                </c:pt>
                <c:pt idx="904">
                  <c:v>42174</c:v>
                </c:pt>
                <c:pt idx="905">
                  <c:v>42177</c:v>
                </c:pt>
                <c:pt idx="906">
                  <c:v>42178</c:v>
                </c:pt>
                <c:pt idx="907">
                  <c:v>42179</c:v>
                </c:pt>
                <c:pt idx="908">
                  <c:v>42180</c:v>
                </c:pt>
                <c:pt idx="909">
                  <c:v>42181</c:v>
                </c:pt>
                <c:pt idx="910">
                  <c:v>42184</c:v>
                </c:pt>
                <c:pt idx="911">
                  <c:v>42185</c:v>
                </c:pt>
                <c:pt idx="912">
                  <c:v>42186</c:v>
                </c:pt>
                <c:pt idx="913">
                  <c:v>42187</c:v>
                </c:pt>
                <c:pt idx="914">
                  <c:v>42188</c:v>
                </c:pt>
                <c:pt idx="915">
                  <c:v>42191</c:v>
                </c:pt>
                <c:pt idx="916">
                  <c:v>42192</c:v>
                </c:pt>
                <c:pt idx="917">
                  <c:v>42193</c:v>
                </c:pt>
                <c:pt idx="918">
                  <c:v>42194</c:v>
                </c:pt>
                <c:pt idx="919">
                  <c:v>42195</c:v>
                </c:pt>
                <c:pt idx="920">
                  <c:v>42198</c:v>
                </c:pt>
                <c:pt idx="921">
                  <c:v>42199</c:v>
                </c:pt>
                <c:pt idx="922">
                  <c:v>42200</c:v>
                </c:pt>
                <c:pt idx="923">
                  <c:v>42201</c:v>
                </c:pt>
                <c:pt idx="924">
                  <c:v>42202</c:v>
                </c:pt>
                <c:pt idx="925">
                  <c:v>42205</c:v>
                </c:pt>
                <c:pt idx="926">
                  <c:v>42206</c:v>
                </c:pt>
                <c:pt idx="927">
                  <c:v>42207</c:v>
                </c:pt>
                <c:pt idx="928">
                  <c:v>42208</c:v>
                </c:pt>
                <c:pt idx="929">
                  <c:v>42209</c:v>
                </c:pt>
                <c:pt idx="930">
                  <c:v>42212</c:v>
                </c:pt>
                <c:pt idx="931">
                  <c:v>42213</c:v>
                </c:pt>
                <c:pt idx="932">
                  <c:v>42214</c:v>
                </c:pt>
                <c:pt idx="933">
                  <c:v>42215</c:v>
                </c:pt>
                <c:pt idx="934">
                  <c:v>42216</c:v>
                </c:pt>
                <c:pt idx="935">
                  <c:v>42219</c:v>
                </c:pt>
                <c:pt idx="936">
                  <c:v>42220</c:v>
                </c:pt>
                <c:pt idx="937">
                  <c:v>42221</c:v>
                </c:pt>
                <c:pt idx="938">
                  <c:v>42222</c:v>
                </c:pt>
                <c:pt idx="939">
                  <c:v>42223</c:v>
                </c:pt>
                <c:pt idx="940">
                  <c:v>42226</c:v>
                </c:pt>
                <c:pt idx="941">
                  <c:v>42227</c:v>
                </c:pt>
                <c:pt idx="942">
                  <c:v>42228</c:v>
                </c:pt>
                <c:pt idx="943">
                  <c:v>42229</c:v>
                </c:pt>
                <c:pt idx="944">
                  <c:v>42230</c:v>
                </c:pt>
                <c:pt idx="945">
                  <c:v>42233</c:v>
                </c:pt>
                <c:pt idx="946">
                  <c:v>42234</c:v>
                </c:pt>
                <c:pt idx="947">
                  <c:v>42235</c:v>
                </c:pt>
                <c:pt idx="948">
                  <c:v>42236</c:v>
                </c:pt>
                <c:pt idx="949">
                  <c:v>42237</c:v>
                </c:pt>
                <c:pt idx="950">
                  <c:v>42240</c:v>
                </c:pt>
                <c:pt idx="951">
                  <c:v>42241</c:v>
                </c:pt>
                <c:pt idx="952">
                  <c:v>42242</c:v>
                </c:pt>
                <c:pt idx="953">
                  <c:v>42243</c:v>
                </c:pt>
                <c:pt idx="954">
                  <c:v>42244</c:v>
                </c:pt>
                <c:pt idx="955">
                  <c:v>42247</c:v>
                </c:pt>
                <c:pt idx="956">
                  <c:v>42248</c:v>
                </c:pt>
                <c:pt idx="957">
                  <c:v>42249</c:v>
                </c:pt>
                <c:pt idx="958">
                  <c:v>42250</c:v>
                </c:pt>
                <c:pt idx="959">
                  <c:v>42251</c:v>
                </c:pt>
                <c:pt idx="960">
                  <c:v>42254</c:v>
                </c:pt>
                <c:pt idx="961">
                  <c:v>42255</c:v>
                </c:pt>
                <c:pt idx="962">
                  <c:v>42256</c:v>
                </c:pt>
                <c:pt idx="963">
                  <c:v>42257</c:v>
                </c:pt>
                <c:pt idx="964">
                  <c:v>42258</c:v>
                </c:pt>
                <c:pt idx="965">
                  <c:v>42261</c:v>
                </c:pt>
                <c:pt idx="966">
                  <c:v>42262</c:v>
                </c:pt>
                <c:pt idx="967">
                  <c:v>42263</c:v>
                </c:pt>
                <c:pt idx="968">
                  <c:v>42264</c:v>
                </c:pt>
                <c:pt idx="969">
                  <c:v>42265</c:v>
                </c:pt>
                <c:pt idx="970">
                  <c:v>42268</c:v>
                </c:pt>
                <c:pt idx="971">
                  <c:v>42269</c:v>
                </c:pt>
                <c:pt idx="972">
                  <c:v>42270</c:v>
                </c:pt>
                <c:pt idx="973">
                  <c:v>42271</c:v>
                </c:pt>
                <c:pt idx="974">
                  <c:v>42272</c:v>
                </c:pt>
                <c:pt idx="975">
                  <c:v>42275</c:v>
                </c:pt>
                <c:pt idx="976">
                  <c:v>42276</c:v>
                </c:pt>
                <c:pt idx="977">
                  <c:v>42277</c:v>
                </c:pt>
                <c:pt idx="978">
                  <c:v>42278</c:v>
                </c:pt>
                <c:pt idx="979">
                  <c:v>42279</c:v>
                </c:pt>
                <c:pt idx="980">
                  <c:v>42282</c:v>
                </c:pt>
                <c:pt idx="981">
                  <c:v>42283</c:v>
                </c:pt>
                <c:pt idx="982">
                  <c:v>42284</c:v>
                </c:pt>
                <c:pt idx="983">
                  <c:v>42285</c:v>
                </c:pt>
                <c:pt idx="984">
                  <c:v>42286</c:v>
                </c:pt>
                <c:pt idx="985">
                  <c:v>42289</c:v>
                </c:pt>
                <c:pt idx="986">
                  <c:v>42290</c:v>
                </c:pt>
                <c:pt idx="987">
                  <c:v>42291</c:v>
                </c:pt>
                <c:pt idx="988">
                  <c:v>42292</c:v>
                </c:pt>
                <c:pt idx="989">
                  <c:v>42293</c:v>
                </c:pt>
                <c:pt idx="990">
                  <c:v>42296</c:v>
                </c:pt>
                <c:pt idx="991">
                  <c:v>42297</c:v>
                </c:pt>
                <c:pt idx="992">
                  <c:v>42298</c:v>
                </c:pt>
                <c:pt idx="993">
                  <c:v>42299</c:v>
                </c:pt>
                <c:pt idx="994">
                  <c:v>42300</c:v>
                </c:pt>
                <c:pt idx="995">
                  <c:v>42303</c:v>
                </c:pt>
                <c:pt idx="996">
                  <c:v>42304</c:v>
                </c:pt>
                <c:pt idx="997">
                  <c:v>42305</c:v>
                </c:pt>
                <c:pt idx="998">
                  <c:v>42306</c:v>
                </c:pt>
                <c:pt idx="999">
                  <c:v>42307</c:v>
                </c:pt>
                <c:pt idx="1000">
                  <c:v>42310</c:v>
                </c:pt>
                <c:pt idx="1001">
                  <c:v>42311</c:v>
                </c:pt>
                <c:pt idx="1002">
                  <c:v>42312</c:v>
                </c:pt>
                <c:pt idx="1003">
                  <c:v>42313</c:v>
                </c:pt>
                <c:pt idx="1004">
                  <c:v>42314</c:v>
                </c:pt>
                <c:pt idx="1005">
                  <c:v>42317</c:v>
                </c:pt>
                <c:pt idx="1006">
                  <c:v>42318</c:v>
                </c:pt>
                <c:pt idx="1007">
                  <c:v>42319</c:v>
                </c:pt>
                <c:pt idx="1008">
                  <c:v>42320</c:v>
                </c:pt>
                <c:pt idx="1009">
                  <c:v>42321</c:v>
                </c:pt>
                <c:pt idx="1010">
                  <c:v>42324</c:v>
                </c:pt>
                <c:pt idx="1011">
                  <c:v>42325</c:v>
                </c:pt>
                <c:pt idx="1012">
                  <c:v>42326</c:v>
                </c:pt>
                <c:pt idx="1013">
                  <c:v>42327</c:v>
                </c:pt>
                <c:pt idx="1014">
                  <c:v>42328</c:v>
                </c:pt>
                <c:pt idx="1015">
                  <c:v>42331</c:v>
                </c:pt>
                <c:pt idx="1016">
                  <c:v>42332</c:v>
                </c:pt>
                <c:pt idx="1017">
                  <c:v>42333</c:v>
                </c:pt>
                <c:pt idx="1018">
                  <c:v>42334</c:v>
                </c:pt>
                <c:pt idx="1019">
                  <c:v>42335</c:v>
                </c:pt>
                <c:pt idx="1020">
                  <c:v>42338</c:v>
                </c:pt>
                <c:pt idx="1021">
                  <c:v>42339</c:v>
                </c:pt>
                <c:pt idx="1022">
                  <c:v>42340</c:v>
                </c:pt>
                <c:pt idx="1023">
                  <c:v>42341</c:v>
                </c:pt>
                <c:pt idx="1024">
                  <c:v>42342</c:v>
                </c:pt>
                <c:pt idx="1025">
                  <c:v>42345</c:v>
                </c:pt>
                <c:pt idx="1026">
                  <c:v>42346</c:v>
                </c:pt>
                <c:pt idx="1027">
                  <c:v>42347</c:v>
                </c:pt>
                <c:pt idx="1028">
                  <c:v>42348</c:v>
                </c:pt>
                <c:pt idx="1029">
                  <c:v>42349</c:v>
                </c:pt>
                <c:pt idx="1030">
                  <c:v>42352</c:v>
                </c:pt>
                <c:pt idx="1031">
                  <c:v>42353</c:v>
                </c:pt>
                <c:pt idx="1032">
                  <c:v>42354</c:v>
                </c:pt>
                <c:pt idx="1033">
                  <c:v>42355</c:v>
                </c:pt>
                <c:pt idx="1034">
                  <c:v>42356</c:v>
                </c:pt>
                <c:pt idx="1035">
                  <c:v>42359</c:v>
                </c:pt>
                <c:pt idx="1036">
                  <c:v>42360</c:v>
                </c:pt>
                <c:pt idx="1037">
                  <c:v>42361</c:v>
                </c:pt>
                <c:pt idx="1038">
                  <c:v>42362</c:v>
                </c:pt>
                <c:pt idx="1039">
                  <c:v>42363</c:v>
                </c:pt>
                <c:pt idx="1040">
                  <c:v>42366</c:v>
                </c:pt>
                <c:pt idx="1041">
                  <c:v>42367</c:v>
                </c:pt>
                <c:pt idx="1042">
                  <c:v>42368</c:v>
                </c:pt>
                <c:pt idx="1043">
                  <c:v>42369</c:v>
                </c:pt>
                <c:pt idx="1044">
                  <c:v>42370</c:v>
                </c:pt>
                <c:pt idx="1045">
                  <c:v>42373</c:v>
                </c:pt>
                <c:pt idx="1046">
                  <c:v>42374</c:v>
                </c:pt>
                <c:pt idx="1047">
                  <c:v>42375</c:v>
                </c:pt>
                <c:pt idx="1048">
                  <c:v>42376</c:v>
                </c:pt>
                <c:pt idx="1049">
                  <c:v>42377</c:v>
                </c:pt>
                <c:pt idx="1050">
                  <c:v>42380</c:v>
                </c:pt>
                <c:pt idx="1051">
                  <c:v>42381</c:v>
                </c:pt>
                <c:pt idx="1052">
                  <c:v>42382</c:v>
                </c:pt>
                <c:pt idx="1053">
                  <c:v>42383</c:v>
                </c:pt>
                <c:pt idx="1054">
                  <c:v>42384</c:v>
                </c:pt>
                <c:pt idx="1055">
                  <c:v>42387</c:v>
                </c:pt>
                <c:pt idx="1056">
                  <c:v>42388</c:v>
                </c:pt>
                <c:pt idx="1057">
                  <c:v>42389</c:v>
                </c:pt>
                <c:pt idx="1058">
                  <c:v>42390</c:v>
                </c:pt>
                <c:pt idx="1059">
                  <c:v>42391</c:v>
                </c:pt>
                <c:pt idx="1060">
                  <c:v>42394</c:v>
                </c:pt>
                <c:pt idx="1061">
                  <c:v>42395</c:v>
                </c:pt>
                <c:pt idx="1062">
                  <c:v>42396</c:v>
                </c:pt>
                <c:pt idx="1063">
                  <c:v>42397</c:v>
                </c:pt>
                <c:pt idx="1064">
                  <c:v>42398</c:v>
                </c:pt>
                <c:pt idx="1065">
                  <c:v>42401</c:v>
                </c:pt>
                <c:pt idx="1066">
                  <c:v>42402</c:v>
                </c:pt>
                <c:pt idx="1067">
                  <c:v>42403</c:v>
                </c:pt>
                <c:pt idx="1068">
                  <c:v>42404</c:v>
                </c:pt>
                <c:pt idx="1069">
                  <c:v>42405</c:v>
                </c:pt>
                <c:pt idx="1070">
                  <c:v>42408</c:v>
                </c:pt>
                <c:pt idx="1071">
                  <c:v>42409</c:v>
                </c:pt>
                <c:pt idx="1072">
                  <c:v>42410</c:v>
                </c:pt>
                <c:pt idx="1073">
                  <c:v>42411</c:v>
                </c:pt>
                <c:pt idx="1074">
                  <c:v>42412</c:v>
                </c:pt>
                <c:pt idx="1075">
                  <c:v>42415</c:v>
                </c:pt>
                <c:pt idx="1076">
                  <c:v>42416</c:v>
                </c:pt>
                <c:pt idx="1077">
                  <c:v>42417</c:v>
                </c:pt>
                <c:pt idx="1078">
                  <c:v>42418</c:v>
                </c:pt>
                <c:pt idx="1079">
                  <c:v>42419</c:v>
                </c:pt>
                <c:pt idx="1080">
                  <c:v>42422</c:v>
                </c:pt>
                <c:pt idx="1081">
                  <c:v>42423</c:v>
                </c:pt>
                <c:pt idx="1082">
                  <c:v>42424</c:v>
                </c:pt>
                <c:pt idx="1083">
                  <c:v>42425</c:v>
                </c:pt>
                <c:pt idx="1084">
                  <c:v>42426</c:v>
                </c:pt>
                <c:pt idx="1085">
                  <c:v>42429</c:v>
                </c:pt>
                <c:pt idx="1086">
                  <c:v>42430</c:v>
                </c:pt>
                <c:pt idx="1087">
                  <c:v>42431</c:v>
                </c:pt>
                <c:pt idx="1088">
                  <c:v>42432</c:v>
                </c:pt>
                <c:pt idx="1089">
                  <c:v>42433</c:v>
                </c:pt>
                <c:pt idx="1090">
                  <c:v>42436</c:v>
                </c:pt>
                <c:pt idx="1091">
                  <c:v>42437</c:v>
                </c:pt>
                <c:pt idx="1092">
                  <c:v>42438</c:v>
                </c:pt>
                <c:pt idx="1093">
                  <c:v>42439</c:v>
                </c:pt>
                <c:pt idx="1094">
                  <c:v>42440</c:v>
                </c:pt>
                <c:pt idx="1095">
                  <c:v>42443</c:v>
                </c:pt>
                <c:pt idx="1096">
                  <c:v>42444</c:v>
                </c:pt>
                <c:pt idx="1097">
                  <c:v>42445</c:v>
                </c:pt>
                <c:pt idx="1098">
                  <c:v>42446</c:v>
                </c:pt>
                <c:pt idx="1099">
                  <c:v>42447</c:v>
                </c:pt>
                <c:pt idx="1100">
                  <c:v>42450</c:v>
                </c:pt>
                <c:pt idx="1101">
                  <c:v>42451</c:v>
                </c:pt>
                <c:pt idx="1102">
                  <c:v>42452</c:v>
                </c:pt>
                <c:pt idx="1103">
                  <c:v>42453</c:v>
                </c:pt>
                <c:pt idx="1104">
                  <c:v>42454</c:v>
                </c:pt>
                <c:pt idx="1105">
                  <c:v>42457</c:v>
                </c:pt>
                <c:pt idx="1106">
                  <c:v>42458</c:v>
                </c:pt>
                <c:pt idx="1107">
                  <c:v>42459</c:v>
                </c:pt>
                <c:pt idx="1108">
                  <c:v>42460</c:v>
                </c:pt>
                <c:pt idx="1109">
                  <c:v>42461</c:v>
                </c:pt>
                <c:pt idx="1110">
                  <c:v>42464</c:v>
                </c:pt>
                <c:pt idx="1111">
                  <c:v>42465</c:v>
                </c:pt>
                <c:pt idx="1112">
                  <c:v>42466</c:v>
                </c:pt>
                <c:pt idx="1113">
                  <c:v>42467</c:v>
                </c:pt>
                <c:pt idx="1114">
                  <c:v>42468</c:v>
                </c:pt>
                <c:pt idx="1115">
                  <c:v>42471</c:v>
                </c:pt>
                <c:pt idx="1116">
                  <c:v>42472</c:v>
                </c:pt>
                <c:pt idx="1117">
                  <c:v>42473</c:v>
                </c:pt>
                <c:pt idx="1118">
                  <c:v>42474</c:v>
                </c:pt>
                <c:pt idx="1119">
                  <c:v>42475</c:v>
                </c:pt>
                <c:pt idx="1120">
                  <c:v>42478</c:v>
                </c:pt>
                <c:pt idx="1121">
                  <c:v>42479</c:v>
                </c:pt>
                <c:pt idx="1122">
                  <c:v>42480</c:v>
                </c:pt>
                <c:pt idx="1123">
                  <c:v>42481</c:v>
                </c:pt>
                <c:pt idx="1124">
                  <c:v>42482</c:v>
                </c:pt>
                <c:pt idx="1125">
                  <c:v>42485</c:v>
                </c:pt>
                <c:pt idx="1126">
                  <c:v>42486</c:v>
                </c:pt>
                <c:pt idx="1127">
                  <c:v>42487</c:v>
                </c:pt>
                <c:pt idx="1128">
                  <c:v>42488</c:v>
                </c:pt>
                <c:pt idx="1129">
                  <c:v>42489</c:v>
                </c:pt>
                <c:pt idx="1130">
                  <c:v>42492</c:v>
                </c:pt>
                <c:pt idx="1131">
                  <c:v>42493</c:v>
                </c:pt>
                <c:pt idx="1132">
                  <c:v>42494</c:v>
                </c:pt>
                <c:pt idx="1133">
                  <c:v>42495</c:v>
                </c:pt>
                <c:pt idx="1134">
                  <c:v>42496</c:v>
                </c:pt>
                <c:pt idx="1135">
                  <c:v>42499</c:v>
                </c:pt>
                <c:pt idx="1136">
                  <c:v>42500</c:v>
                </c:pt>
                <c:pt idx="1137">
                  <c:v>42501</c:v>
                </c:pt>
                <c:pt idx="1138">
                  <c:v>42502</c:v>
                </c:pt>
                <c:pt idx="1139">
                  <c:v>42503</c:v>
                </c:pt>
                <c:pt idx="1140">
                  <c:v>42506</c:v>
                </c:pt>
                <c:pt idx="1141">
                  <c:v>42507</c:v>
                </c:pt>
                <c:pt idx="1142">
                  <c:v>42508</c:v>
                </c:pt>
                <c:pt idx="1143">
                  <c:v>42509</c:v>
                </c:pt>
                <c:pt idx="1144">
                  <c:v>42510</c:v>
                </c:pt>
                <c:pt idx="1145">
                  <c:v>42513</c:v>
                </c:pt>
                <c:pt idx="1146">
                  <c:v>42514</c:v>
                </c:pt>
                <c:pt idx="1147">
                  <c:v>42515</c:v>
                </c:pt>
                <c:pt idx="1148">
                  <c:v>42516</c:v>
                </c:pt>
                <c:pt idx="1149">
                  <c:v>42517</c:v>
                </c:pt>
                <c:pt idx="1150">
                  <c:v>42520</c:v>
                </c:pt>
                <c:pt idx="1151">
                  <c:v>42521</c:v>
                </c:pt>
                <c:pt idx="1152">
                  <c:v>42522</c:v>
                </c:pt>
                <c:pt idx="1153">
                  <c:v>42523</c:v>
                </c:pt>
                <c:pt idx="1154">
                  <c:v>42524</c:v>
                </c:pt>
                <c:pt idx="1155">
                  <c:v>42527</c:v>
                </c:pt>
                <c:pt idx="1156">
                  <c:v>42528</c:v>
                </c:pt>
                <c:pt idx="1157">
                  <c:v>42529</c:v>
                </c:pt>
                <c:pt idx="1158">
                  <c:v>42530</c:v>
                </c:pt>
                <c:pt idx="1159">
                  <c:v>42531</c:v>
                </c:pt>
                <c:pt idx="1160">
                  <c:v>42534</c:v>
                </c:pt>
                <c:pt idx="1161">
                  <c:v>42535</c:v>
                </c:pt>
                <c:pt idx="1162">
                  <c:v>42536</c:v>
                </c:pt>
                <c:pt idx="1163">
                  <c:v>42537</c:v>
                </c:pt>
                <c:pt idx="1164">
                  <c:v>42538</c:v>
                </c:pt>
                <c:pt idx="1165">
                  <c:v>42541</c:v>
                </c:pt>
                <c:pt idx="1166">
                  <c:v>42542</c:v>
                </c:pt>
                <c:pt idx="1167">
                  <c:v>42543</c:v>
                </c:pt>
                <c:pt idx="1168">
                  <c:v>42544</c:v>
                </c:pt>
                <c:pt idx="1169">
                  <c:v>42545</c:v>
                </c:pt>
                <c:pt idx="1170">
                  <c:v>42548</c:v>
                </c:pt>
                <c:pt idx="1171">
                  <c:v>42549</c:v>
                </c:pt>
                <c:pt idx="1172">
                  <c:v>42550</c:v>
                </c:pt>
                <c:pt idx="1173">
                  <c:v>42551</c:v>
                </c:pt>
                <c:pt idx="1174">
                  <c:v>42552</c:v>
                </c:pt>
                <c:pt idx="1175">
                  <c:v>42555</c:v>
                </c:pt>
                <c:pt idx="1176">
                  <c:v>42556</c:v>
                </c:pt>
                <c:pt idx="1177">
                  <c:v>42557</c:v>
                </c:pt>
                <c:pt idx="1178">
                  <c:v>42558</c:v>
                </c:pt>
                <c:pt idx="1179">
                  <c:v>42559</c:v>
                </c:pt>
                <c:pt idx="1180">
                  <c:v>42562</c:v>
                </c:pt>
                <c:pt idx="1181">
                  <c:v>42563</c:v>
                </c:pt>
                <c:pt idx="1182">
                  <c:v>42564</c:v>
                </c:pt>
                <c:pt idx="1183">
                  <c:v>42565</c:v>
                </c:pt>
                <c:pt idx="1184">
                  <c:v>42566</c:v>
                </c:pt>
                <c:pt idx="1185">
                  <c:v>42569</c:v>
                </c:pt>
                <c:pt idx="1186">
                  <c:v>42570</c:v>
                </c:pt>
                <c:pt idx="1187">
                  <c:v>42571</c:v>
                </c:pt>
                <c:pt idx="1188">
                  <c:v>42572</c:v>
                </c:pt>
                <c:pt idx="1189">
                  <c:v>42573</c:v>
                </c:pt>
                <c:pt idx="1190">
                  <c:v>42576</c:v>
                </c:pt>
                <c:pt idx="1191">
                  <c:v>42577</c:v>
                </c:pt>
                <c:pt idx="1192">
                  <c:v>42578</c:v>
                </c:pt>
                <c:pt idx="1193">
                  <c:v>42579</c:v>
                </c:pt>
                <c:pt idx="1194">
                  <c:v>42580</c:v>
                </c:pt>
                <c:pt idx="1195">
                  <c:v>42583</c:v>
                </c:pt>
                <c:pt idx="1196">
                  <c:v>42584</c:v>
                </c:pt>
                <c:pt idx="1197">
                  <c:v>42585</c:v>
                </c:pt>
                <c:pt idx="1198">
                  <c:v>42586</c:v>
                </c:pt>
                <c:pt idx="1199">
                  <c:v>42587</c:v>
                </c:pt>
                <c:pt idx="1200">
                  <c:v>42590</c:v>
                </c:pt>
                <c:pt idx="1201">
                  <c:v>42591</c:v>
                </c:pt>
                <c:pt idx="1202">
                  <c:v>42592</c:v>
                </c:pt>
                <c:pt idx="1203">
                  <c:v>42593</c:v>
                </c:pt>
                <c:pt idx="1204">
                  <c:v>42594</c:v>
                </c:pt>
                <c:pt idx="1205">
                  <c:v>42597</c:v>
                </c:pt>
                <c:pt idx="1206">
                  <c:v>42598</c:v>
                </c:pt>
                <c:pt idx="1207">
                  <c:v>42599</c:v>
                </c:pt>
                <c:pt idx="1208">
                  <c:v>42600</c:v>
                </c:pt>
                <c:pt idx="1209">
                  <c:v>42601</c:v>
                </c:pt>
                <c:pt idx="1210">
                  <c:v>42604</c:v>
                </c:pt>
                <c:pt idx="1211">
                  <c:v>42605</c:v>
                </c:pt>
                <c:pt idx="1212">
                  <c:v>42606</c:v>
                </c:pt>
                <c:pt idx="1213">
                  <c:v>42607</c:v>
                </c:pt>
                <c:pt idx="1214">
                  <c:v>42608</c:v>
                </c:pt>
                <c:pt idx="1215">
                  <c:v>42611</c:v>
                </c:pt>
                <c:pt idx="1216">
                  <c:v>42612</c:v>
                </c:pt>
                <c:pt idx="1217">
                  <c:v>42613</c:v>
                </c:pt>
                <c:pt idx="1218">
                  <c:v>42614</c:v>
                </c:pt>
                <c:pt idx="1219">
                  <c:v>42615</c:v>
                </c:pt>
                <c:pt idx="1220">
                  <c:v>42618</c:v>
                </c:pt>
                <c:pt idx="1221">
                  <c:v>42619</c:v>
                </c:pt>
                <c:pt idx="1222">
                  <c:v>42620</c:v>
                </c:pt>
                <c:pt idx="1223">
                  <c:v>42621</c:v>
                </c:pt>
                <c:pt idx="1224">
                  <c:v>42622</c:v>
                </c:pt>
                <c:pt idx="1225">
                  <c:v>42625</c:v>
                </c:pt>
                <c:pt idx="1226">
                  <c:v>42626</c:v>
                </c:pt>
                <c:pt idx="1227">
                  <c:v>42627</c:v>
                </c:pt>
                <c:pt idx="1228">
                  <c:v>42628</c:v>
                </c:pt>
                <c:pt idx="1229">
                  <c:v>42629</c:v>
                </c:pt>
                <c:pt idx="1230">
                  <c:v>42632</c:v>
                </c:pt>
                <c:pt idx="1231">
                  <c:v>42633</c:v>
                </c:pt>
                <c:pt idx="1232">
                  <c:v>42634</c:v>
                </c:pt>
                <c:pt idx="1233">
                  <c:v>42635</c:v>
                </c:pt>
                <c:pt idx="1234">
                  <c:v>42636</c:v>
                </c:pt>
                <c:pt idx="1235">
                  <c:v>42639</c:v>
                </c:pt>
                <c:pt idx="1236">
                  <c:v>42640</c:v>
                </c:pt>
                <c:pt idx="1237">
                  <c:v>42641</c:v>
                </c:pt>
                <c:pt idx="1238">
                  <c:v>42642</c:v>
                </c:pt>
                <c:pt idx="1239">
                  <c:v>42643</c:v>
                </c:pt>
                <c:pt idx="1240">
                  <c:v>42646</c:v>
                </c:pt>
                <c:pt idx="1241">
                  <c:v>42647</c:v>
                </c:pt>
                <c:pt idx="1242">
                  <c:v>42648</c:v>
                </c:pt>
                <c:pt idx="1243">
                  <c:v>42649</c:v>
                </c:pt>
                <c:pt idx="1244">
                  <c:v>42650</c:v>
                </c:pt>
                <c:pt idx="1245">
                  <c:v>42653</c:v>
                </c:pt>
                <c:pt idx="1246">
                  <c:v>42654</c:v>
                </c:pt>
                <c:pt idx="1247">
                  <c:v>42655</c:v>
                </c:pt>
                <c:pt idx="1248">
                  <c:v>42656</c:v>
                </c:pt>
                <c:pt idx="1249">
                  <c:v>42657</c:v>
                </c:pt>
                <c:pt idx="1250">
                  <c:v>42660</c:v>
                </c:pt>
                <c:pt idx="1251">
                  <c:v>42661</c:v>
                </c:pt>
                <c:pt idx="1252">
                  <c:v>42662</c:v>
                </c:pt>
                <c:pt idx="1253">
                  <c:v>42663</c:v>
                </c:pt>
                <c:pt idx="1254">
                  <c:v>42664</c:v>
                </c:pt>
                <c:pt idx="1255">
                  <c:v>42667</c:v>
                </c:pt>
                <c:pt idx="1256">
                  <c:v>42668</c:v>
                </c:pt>
                <c:pt idx="1257">
                  <c:v>42669</c:v>
                </c:pt>
                <c:pt idx="1258">
                  <c:v>42670</c:v>
                </c:pt>
                <c:pt idx="1259">
                  <c:v>42671</c:v>
                </c:pt>
                <c:pt idx="1260">
                  <c:v>42674</c:v>
                </c:pt>
                <c:pt idx="1261">
                  <c:v>42675</c:v>
                </c:pt>
                <c:pt idx="1262">
                  <c:v>42676</c:v>
                </c:pt>
                <c:pt idx="1263">
                  <c:v>42677</c:v>
                </c:pt>
                <c:pt idx="1264">
                  <c:v>42678</c:v>
                </c:pt>
                <c:pt idx="1265">
                  <c:v>42681</c:v>
                </c:pt>
                <c:pt idx="1266">
                  <c:v>42682</c:v>
                </c:pt>
                <c:pt idx="1267">
                  <c:v>42683</c:v>
                </c:pt>
                <c:pt idx="1268">
                  <c:v>42684</c:v>
                </c:pt>
                <c:pt idx="1269">
                  <c:v>42685</c:v>
                </c:pt>
                <c:pt idx="1270">
                  <c:v>42688</c:v>
                </c:pt>
                <c:pt idx="1271">
                  <c:v>42689</c:v>
                </c:pt>
                <c:pt idx="1272">
                  <c:v>42690</c:v>
                </c:pt>
                <c:pt idx="1273">
                  <c:v>42691</c:v>
                </c:pt>
                <c:pt idx="1274">
                  <c:v>42692</c:v>
                </c:pt>
                <c:pt idx="1275">
                  <c:v>42695</c:v>
                </c:pt>
                <c:pt idx="1276">
                  <c:v>42696</c:v>
                </c:pt>
                <c:pt idx="1277">
                  <c:v>42697</c:v>
                </c:pt>
                <c:pt idx="1278">
                  <c:v>42698</c:v>
                </c:pt>
                <c:pt idx="1279">
                  <c:v>42699</c:v>
                </c:pt>
                <c:pt idx="1280">
                  <c:v>42702</c:v>
                </c:pt>
                <c:pt idx="1281">
                  <c:v>42703</c:v>
                </c:pt>
                <c:pt idx="1282">
                  <c:v>42704</c:v>
                </c:pt>
                <c:pt idx="1283">
                  <c:v>42705</c:v>
                </c:pt>
                <c:pt idx="1284">
                  <c:v>42706</c:v>
                </c:pt>
                <c:pt idx="1285">
                  <c:v>42709</c:v>
                </c:pt>
                <c:pt idx="1286">
                  <c:v>42710</c:v>
                </c:pt>
                <c:pt idx="1287">
                  <c:v>42711</c:v>
                </c:pt>
                <c:pt idx="1288">
                  <c:v>42712</c:v>
                </c:pt>
                <c:pt idx="1289">
                  <c:v>42713</c:v>
                </c:pt>
                <c:pt idx="1290">
                  <c:v>42716</c:v>
                </c:pt>
                <c:pt idx="1291">
                  <c:v>42717</c:v>
                </c:pt>
                <c:pt idx="1292">
                  <c:v>42718</c:v>
                </c:pt>
                <c:pt idx="1293">
                  <c:v>42719</c:v>
                </c:pt>
                <c:pt idx="1294">
                  <c:v>42720</c:v>
                </c:pt>
                <c:pt idx="1295">
                  <c:v>42723</c:v>
                </c:pt>
                <c:pt idx="1296">
                  <c:v>42724</c:v>
                </c:pt>
                <c:pt idx="1297">
                  <c:v>42725</c:v>
                </c:pt>
                <c:pt idx="1298">
                  <c:v>42726</c:v>
                </c:pt>
                <c:pt idx="1299">
                  <c:v>42727</c:v>
                </c:pt>
                <c:pt idx="1300">
                  <c:v>42730</c:v>
                </c:pt>
                <c:pt idx="1301">
                  <c:v>42731</c:v>
                </c:pt>
                <c:pt idx="1302">
                  <c:v>42732</c:v>
                </c:pt>
                <c:pt idx="1303">
                  <c:v>42733</c:v>
                </c:pt>
                <c:pt idx="1304">
                  <c:v>42734</c:v>
                </c:pt>
                <c:pt idx="1305">
                  <c:v>42737</c:v>
                </c:pt>
                <c:pt idx="1306">
                  <c:v>42738</c:v>
                </c:pt>
                <c:pt idx="1307">
                  <c:v>42739</c:v>
                </c:pt>
                <c:pt idx="1308">
                  <c:v>42740</c:v>
                </c:pt>
                <c:pt idx="1309">
                  <c:v>42741</c:v>
                </c:pt>
                <c:pt idx="1310">
                  <c:v>42744</c:v>
                </c:pt>
                <c:pt idx="1311">
                  <c:v>42745</c:v>
                </c:pt>
                <c:pt idx="1312">
                  <c:v>42746</c:v>
                </c:pt>
                <c:pt idx="1313">
                  <c:v>42747</c:v>
                </c:pt>
                <c:pt idx="1314">
                  <c:v>42748</c:v>
                </c:pt>
                <c:pt idx="1315">
                  <c:v>42751</c:v>
                </c:pt>
                <c:pt idx="1316">
                  <c:v>42752</c:v>
                </c:pt>
                <c:pt idx="1317">
                  <c:v>42753</c:v>
                </c:pt>
                <c:pt idx="1318">
                  <c:v>42754</c:v>
                </c:pt>
                <c:pt idx="1319">
                  <c:v>42755</c:v>
                </c:pt>
                <c:pt idx="1320">
                  <c:v>42758</c:v>
                </c:pt>
                <c:pt idx="1321">
                  <c:v>42759</c:v>
                </c:pt>
                <c:pt idx="1322">
                  <c:v>42760</c:v>
                </c:pt>
                <c:pt idx="1323">
                  <c:v>42761</c:v>
                </c:pt>
                <c:pt idx="1324">
                  <c:v>42762</c:v>
                </c:pt>
                <c:pt idx="1325">
                  <c:v>42765</c:v>
                </c:pt>
                <c:pt idx="1326">
                  <c:v>42766</c:v>
                </c:pt>
                <c:pt idx="1327">
                  <c:v>42767</c:v>
                </c:pt>
                <c:pt idx="1328">
                  <c:v>42768</c:v>
                </c:pt>
                <c:pt idx="1329">
                  <c:v>42769</c:v>
                </c:pt>
                <c:pt idx="1330">
                  <c:v>42772</c:v>
                </c:pt>
                <c:pt idx="1331">
                  <c:v>42773</c:v>
                </c:pt>
                <c:pt idx="1332">
                  <c:v>42774</c:v>
                </c:pt>
                <c:pt idx="1333">
                  <c:v>42775</c:v>
                </c:pt>
                <c:pt idx="1334">
                  <c:v>42776</c:v>
                </c:pt>
                <c:pt idx="1335">
                  <c:v>42779</c:v>
                </c:pt>
                <c:pt idx="1336">
                  <c:v>42780</c:v>
                </c:pt>
                <c:pt idx="1337">
                  <c:v>42781</c:v>
                </c:pt>
                <c:pt idx="1338">
                  <c:v>42782</c:v>
                </c:pt>
                <c:pt idx="1339">
                  <c:v>42783</c:v>
                </c:pt>
                <c:pt idx="1340">
                  <c:v>42786</c:v>
                </c:pt>
                <c:pt idx="1341">
                  <c:v>42787</c:v>
                </c:pt>
                <c:pt idx="1342">
                  <c:v>42788</c:v>
                </c:pt>
                <c:pt idx="1343">
                  <c:v>42789</c:v>
                </c:pt>
                <c:pt idx="1344">
                  <c:v>42790</c:v>
                </c:pt>
                <c:pt idx="1345">
                  <c:v>42793</c:v>
                </c:pt>
                <c:pt idx="1346">
                  <c:v>42794</c:v>
                </c:pt>
                <c:pt idx="1347">
                  <c:v>42795</c:v>
                </c:pt>
                <c:pt idx="1348">
                  <c:v>42796</c:v>
                </c:pt>
                <c:pt idx="1349">
                  <c:v>42797</c:v>
                </c:pt>
                <c:pt idx="1350">
                  <c:v>42800</c:v>
                </c:pt>
                <c:pt idx="1351">
                  <c:v>42801</c:v>
                </c:pt>
                <c:pt idx="1352">
                  <c:v>42802</c:v>
                </c:pt>
                <c:pt idx="1353">
                  <c:v>42803</c:v>
                </c:pt>
                <c:pt idx="1354">
                  <c:v>42804</c:v>
                </c:pt>
                <c:pt idx="1355">
                  <c:v>42807</c:v>
                </c:pt>
                <c:pt idx="1356">
                  <c:v>42808</c:v>
                </c:pt>
                <c:pt idx="1357">
                  <c:v>42809</c:v>
                </c:pt>
                <c:pt idx="1358">
                  <c:v>42810</c:v>
                </c:pt>
                <c:pt idx="1359">
                  <c:v>42811</c:v>
                </c:pt>
                <c:pt idx="1360">
                  <c:v>42814</c:v>
                </c:pt>
                <c:pt idx="1361">
                  <c:v>42815</c:v>
                </c:pt>
                <c:pt idx="1362">
                  <c:v>42816</c:v>
                </c:pt>
                <c:pt idx="1363">
                  <c:v>42817</c:v>
                </c:pt>
                <c:pt idx="1364">
                  <c:v>42818</c:v>
                </c:pt>
                <c:pt idx="1365">
                  <c:v>42821</c:v>
                </c:pt>
                <c:pt idx="1366">
                  <c:v>42822</c:v>
                </c:pt>
                <c:pt idx="1367">
                  <c:v>42823</c:v>
                </c:pt>
                <c:pt idx="1368">
                  <c:v>42824</c:v>
                </c:pt>
                <c:pt idx="1369">
                  <c:v>42825</c:v>
                </c:pt>
                <c:pt idx="1370">
                  <c:v>42828</c:v>
                </c:pt>
                <c:pt idx="1371">
                  <c:v>42829</c:v>
                </c:pt>
                <c:pt idx="1372">
                  <c:v>42830</c:v>
                </c:pt>
                <c:pt idx="1373">
                  <c:v>42831</c:v>
                </c:pt>
                <c:pt idx="1374">
                  <c:v>42832</c:v>
                </c:pt>
                <c:pt idx="1375">
                  <c:v>42835</c:v>
                </c:pt>
                <c:pt idx="1376">
                  <c:v>42836</c:v>
                </c:pt>
                <c:pt idx="1377">
                  <c:v>42837</c:v>
                </c:pt>
                <c:pt idx="1378">
                  <c:v>42838</c:v>
                </c:pt>
                <c:pt idx="1379">
                  <c:v>42839</c:v>
                </c:pt>
                <c:pt idx="1380">
                  <c:v>42842</c:v>
                </c:pt>
                <c:pt idx="1381">
                  <c:v>42843</c:v>
                </c:pt>
                <c:pt idx="1382">
                  <c:v>42844</c:v>
                </c:pt>
                <c:pt idx="1383">
                  <c:v>42845</c:v>
                </c:pt>
                <c:pt idx="1384">
                  <c:v>42846</c:v>
                </c:pt>
                <c:pt idx="1385">
                  <c:v>42849</c:v>
                </c:pt>
                <c:pt idx="1386">
                  <c:v>42850</c:v>
                </c:pt>
                <c:pt idx="1387">
                  <c:v>42851</c:v>
                </c:pt>
                <c:pt idx="1388">
                  <c:v>42852</c:v>
                </c:pt>
                <c:pt idx="1389">
                  <c:v>42853</c:v>
                </c:pt>
                <c:pt idx="1390">
                  <c:v>42856</c:v>
                </c:pt>
                <c:pt idx="1391">
                  <c:v>42857</c:v>
                </c:pt>
                <c:pt idx="1392">
                  <c:v>42858</c:v>
                </c:pt>
                <c:pt idx="1393">
                  <c:v>42859</c:v>
                </c:pt>
                <c:pt idx="1394">
                  <c:v>42860</c:v>
                </c:pt>
                <c:pt idx="1395">
                  <c:v>42863</c:v>
                </c:pt>
                <c:pt idx="1396">
                  <c:v>42864</c:v>
                </c:pt>
                <c:pt idx="1397">
                  <c:v>42865</c:v>
                </c:pt>
                <c:pt idx="1398">
                  <c:v>42866</c:v>
                </c:pt>
                <c:pt idx="1399">
                  <c:v>42867</c:v>
                </c:pt>
                <c:pt idx="1400">
                  <c:v>42870</c:v>
                </c:pt>
                <c:pt idx="1401">
                  <c:v>42871</c:v>
                </c:pt>
                <c:pt idx="1402">
                  <c:v>42872</c:v>
                </c:pt>
                <c:pt idx="1403">
                  <c:v>42873</c:v>
                </c:pt>
                <c:pt idx="1404">
                  <c:v>42874</c:v>
                </c:pt>
                <c:pt idx="1405">
                  <c:v>42877</c:v>
                </c:pt>
                <c:pt idx="1406">
                  <c:v>42878</c:v>
                </c:pt>
                <c:pt idx="1407">
                  <c:v>42879</c:v>
                </c:pt>
                <c:pt idx="1408">
                  <c:v>42880</c:v>
                </c:pt>
                <c:pt idx="1409">
                  <c:v>42881</c:v>
                </c:pt>
                <c:pt idx="1410">
                  <c:v>42884</c:v>
                </c:pt>
                <c:pt idx="1411">
                  <c:v>42885</c:v>
                </c:pt>
                <c:pt idx="1412">
                  <c:v>42886</c:v>
                </c:pt>
                <c:pt idx="1413">
                  <c:v>42887</c:v>
                </c:pt>
                <c:pt idx="1414">
                  <c:v>42888</c:v>
                </c:pt>
                <c:pt idx="1415">
                  <c:v>42891</c:v>
                </c:pt>
                <c:pt idx="1416">
                  <c:v>42892</c:v>
                </c:pt>
                <c:pt idx="1417">
                  <c:v>42893</c:v>
                </c:pt>
                <c:pt idx="1418">
                  <c:v>42894</c:v>
                </c:pt>
                <c:pt idx="1419">
                  <c:v>42895</c:v>
                </c:pt>
                <c:pt idx="1420">
                  <c:v>42898</c:v>
                </c:pt>
                <c:pt idx="1421">
                  <c:v>42899</c:v>
                </c:pt>
                <c:pt idx="1422">
                  <c:v>42900</c:v>
                </c:pt>
                <c:pt idx="1423">
                  <c:v>42901</c:v>
                </c:pt>
                <c:pt idx="1424">
                  <c:v>42902</c:v>
                </c:pt>
                <c:pt idx="1425">
                  <c:v>42905</c:v>
                </c:pt>
                <c:pt idx="1426">
                  <c:v>42906</c:v>
                </c:pt>
                <c:pt idx="1427">
                  <c:v>42907</c:v>
                </c:pt>
                <c:pt idx="1428">
                  <c:v>42908</c:v>
                </c:pt>
                <c:pt idx="1429">
                  <c:v>42909</c:v>
                </c:pt>
                <c:pt idx="1430">
                  <c:v>42912</c:v>
                </c:pt>
                <c:pt idx="1431">
                  <c:v>42913</c:v>
                </c:pt>
                <c:pt idx="1432">
                  <c:v>42914</c:v>
                </c:pt>
                <c:pt idx="1433">
                  <c:v>42915</c:v>
                </c:pt>
                <c:pt idx="1434">
                  <c:v>42916</c:v>
                </c:pt>
                <c:pt idx="1435">
                  <c:v>42919</c:v>
                </c:pt>
                <c:pt idx="1436">
                  <c:v>42920</c:v>
                </c:pt>
                <c:pt idx="1437">
                  <c:v>42921</c:v>
                </c:pt>
                <c:pt idx="1438">
                  <c:v>42922</c:v>
                </c:pt>
                <c:pt idx="1439">
                  <c:v>42923</c:v>
                </c:pt>
                <c:pt idx="1440">
                  <c:v>42926</c:v>
                </c:pt>
                <c:pt idx="1441">
                  <c:v>42927</c:v>
                </c:pt>
                <c:pt idx="1442">
                  <c:v>42928</c:v>
                </c:pt>
                <c:pt idx="1443">
                  <c:v>42929</c:v>
                </c:pt>
                <c:pt idx="1444">
                  <c:v>42930</c:v>
                </c:pt>
                <c:pt idx="1445">
                  <c:v>42933</c:v>
                </c:pt>
                <c:pt idx="1446">
                  <c:v>42934</c:v>
                </c:pt>
                <c:pt idx="1447">
                  <c:v>42935</c:v>
                </c:pt>
                <c:pt idx="1448">
                  <c:v>42936</c:v>
                </c:pt>
                <c:pt idx="1449">
                  <c:v>42937</c:v>
                </c:pt>
                <c:pt idx="1450">
                  <c:v>42940</c:v>
                </c:pt>
                <c:pt idx="1451">
                  <c:v>42941</c:v>
                </c:pt>
                <c:pt idx="1452">
                  <c:v>42942</c:v>
                </c:pt>
                <c:pt idx="1453">
                  <c:v>42943</c:v>
                </c:pt>
                <c:pt idx="1454">
                  <c:v>42944</c:v>
                </c:pt>
                <c:pt idx="1455">
                  <c:v>42947</c:v>
                </c:pt>
                <c:pt idx="1456">
                  <c:v>42948</c:v>
                </c:pt>
                <c:pt idx="1457">
                  <c:v>42949</c:v>
                </c:pt>
                <c:pt idx="1458">
                  <c:v>42950</c:v>
                </c:pt>
                <c:pt idx="1459">
                  <c:v>42951</c:v>
                </c:pt>
                <c:pt idx="1460">
                  <c:v>42954</c:v>
                </c:pt>
                <c:pt idx="1461">
                  <c:v>42955</c:v>
                </c:pt>
                <c:pt idx="1462">
                  <c:v>42956</c:v>
                </c:pt>
                <c:pt idx="1463">
                  <c:v>42957</c:v>
                </c:pt>
                <c:pt idx="1464">
                  <c:v>42958</c:v>
                </c:pt>
                <c:pt idx="1465">
                  <c:v>42961</c:v>
                </c:pt>
                <c:pt idx="1466">
                  <c:v>42962</c:v>
                </c:pt>
                <c:pt idx="1467">
                  <c:v>42963</c:v>
                </c:pt>
                <c:pt idx="1468">
                  <c:v>42964</c:v>
                </c:pt>
                <c:pt idx="1469">
                  <c:v>42965</c:v>
                </c:pt>
                <c:pt idx="1470">
                  <c:v>42968</c:v>
                </c:pt>
                <c:pt idx="1471">
                  <c:v>42969</c:v>
                </c:pt>
                <c:pt idx="1472">
                  <c:v>42970</c:v>
                </c:pt>
                <c:pt idx="1473">
                  <c:v>42971</c:v>
                </c:pt>
                <c:pt idx="1474">
                  <c:v>42972</c:v>
                </c:pt>
                <c:pt idx="1475">
                  <c:v>42975</c:v>
                </c:pt>
                <c:pt idx="1476">
                  <c:v>42976</c:v>
                </c:pt>
                <c:pt idx="1477">
                  <c:v>42977</c:v>
                </c:pt>
                <c:pt idx="1478">
                  <c:v>42978</c:v>
                </c:pt>
                <c:pt idx="1479">
                  <c:v>42979</c:v>
                </c:pt>
                <c:pt idx="1480">
                  <c:v>42982</c:v>
                </c:pt>
                <c:pt idx="1481">
                  <c:v>42983</c:v>
                </c:pt>
                <c:pt idx="1482">
                  <c:v>42984</c:v>
                </c:pt>
                <c:pt idx="1483">
                  <c:v>42985</c:v>
                </c:pt>
                <c:pt idx="1484">
                  <c:v>42986</c:v>
                </c:pt>
                <c:pt idx="1485">
                  <c:v>42989</c:v>
                </c:pt>
                <c:pt idx="1486">
                  <c:v>42990</c:v>
                </c:pt>
                <c:pt idx="1487">
                  <c:v>42991</c:v>
                </c:pt>
                <c:pt idx="1488">
                  <c:v>42992</c:v>
                </c:pt>
                <c:pt idx="1489">
                  <c:v>42993</c:v>
                </c:pt>
                <c:pt idx="1490">
                  <c:v>42996</c:v>
                </c:pt>
                <c:pt idx="1491">
                  <c:v>42997</c:v>
                </c:pt>
                <c:pt idx="1492">
                  <c:v>42998</c:v>
                </c:pt>
                <c:pt idx="1493">
                  <c:v>42999</c:v>
                </c:pt>
                <c:pt idx="1494">
                  <c:v>43000</c:v>
                </c:pt>
                <c:pt idx="1495">
                  <c:v>43003</c:v>
                </c:pt>
                <c:pt idx="1496">
                  <c:v>43004</c:v>
                </c:pt>
                <c:pt idx="1497">
                  <c:v>43005</c:v>
                </c:pt>
                <c:pt idx="1498">
                  <c:v>43006</c:v>
                </c:pt>
                <c:pt idx="1499">
                  <c:v>43007</c:v>
                </c:pt>
                <c:pt idx="1500">
                  <c:v>43010</c:v>
                </c:pt>
                <c:pt idx="1501">
                  <c:v>43011</c:v>
                </c:pt>
                <c:pt idx="1502">
                  <c:v>43012</c:v>
                </c:pt>
                <c:pt idx="1503">
                  <c:v>43013</c:v>
                </c:pt>
                <c:pt idx="1504">
                  <c:v>43014</c:v>
                </c:pt>
                <c:pt idx="1505">
                  <c:v>43017</c:v>
                </c:pt>
                <c:pt idx="1506">
                  <c:v>43018</c:v>
                </c:pt>
                <c:pt idx="1507">
                  <c:v>43019</c:v>
                </c:pt>
                <c:pt idx="1508">
                  <c:v>43020</c:v>
                </c:pt>
                <c:pt idx="1509">
                  <c:v>43021</c:v>
                </c:pt>
                <c:pt idx="1510">
                  <c:v>43024</c:v>
                </c:pt>
                <c:pt idx="1511">
                  <c:v>43025</c:v>
                </c:pt>
                <c:pt idx="1512">
                  <c:v>43026</c:v>
                </c:pt>
                <c:pt idx="1513">
                  <c:v>43027</c:v>
                </c:pt>
                <c:pt idx="1514">
                  <c:v>43028</c:v>
                </c:pt>
                <c:pt idx="1515">
                  <c:v>43031</c:v>
                </c:pt>
                <c:pt idx="1516">
                  <c:v>43032</c:v>
                </c:pt>
                <c:pt idx="1517">
                  <c:v>43033</c:v>
                </c:pt>
                <c:pt idx="1518">
                  <c:v>43034</c:v>
                </c:pt>
                <c:pt idx="1519">
                  <c:v>43035</c:v>
                </c:pt>
                <c:pt idx="1520">
                  <c:v>43038</c:v>
                </c:pt>
                <c:pt idx="1521">
                  <c:v>43039</c:v>
                </c:pt>
                <c:pt idx="1522">
                  <c:v>43040</c:v>
                </c:pt>
                <c:pt idx="1523">
                  <c:v>43041</c:v>
                </c:pt>
                <c:pt idx="1524">
                  <c:v>43042</c:v>
                </c:pt>
                <c:pt idx="1525">
                  <c:v>43045</c:v>
                </c:pt>
                <c:pt idx="1526">
                  <c:v>43046</c:v>
                </c:pt>
                <c:pt idx="1527">
                  <c:v>43047</c:v>
                </c:pt>
                <c:pt idx="1528">
                  <c:v>43048</c:v>
                </c:pt>
                <c:pt idx="1529">
                  <c:v>43049</c:v>
                </c:pt>
                <c:pt idx="1530">
                  <c:v>43052</c:v>
                </c:pt>
                <c:pt idx="1531">
                  <c:v>43053</c:v>
                </c:pt>
                <c:pt idx="1532">
                  <c:v>43054</c:v>
                </c:pt>
                <c:pt idx="1533">
                  <c:v>43055</c:v>
                </c:pt>
                <c:pt idx="1534">
                  <c:v>43056</c:v>
                </c:pt>
                <c:pt idx="1535">
                  <c:v>43059</c:v>
                </c:pt>
                <c:pt idx="1536">
                  <c:v>43060</c:v>
                </c:pt>
                <c:pt idx="1537">
                  <c:v>43061</c:v>
                </c:pt>
                <c:pt idx="1538">
                  <c:v>43062</c:v>
                </c:pt>
                <c:pt idx="1539">
                  <c:v>43063</c:v>
                </c:pt>
                <c:pt idx="1540">
                  <c:v>43066</c:v>
                </c:pt>
                <c:pt idx="1541">
                  <c:v>43067</c:v>
                </c:pt>
                <c:pt idx="1542">
                  <c:v>43068</c:v>
                </c:pt>
                <c:pt idx="1543">
                  <c:v>43069</c:v>
                </c:pt>
                <c:pt idx="1544">
                  <c:v>43070</c:v>
                </c:pt>
                <c:pt idx="1545">
                  <c:v>43073</c:v>
                </c:pt>
                <c:pt idx="1546">
                  <c:v>43074</c:v>
                </c:pt>
                <c:pt idx="1547">
                  <c:v>43075</c:v>
                </c:pt>
                <c:pt idx="1548">
                  <c:v>43076</c:v>
                </c:pt>
                <c:pt idx="1549">
                  <c:v>43077</c:v>
                </c:pt>
                <c:pt idx="1550">
                  <c:v>43080</c:v>
                </c:pt>
                <c:pt idx="1551">
                  <c:v>43081</c:v>
                </c:pt>
                <c:pt idx="1552">
                  <c:v>43082</c:v>
                </c:pt>
                <c:pt idx="1553">
                  <c:v>43083</c:v>
                </c:pt>
                <c:pt idx="1554">
                  <c:v>43084</c:v>
                </c:pt>
                <c:pt idx="1555">
                  <c:v>43087</c:v>
                </c:pt>
                <c:pt idx="1556">
                  <c:v>43088</c:v>
                </c:pt>
                <c:pt idx="1557">
                  <c:v>43089</c:v>
                </c:pt>
                <c:pt idx="1558">
                  <c:v>43090</c:v>
                </c:pt>
                <c:pt idx="1559">
                  <c:v>43091</c:v>
                </c:pt>
                <c:pt idx="1560">
                  <c:v>43094</c:v>
                </c:pt>
                <c:pt idx="1561">
                  <c:v>43095</c:v>
                </c:pt>
                <c:pt idx="1562">
                  <c:v>43096</c:v>
                </c:pt>
                <c:pt idx="1563">
                  <c:v>43097</c:v>
                </c:pt>
                <c:pt idx="1564">
                  <c:v>43098</c:v>
                </c:pt>
                <c:pt idx="1565">
                  <c:v>43101</c:v>
                </c:pt>
                <c:pt idx="1566">
                  <c:v>43102</c:v>
                </c:pt>
                <c:pt idx="1567">
                  <c:v>43103</c:v>
                </c:pt>
                <c:pt idx="1568">
                  <c:v>43104</c:v>
                </c:pt>
                <c:pt idx="1569">
                  <c:v>43105</c:v>
                </c:pt>
                <c:pt idx="1570">
                  <c:v>43108</c:v>
                </c:pt>
                <c:pt idx="1571">
                  <c:v>43109</c:v>
                </c:pt>
                <c:pt idx="1572">
                  <c:v>43110</c:v>
                </c:pt>
                <c:pt idx="1573">
                  <c:v>43111</c:v>
                </c:pt>
                <c:pt idx="1574">
                  <c:v>43112</c:v>
                </c:pt>
                <c:pt idx="1575">
                  <c:v>43115</c:v>
                </c:pt>
                <c:pt idx="1576">
                  <c:v>43116</c:v>
                </c:pt>
                <c:pt idx="1577">
                  <c:v>43117</c:v>
                </c:pt>
                <c:pt idx="1578">
                  <c:v>43118</c:v>
                </c:pt>
                <c:pt idx="1579">
                  <c:v>43119</c:v>
                </c:pt>
                <c:pt idx="1580">
                  <c:v>43122</c:v>
                </c:pt>
                <c:pt idx="1581">
                  <c:v>43123</c:v>
                </c:pt>
                <c:pt idx="1582">
                  <c:v>43124</c:v>
                </c:pt>
                <c:pt idx="1583">
                  <c:v>43125</c:v>
                </c:pt>
                <c:pt idx="1584">
                  <c:v>43126</c:v>
                </c:pt>
                <c:pt idx="1585">
                  <c:v>43129</c:v>
                </c:pt>
                <c:pt idx="1586">
                  <c:v>43130</c:v>
                </c:pt>
                <c:pt idx="1587">
                  <c:v>43131</c:v>
                </c:pt>
                <c:pt idx="1588">
                  <c:v>43132</c:v>
                </c:pt>
                <c:pt idx="1589">
                  <c:v>43133</c:v>
                </c:pt>
                <c:pt idx="1590">
                  <c:v>43136</c:v>
                </c:pt>
                <c:pt idx="1591">
                  <c:v>43137</c:v>
                </c:pt>
                <c:pt idx="1592">
                  <c:v>43138</c:v>
                </c:pt>
                <c:pt idx="1593">
                  <c:v>43139</c:v>
                </c:pt>
                <c:pt idx="1594">
                  <c:v>43140</c:v>
                </c:pt>
                <c:pt idx="1595">
                  <c:v>43143</c:v>
                </c:pt>
                <c:pt idx="1596">
                  <c:v>43144</c:v>
                </c:pt>
                <c:pt idx="1597">
                  <c:v>43145</c:v>
                </c:pt>
                <c:pt idx="1598">
                  <c:v>43146</c:v>
                </c:pt>
                <c:pt idx="1599">
                  <c:v>43147</c:v>
                </c:pt>
                <c:pt idx="1600">
                  <c:v>43150</c:v>
                </c:pt>
                <c:pt idx="1601">
                  <c:v>43151</c:v>
                </c:pt>
                <c:pt idx="1602">
                  <c:v>43152</c:v>
                </c:pt>
                <c:pt idx="1603">
                  <c:v>43153</c:v>
                </c:pt>
                <c:pt idx="1604">
                  <c:v>43154</c:v>
                </c:pt>
                <c:pt idx="1605">
                  <c:v>43157</c:v>
                </c:pt>
                <c:pt idx="1606">
                  <c:v>43158</c:v>
                </c:pt>
                <c:pt idx="1607">
                  <c:v>43159</c:v>
                </c:pt>
                <c:pt idx="1608">
                  <c:v>43160</c:v>
                </c:pt>
                <c:pt idx="1609">
                  <c:v>43161</c:v>
                </c:pt>
                <c:pt idx="1610">
                  <c:v>43164</c:v>
                </c:pt>
                <c:pt idx="1611">
                  <c:v>43165</c:v>
                </c:pt>
                <c:pt idx="1612">
                  <c:v>43166</c:v>
                </c:pt>
                <c:pt idx="1613">
                  <c:v>43167</c:v>
                </c:pt>
                <c:pt idx="1614">
                  <c:v>43168</c:v>
                </c:pt>
                <c:pt idx="1615">
                  <c:v>43171</c:v>
                </c:pt>
                <c:pt idx="1616">
                  <c:v>43172</c:v>
                </c:pt>
                <c:pt idx="1617">
                  <c:v>43173</c:v>
                </c:pt>
                <c:pt idx="1618">
                  <c:v>43174</c:v>
                </c:pt>
                <c:pt idx="1619">
                  <c:v>43175</c:v>
                </c:pt>
                <c:pt idx="1620">
                  <c:v>43178</c:v>
                </c:pt>
                <c:pt idx="1621">
                  <c:v>43179</c:v>
                </c:pt>
                <c:pt idx="1622">
                  <c:v>43180</c:v>
                </c:pt>
                <c:pt idx="1623">
                  <c:v>43181</c:v>
                </c:pt>
                <c:pt idx="1624">
                  <c:v>43182</c:v>
                </c:pt>
                <c:pt idx="1625">
                  <c:v>43185</c:v>
                </c:pt>
                <c:pt idx="1626">
                  <c:v>43186</c:v>
                </c:pt>
                <c:pt idx="1627">
                  <c:v>43187</c:v>
                </c:pt>
                <c:pt idx="1628">
                  <c:v>43188</c:v>
                </c:pt>
                <c:pt idx="1629">
                  <c:v>43189</c:v>
                </c:pt>
                <c:pt idx="1630">
                  <c:v>43192</c:v>
                </c:pt>
                <c:pt idx="1631">
                  <c:v>43193</c:v>
                </c:pt>
                <c:pt idx="1632">
                  <c:v>43194</c:v>
                </c:pt>
                <c:pt idx="1633">
                  <c:v>43195</c:v>
                </c:pt>
                <c:pt idx="1634">
                  <c:v>43196</c:v>
                </c:pt>
                <c:pt idx="1635">
                  <c:v>43199</c:v>
                </c:pt>
                <c:pt idx="1636">
                  <c:v>43200</c:v>
                </c:pt>
                <c:pt idx="1637">
                  <c:v>43201</c:v>
                </c:pt>
                <c:pt idx="1638">
                  <c:v>43202</c:v>
                </c:pt>
                <c:pt idx="1639">
                  <c:v>43203</c:v>
                </c:pt>
                <c:pt idx="1640">
                  <c:v>43206</c:v>
                </c:pt>
                <c:pt idx="1641">
                  <c:v>43207</c:v>
                </c:pt>
                <c:pt idx="1642">
                  <c:v>43208</c:v>
                </c:pt>
                <c:pt idx="1643">
                  <c:v>43209</c:v>
                </c:pt>
                <c:pt idx="1644">
                  <c:v>43210</c:v>
                </c:pt>
                <c:pt idx="1645">
                  <c:v>43213</c:v>
                </c:pt>
                <c:pt idx="1646">
                  <c:v>43214</c:v>
                </c:pt>
                <c:pt idx="1647">
                  <c:v>43215</c:v>
                </c:pt>
                <c:pt idx="1648">
                  <c:v>43216</c:v>
                </c:pt>
                <c:pt idx="1649">
                  <c:v>43217</c:v>
                </c:pt>
                <c:pt idx="1650">
                  <c:v>43220</c:v>
                </c:pt>
                <c:pt idx="1651">
                  <c:v>43221</c:v>
                </c:pt>
                <c:pt idx="1652">
                  <c:v>43222</c:v>
                </c:pt>
                <c:pt idx="1653">
                  <c:v>43223</c:v>
                </c:pt>
                <c:pt idx="1654">
                  <c:v>43224</c:v>
                </c:pt>
                <c:pt idx="1655">
                  <c:v>43227</c:v>
                </c:pt>
                <c:pt idx="1656">
                  <c:v>43228</c:v>
                </c:pt>
                <c:pt idx="1657">
                  <c:v>43229</c:v>
                </c:pt>
                <c:pt idx="1658">
                  <c:v>43230</c:v>
                </c:pt>
                <c:pt idx="1659">
                  <c:v>43231</c:v>
                </c:pt>
                <c:pt idx="1660">
                  <c:v>43234</c:v>
                </c:pt>
                <c:pt idx="1661">
                  <c:v>43235</c:v>
                </c:pt>
                <c:pt idx="1662">
                  <c:v>43236</c:v>
                </c:pt>
                <c:pt idx="1663">
                  <c:v>43237</c:v>
                </c:pt>
                <c:pt idx="1664">
                  <c:v>43238</c:v>
                </c:pt>
                <c:pt idx="1665">
                  <c:v>43241</c:v>
                </c:pt>
                <c:pt idx="1666">
                  <c:v>43242</c:v>
                </c:pt>
                <c:pt idx="1667">
                  <c:v>43243</c:v>
                </c:pt>
                <c:pt idx="1668">
                  <c:v>43244</c:v>
                </c:pt>
                <c:pt idx="1669">
                  <c:v>43245</c:v>
                </c:pt>
                <c:pt idx="1670">
                  <c:v>43248</c:v>
                </c:pt>
                <c:pt idx="1671">
                  <c:v>43249</c:v>
                </c:pt>
                <c:pt idx="1672">
                  <c:v>43250</c:v>
                </c:pt>
                <c:pt idx="1673">
                  <c:v>43251</c:v>
                </c:pt>
                <c:pt idx="1674">
                  <c:v>43252</c:v>
                </c:pt>
                <c:pt idx="1675">
                  <c:v>43255</c:v>
                </c:pt>
                <c:pt idx="1676">
                  <c:v>43256</c:v>
                </c:pt>
                <c:pt idx="1677">
                  <c:v>43257</c:v>
                </c:pt>
                <c:pt idx="1678">
                  <c:v>43258</c:v>
                </c:pt>
                <c:pt idx="1679">
                  <c:v>43259</c:v>
                </c:pt>
                <c:pt idx="1680">
                  <c:v>43262</c:v>
                </c:pt>
                <c:pt idx="1681">
                  <c:v>43263</c:v>
                </c:pt>
                <c:pt idx="1682">
                  <c:v>43264</c:v>
                </c:pt>
                <c:pt idx="1683">
                  <c:v>43265</c:v>
                </c:pt>
                <c:pt idx="1684">
                  <c:v>43266</c:v>
                </c:pt>
                <c:pt idx="1685">
                  <c:v>43269</c:v>
                </c:pt>
                <c:pt idx="1686">
                  <c:v>43270</c:v>
                </c:pt>
                <c:pt idx="1687">
                  <c:v>43271</c:v>
                </c:pt>
                <c:pt idx="1688">
                  <c:v>43272</c:v>
                </c:pt>
                <c:pt idx="1689">
                  <c:v>43273</c:v>
                </c:pt>
                <c:pt idx="1690">
                  <c:v>43276</c:v>
                </c:pt>
                <c:pt idx="1691">
                  <c:v>43277</c:v>
                </c:pt>
                <c:pt idx="1692">
                  <c:v>43278</c:v>
                </c:pt>
                <c:pt idx="1693">
                  <c:v>43279</c:v>
                </c:pt>
                <c:pt idx="1694">
                  <c:v>43280</c:v>
                </c:pt>
                <c:pt idx="1695">
                  <c:v>43283</c:v>
                </c:pt>
                <c:pt idx="1696">
                  <c:v>43284</c:v>
                </c:pt>
                <c:pt idx="1697">
                  <c:v>43285</c:v>
                </c:pt>
                <c:pt idx="1698">
                  <c:v>43286</c:v>
                </c:pt>
                <c:pt idx="1699">
                  <c:v>43287</c:v>
                </c:pt>
                <c:pt idx="1700">
                  <c:v>43290</c:v>
                </c:pt>
                <c:pt idx="1701">
                  <c:v>43291</c:v>
                </c:pt>
                <c:pt idx="1702">
                  <c:v>43292</c:v>
                </c:pt>
                <c:pt idx="1703">
                  <c:v>43293</c:v>
                </c:pt>
                <c:pt idx="1704">
                  <c:v>43294</c:v>
                </c:pt>
                <c:pt idx="1705">
                  <c:v>43297</c:v>
                </c:pt>
                <c:pt idx="1706">
                  <c:v>43298</c:v>
                </c:pt>
                <c:pt idx="1707">
                  <c:v>43299</c:v>
                </c:pt>
                <c:pt idx="1708">
                  <c:v>43300</c:v>
                </c:pt>
                <c:pt idx="1709">
                  <c:v>43301</c:v>
                </c:pt>
                <c:pt idx="1710">
                  <c:v>43304</c:v>
                </c:pt>
                <c:pt idx="1711">
                  <c:v>43305</c:v>
                </c:pt>
                <c:pt idx="1712">
                  <c:v>43306</c:v>
                </c:pt>
                <c:pt idx="1713">
                  <c:v>43307</c:v>
                </c:pt>
                <c:pt idx="1714">
                  <c:v>43308</c:v>
                </c:pt>
                <c:pt idx="1715">
                  <c:v>43311</c:v>
                </c:pt>
                <c:pt idx="1716">
                  <c:v>43312</c:v>
                </c:pt>
                <c:pt idx="1717">
                  <c:v>43313</c:v>
                </c:pt>
                <c:pt idx="1718">
                  <c:v>43314</c:v>
                </c:pt>
                <c:pt idx="1719">
                  <c:v>43315</c:v>
                </c:pt>
                <c:pt idx="1720">
                  <c:v>43318</c:v>
                </c:pt>
                <c:pt idx="1721">
                  <c:v>43319</c:v>
                </c:pt>
                <c:pt idx="1722">
                  <c:v>43320</c:v>
                </c:pt>
                <c:pt idx="1723">
                  <c:v>43321</c:v>
                </c:pt>
                <c:pt idx="1724">
                  <c:v>43322</c:v>
                </c:pt>
                <c:pt idx="1725">
                  <c:v>43325</c:v>
                </c:pt>
                <c:pt idx="1726">
                  <c:v>43326</c:v>
                </c:pt>
                <c:pt idx="1727">
                  <c:v>43327</c:v>
                </c:pt>
                <c:pt idx="1728">
                  <c:v>43328</c:v>
                </c:pt>
                <c:pt idx="1729">
                  <c:v>43329</c:v>
                </c:pt>
                <c:pt idx="1730">
                  <c:v>43332</c:v>
                </c:pt>
                <c:pt idx="1731">
                  <c:v>43333</c:v>
                </c:pt>
                <c:pt idx="1732">
                  <c:v>43334</c:v>
                </c:pt>
                <c:pt idx="1733">
                  <c:v>43335</c:v>
                </c:pt>
                <c:pt idx="1734">
                  <c:v>43336</c:v>
                </c:pt>
                <c:pt idx="1735">
                  <c:v>43339</c:v>
                </c:pt>
                <c:pt idx="1736">
                  <c:v>43340</c:v>
                </c:pt>
                <c:pt idx="1737">
                  <c:v>43341</c:v>
                </c:pt>
                <c:pt idx="1738">
                  <c:v>43342</c:v>
                </c:pt>
                <c:pt idx="1739">
                  <c:v>43343</c:v>
                </c:pt>
                <c:pt idx="1740">
                  <c:v>43346</c:v>
                </c:pt>
                <c:pt idx="1741">
                  <c:v>43347</c:v>
                </c:pt>
                <c:pt idx="1742">
                  <c:v>43348</c:v>
                </c:pt>
                <c:pt idx="1743">
                  <c:v>43349</c:v>
                </c:pt>
                <c:pt idx="1744">
                  <c:v>43350</c:v>
                </c:pt>
                <c:pt idx="1745">
                  <c:v>43353</c:v>
                </c:pt>
                <c:pt idx="1746">
                  <c:v>43354</c:v>
                </c:pt>
                <c:pt idx="1747">
                  <c:v>43355</c:v>
                </c:pt>
                <c:pt idx="1748">
                  <c:v>43356</c:v>
                </c:pt>
                <c:pt idx="1749">
                  <c:v>43357</c:v>
                </c:pt>
                <c:pt idx="1750">
                  <c:v>43360</c:v>
                </c:pt>
                <c:pt idx="1751">
                  <c:v>43361</c:v>
                </c:pt>
                <c:pt idx="1752">
                  <c:v>43362</c:v>
                </c:pt>
                <c:pt idx="1753">
                  <c:v>43363</c:v>
                </c:pt>
                <c:pt idx="1754">
                  <c:v>43364</c:v>
                </c:pt>
                <c:pt idx="1755">
                  <c:v>43367</c:v>
                </c:pt>
                <c:pt idx="1756">
                  <c:v>43368</c:v>
                </c:pt>
                <c:pt idx="1757">
                  <c:v>43369</c:v>
                </c:pt>
                <c:pt idx="1758">
                  <c:v>43370</c:v>
                </c:pt>
                <c:pt idx="1759">
                  <c:v>43371</c:v>
                </c:pt>
                <c:pt idx="1760">
                  <c:v>43374</c:v>
                </c:pt>
                <c:pt idx="1761">
                  <c:v>43375</c:v>
                </c:pt>
                <c:pt idx="1762">
                  <c:v>43376</c:v>
                </c:pt>
                <c:pt idx="1763">
                  <c:v>43377</c:v>
                </c:pt>
                <c:pt idx="1764">
                  <c:v>43378</c:v>
                </c:pt>
                <c:pt idx="1765">
                  <c:v>43381</c:v>
                </c:pt>
                <c:pt idx="1766">
                  <c:v>43382</c:v>
                </c:pt>
                <c:pt idx="1767">
                  <c:v>43383</c:v>
                </c:pt>
                <c:pt idx="1768">
                  <c:v>43384</c:v>
                </c:pt>
                <c:pt idx="1769">
                  <c:v>43385</c:v>
                </c:pt>
                <c:pt idx="1770">
                  <c:v>43388</c:v>
                </c:pt>
                <c:pt idx="1771">
                  <c:v>43389</c:v>
                </c:pt>
                <c:pt idx="1772">
                  <c:v>43390</c:v>
                </c:pt>
                <c:pt idx="1773">
                  <c:v>43391</c:v>
                </c:pt>
                <c:pt idx="1774">
                  <c:v>43392</c:v>
                </c:pt>
                <c:pt idx="1775">
                  <c:v>43395</c:v>
                </c:pt>
                <c:pt idx="1776">
                  <c:v>43396</c:v>
                </c:pt>
                <c:pt idx="1777">
                  <c:v>43397</c:v>
                </c:pt>
                <c:pt idx="1778">
                  <c:v>43398</c:v>
                </c:pt>
                <c:pt idx="1779">
                  <c:v>43399</c:v>
                </c:pt>
                <c:pt idx="1780">
                  <c:v>43402</c:v>
                </c:pt>
                <c:pt idx="1781">
                  <c:v>43403</c:v>
                </c:pt>
                <c:pt idx="1782">
                  <c:v>43404</c:v>
                </c:pt>
                <c:pt idx="1783">
                  <c:v>43405</c:v>
                </c:pt>
                <c:pt idx="1784">
                  <c:v>43406</c:v>
                </c:pt>
                <c:pt idx="1785">
                  <c:v>43409</c:v>
                </c:pt>
                <c:pt idx="1786">
                  <c:v>43410</c:v>
                </c:pt>
                <c:pt idx="1787">
                  <c:v>43411</c:v>
                </c:pt>
                <c:pt idx="1788">
                  <c:v>43412</c:v>
                </c:pt>
                <c:pt idx="1789">
                  <c:v>43413</c:v>
                </c:pt>
                <c:pt idx="1790">
                  <c:v>43416</c:v>
                </c:pt>
                <c:pt idx="1791">
                  <c:v>43417</c:v>
                </c:pt>
                <c:pt idx="1792">
                  <c:v>43418</c:v>
                </c:pt>
                <c:pt idx="1793">
                  <c:v>43419</c:v>
                </c:pt>
                <c:pt idx="1794">
                  <c:v>43420</c:v>
                </c:pt>
                <c:pt idx="1795">
                  <c:v>43423</c:v>
                </c:pt>
                <c:pt idx="1796">
                  <c:v>43424</c:v>
                </c:pt>
                <c:pt idx="1797">
                  <c:v>43425</c:v>
                </c:pt>
                <c:pt idx="1798">
                  <c:v>43426</c:v>
                </c:pt>
                <c:pt idx="1799">
                  <c:v>43427</c:v>
                </c:pt>
                <c:pt idx="1800">
                  <c:v>43430</c:v>
                </c:pt>
                <c:pt idx="1801">
                  <c:v>43431</c:v>
                </c:pt>
                <c:pt idx="1802">
                  <c:v>43432</c:v>
                </c:pt>
                <c:pt idx="1803">
                  <c:v>43433</c:v>
                </c:pt>
                <c:pt idx="1804">
                  <c:v>43434</c:v>
                </c:pt>
                <c:pt idx="1805">
                  <c:v>43437</c:v>
                </c:pt>
                <c:pt idx="1806">
                  <c:v>43438</c:v>
                </c:pt>
                <c:pt idx="1807">
                  <c:v>43439</c:v>
                </c:pt>
                <c:pt idx="1808">
                  <c:v>43440</c:v>
                </c:pt>
                <c:pt idx="1809">
                  <c:v>43441</c:v>
                </c:pt>
                <c:pt idx="1810">
                  <c:v>43444</c:v>
                </c:pt>
                <c:pt idx="1811">
                  <c:v>43445</c:v>
                </c:pt>
                <c:pt idx="1812">
                  <c:v>43446</c:v>
                </c:pt>
                <c:pt idx="1813">
                  <c:v>43447</c:v>
                </c:pt>
                <c:pt idx="1814">
                  <c:v>43448</c:v>
                </c:pt>
                <c:pt idx="1815">
                  <c:v>43451</c:v>
                </c:pt>
                <c:pt idx="1816">
                  <c:v>43452</c:v>
                </c:pt>
                <c:pt idx="1817">
                  <c:v>43453</c:v>
                </c:pt>
                <c:pt idx="1818">
                  <c:v>43454</c:v>
                </c:pt>
                <c:pt idx="1819">
                  <c:v>43455</c:v>
                </c:pt>
                <c:pt idx="1820">
                  <c:v>43458</c:v>
                </c:pt>
                <c:pt idx="1821">
                  <c:v>43459</c:v>
                </c:pt>
                <c:pt idx="1822">
                  <c:v>43460</c:v>
                </c:pt>
                <c:pt idx="1823">
                  <c:v>43461</c:v>
                </c:pt>
                <c:pt idx="1824">
                  <c:v>43462</c:v>
                </c:pt>
                <c:pt idx="1825">
                  <c:v>43465</c:v>
                </c:pt>
                <c:pt idx="1826">
                  <c:v>43466</c:v>
                </c:pt>
                <c:pt idx="1827">
                  <c:v>43467</c:v>
                </c:pt>
                <c:pt idx="1828">
                  <c:v>43468</c:v>
                </c:pt>
                <c:pt idx="1829">
                  <c:v>43469</c:v>
                </c:pt>
                <c:pt idx="1830">
                  <c:v>43472</c:v>
                </c:pt>
                <c:pt idx="1831">
                  <c:v>43473</c:v>
                </c:pt>
                <c:pt idx="1832">
                  <c:v>43474</c:v>
                </c:pt>
                <c:pt idx="1833">
                  <c:v>43475</c:v>
                </c:pt>
                <c:pt idx="1834">
                  <c:v>43476</c:v>
                </c:pt>
                <c:pt idx="1835">
                  <c:v>43479</c:v>
                </c:pt>
                <c:pt idx="1836">
                  <c:v>43480</c:v>
                </c:pt>
                <c:pt idx="1837">
                  <c:v>43481</c:v>
                </c:pt>
                <c:pt idx="1838">
                  <c:v>43482</c:v>
                </c:pt>
                <c:pt idx="1839">
                  <c:v>43483</c:v>
                </c:pt>
                <c:pt idx="1840">
                  <c:v>43486</c:v>
                </c:pt>
                <c:pt idx="1841">
                  <c:v>43487</c:v>
                </c:pt>
                <c:pt idx="1842">
                  <c:v>43488</c:v>
                </c:pt>
                <c:pt idx="1843">
                  <c:v>43489</c:v>
                </c:pt>
                <c:pt idx="1844">
                  <c:v>43490</c:v>
                </c:pt>
                <c:pt idx="1845">
                  <c:v>43493</c:v>
                </c:pt>
                <c:pt idx="1846">
                  <c:v>43494</c:v>
                </c:pt>
                <c:pt idx="1847">
                  <c:v>43495</c:v>
                </c:pt>
                <c:pt idx="1848">
                  <c:v>43496</c:v>
                </c:pt>
                <c:pt idx="1849">
                  <c:v>43497</c:v>
                </c:pt>
                <c:pt idx="1850">
                  <c:v>43500</c:v>
                </c:pt>
                <c:pt idx="1851">
                  <c:v>43501</c:v>
                </c:pt>
                <c:pt idx="1852">
                  <c:v>43502</c:v>
                </c:pt>
                <c:pt idx="1853">
                  <c:v>43503</c:v>
                </c:pt>
                <c:pt idx="1854">
                  <c:v>43504</c:v>
                </c:pt>
                <c:pt idx="1855">
                  <c:v>43507</c:v>
                </c:pt>
                <c:pt idx="1856">
                  <c:v>43508</c:v>
                </c:pt>
                <c:pt idx="1857">
                  <c:v>43509</c:v>
                </c:pt>
                <c:pt idx="1858">
                  <c:v>43510</c:v>
                </c:pt>
                <c:pt idx="1859">
                  <c:v>43511</c:v>
                </c:pt>
                <c:pt idx="1860">
                  <c:v>43514</c:v>
                </c:pt>
                <c:pt idx="1861">
                  <c:v>43515</c:v>
                </c:pt>
                <c:pt idx="1862">
                  <c:v>43516</c:v>
                </c:pt>
                <c:pt idx="1863">
                  <c:v>43517</c:v>
                </c:pt>
                <c:pt idx="1864">
                  <c:v>43518</c:v>
                </c:pt>
                <c:pt idx="1865">
                  <c:v>43521</c:v>
                </c:pt>
                <c:pt idx="1866">
                  <c:v>43522</c:v>
                </c:pt>
                <c:pt idx="1867">
                  <c:v>43523</c:v>
                </c:pt>
                <c:pt idx="1868">
                  <c:v>43524</c:v>
                </c:pt>
                <c:pt idx="1869">
                  <c:v>43525</c:v>
                </c:pt>
                <c:pt idx="1870">
                  <c:v>43528</c:v>
                </c:pt>
                <c:pt idx="1871">
                  <c:v>43529</c:v>
                </c:pt>
                <c:pt idx="1872">
                  <c:v>43530</c:v>
                </c:pt>
                <c:pt idx="1873">
                  <c:v>43531</c:v>
                </c:pt>
                <c:pt idx="1874">
                  <c:v>43532</c:v>
                </c:pt>
                <c:pt idx="1875">
                  <c:v>43535</c:v>
                </c:pt>
                <c:pt idx="1876">
                  <c:v>43536</c:v>
                </c:pt>
                <c:pt idx="1877">
                  <c:v>43537</c:v>
                </c:pt>
                <c:pt idx="1878">
                  <c:v>43538</c:v>
                </c:pt>
                <c:pt idx="1879">
                  <c:v>43539</c:v>
                </c:pt>
                <c:pt idx="1880">
                  <c:v>43542</c:v>
                </c:pt>
                <c:pt idx="1881">
                  <c:v>43543</c:v>
                </c:pt>
                <c:pt idx="1882">
                  <c:v>43544</c:v>
                </c:pt>
                <c:pt idx="1883">
                  <c:v>43545</c:v>
                </c:pt>
                <c:pt idx="1884">
                  <c:v>43546</c:v>
                </c:pt>
                <c:pt idx="1885">
                  <c:v>43549</c:v>
                </c:pt>
                <c:pt idx="1886">
                  <c:v>43550</c:v>
                </c:pt>
                <c:pt idx="1887">
                  <c:v>43551</c:v>
                </c:pt>
                <c:pt idx="1888">
                  <c:v>43552</c:v>
                </c:pt>
                <c:pt idx="1889">
                  <c:v>43553</c:v>
                </c:pt>
                <c:pt idx="1890">
                  <c:v>43556</c:v>
                </c:pt>
                <c:pt idx="1891">
                  <c:v>43557</c:v>
                </c:pt>
                <c:pt idx="1892">
                  <c:v>43558</c:v>
                </c:pt>
                <c:pt idx="1893">
                  <c:v>43559</c:v>
                </c:pt>
                <c:pt idx="1894">
                  <c:v>43560</c:v>
                </c:pt>
                <c:pt idx="1895">
                  <c:v>43563</c:v>
                </c:pt>
                <c:pt idx="1896">
                  <c:v>43564</c:v>
                </c:pt>
                <c:pt idx="1897">
                  <c:v>43565</c:v>
                </c:pt>
                <c:pt idx="1898">
                  <c:v>43566</c:v>
                </c:pt>
                <c:pt idx="1899">
                  <c:v>43567</c:v>
                </c:pt>
                <c:pt idx="1900">
                  <c:v>43570</c:v>
                </c:pt>
                <c:pt idx="1901">
                  <c:v>43571</c:v>
                </c:pt>
                <c:pt idx="1902">
                  <c:v>43572</c:v>
                </c:pt>
                <c:pt idx="1903">
                  <c:v>43573</c:v>
                </c:pt>
                <c:pt idx="1904">
                  <c:v>43574</c:v>
                </c:pt>
                <c:pt idx="1905">
                  <c:v>43577</c:v>
                </c:pt>
                <c:pt idx="1906">
                  <c:v>43578</c:v>
                </c:pt>
                <c:pt idx="1907">
                  <c:v>43579</c:v>
                </c:pt>
                <c:pt idx="1908">
                  <c:v>43580</c:v>
                </c:pt>
                <c:pt idx="1909">
                  <c:v>43581</c:v>
                </c:pt>
                <c:pt idx="1910">
                  <c:v>43584</c:v>
                </c:pt>
                <c:pt idx="1911">
                  <c:v>43585</c:v>
                </c:pt>
                <c:pt idx="1912">
                  <c:v>43586</c:v>
                </c:pt>
                <c:pt idx="1913">
                  <c:v>43587</c:v>
                </c:pt>
                <c:pt idx="1914">
                  <c:v>43588</c:v>
                </c:pt>
                <c:pt idx="1915">
                  <c:v>43591</c:v>
                </c:pt>
                <c:pt idx="1916">
                  <c:v>43592</c:v>
                </c:pt>
                <c:pt idx="1917">
                  <c:v>43593</c:v>
                </c:pt>
                <c:pt idx="1918">
                  <c:v>43594</c:v>
                </c:pt>
                <c:pt idx="1919">
                  <c:v>43595</c:v>
                </c:pt>
                <c:pt idx="1920">
                  <c:v>43598</c:v>
                </c:pt>
                <c:pt idx="1921">
                  <c:v>43599</c:v>
                </c:pt>
                <c:pt idx="1922">
                  <c:v>43600</c:v>
                </c:pt>
                <c:pt idx="1923">
                  <c:v>43601</c:v>
                </c:pt>
                <c:pt idx="1924">
                  <c:v>43602</c:v>
                </c:pt>
                <c:pt idx="1925">
                  <c:v>43605</c:v>
                </c:pt>
                <c:pt idx="1926">
                  <c:v>43606</c:v>
                </c:pt>
                <c:pt idx="1927">
                  <c:v>43607</c:v>
                </c:pt>
                <c:pt idx="1928">
                  <c:v>43608</c:v>
                </c:pt>
                <c:pt idx="1929">
                  <c:v>43609</c:v>
                </c:pt>
                <c:pt idx="1930">
                  <c:v>43612</c:v>
                </c:pt>
                <c:pt idx="1931">
                  <c:v>43613</c:v>
                </c:pt>
                <c:pt idx="1932">
                  <c:v>43614</c:v>
                </c:pt>
                <c:pt idx="1933">
                  <c:v>43615</c:v>
                </c:pt>
                <c:pt idx="1934">
                  <c:v>43616</c:v>
                </c:pt>
                <c:pt idx="1935">
                  <c:v>43619</c:v>
                </c:pt>
                <c:pt idx="1936">
                  <c:v>43620</c:v>
                </c:pt>
                <c:pt idx="1937">
                  <c:v>43621</c:v>
                </c:pt>
                <c:pt idx="1938">
                  <c:v>43622</c:v>
                </c:pt>
                <c:pt idx="1939">
                  <c:v>43623</c:v>
                </c:pt>
                <c:pt idx="1940">
                  <c:v>43626</c:v>
                </c:pt>
                <c:pt idx="1941">
                  <c:v>43627</c:v>
                </c:pt>
                <c:pt idx="1942">
                  <c:v>43628</c:v>
                </c:pt>
                <c:pt idx="1943">
                  <c:v>43629</c:v>
                </c:pt>
                <c:pt idx="1944">
                  <c:v>43630</c:v>
                </c:pt>
                <c:pt idx="1945">
                  <c:v>43633</c:v>
                </c:pt>
                <c:pt idx="1946">
                  <c:v>43634</c:v>
                </c:pt>
                <c:pt idx="1947">
                  <c:v>43635</c:v>
                </c:pt>
                <c:pt idx="1948">
                  <c:v>43636</c:v>
                </c:pt>
                <c:pt idx="1949">
                  <c:v>43637</c:v>
                </c:pt>
                <c:pt idx="1950">
                  <c:v>43640</c:v>
                </c:pt>
                <c:pt idx="1951">
                  <c:v>43641</c:v>
                </c:pt>
                <c:pt idx="1952">
                  <c:v>43642</c:v>
                </c:pt>
                <c:pt idx="1953">
                  <c:v>43643</c:v>
                </c:pt>
                <c:pt idx="1954">
                  <c:v>43644</c:v>
                </c:pt>
                <c:pt idx="1955">
                  <c:v>43647</c:v>
                </c:pt>
                <c:pt idx="1956">
                  <c:v>43648</c:v>
                </c:pt>
                <c:pt idx="1957">
                  <c:v>43649</c:v>
                </c:pt>
                <c:pt idx="1958">
                  <c:v>43650</c:v>
                </c:pt>
                <c:pt idx="1959">
                  <c:v>43651</c:v>
                </c:pt>
                <c:pt idx="1960">
                  <c:v>43654</c:v>
                </c:pt>
                <c:pt idx="1961">
                  <c:v>43655</c:v>
                </c:pt>
                <c:pt idx="1962">
                  <c:v>43656</c:v>
                </c:pt>
                <c:pt idx="1963">
                  <c:v>43657</c:v>
                </c:pt>
                <c:pt idx="1964">
                  <c:v>43658</c:v>
                </c:pt>
                <c:pt idx="1965">
                  <c:v>43661</c:v>
                </c:pt>
                <c:pt idx="1966">
                  <c:v>43662</c:v>
                </c:pt>
                <c:pt idx="1967">
                  <c:v>43663</c:v>
                </c:pt>
                <c:pt idx="1968">
                  <c:v>43664</c:v>
                </c:pt>
                <c:pt idx="1969">
                  <c:v>43665</c:v>
                </c:pt>
                <c:pt idx="1970">
                  <c:v>43668</c:v>
                </c:pt>
                <c:pt idx="1971">
                  <c:v>43669</c:v>
                </c:pt>
                <c:pt idx="1972">
                  <c:v>43670</c:v>
                </c:pt>
                <c:pt idx="1973">
                  <c:v>43671</c:v>
                </c:pt>
                <c:pt idx="1974">
                  <c:v>43672</c:v>
                </c:pt>
                <c:pt idx="1975">
                  <c:v>43675</c:v>
                </c:pt>
                <c:pt idx="1976">
                  <c:v>43676</c:v>
                </c:pt>
                <c:pt idx="1977">
                  <c:v>43677</c:v>
                </c:pt>
                <c:pt idx="1978">
                  <c:v>43678</c:v>
                </c:pt>
                <c:pt idx="1979">
                  <c:v>43679</c:v>
                </c:pt>
                <c:pt idx="1980">
                  <c:v>43682</c:v>
                </c:pt>
                <c:pt idx="1981">
                  <c:v>43683</c:v>
                </c:pt>
                <c:pt idx="1982">
                  <c:v>43684</c:v>
                </c:pt>
                <c:pt idx="1983">
                  <c:v>43685</c:v>
                </c:pt>
                <c:pt idx="1984">
                  <c:v>43686</c:v>
                </c:pt>
                <c:pt idx="1985">
                  <c:v>43689</c:v>
                </c:pt>
                <c:pt idx="1986">
                  <c:v>43690</c:v>
                </c:pt>
                <c:pt idx="1987">
                  <c:v>43691</c:v>
                </c:pt>
                <c:pt idx="1988">
                  <c:v>43692</c:v>
                </c:pt>
                <c:pt idx="1989">
                  <c:v>43693</c:v>
                </c:pt>
                <c:pt idx="1990">
                  <c:v>43696</c:v>
                </c:pt>
                <c:pt idx="1991">
                  <c:v>43697</c:v>
                </c:pt>
                <c:pt idx="1992">
                  <c:v>43698</c:v>
                </c:pt>
                <c:pt idx="1993">
                  <c:v>43699</c:v>
                </c:pt>
                <c:pt idx="1994">
                  <c:v>43700</c:v>
                </c:pt>
                <c:pt idx="1995">
                  <c:v>43703</c:v>
                </c:pt>
                <c:pt idx="1996">
                  <c:v>43704</c:v>
                </c:pt>
                <c:pt idx="1997">
                  <c:v>43705</c:v>
                </c:pt>
                <c:pt idx="1998">
                  <c:v>43706</c:v>
                </c:pt>
                <c:pt idx="1999">
                  <c:v>43707</c:v>
                </c:pt>
                <c:pt idx="2000">
                  <c:v>43710</c:v>
                </c:pt>
                <c:pt idx="2001">
                  <c:v>43711</c:v>
                </c:pt>
                <c:pt idx="2002">
                  <c:v>43712</c:v>
                </c:pt>
                <c:pt idx="2003">
                  <c:v>43713</c:v>
                </c:pt>
                <c:pt idx="2004">
                  <c:v>43714</c:v>
                </c:pt>
                <c:pt idx="2005">
                  <c:v>43717</c:v>
                </c:pt>
                <c:pt idx="2006">
                  <c:v>43718</c:v>
                </c:pt>
                <c:pt idx="2007">
                  <c:v>43719</c:v>
                </c:pt>
                <c:pt idx="2008">
                  <c:v>43720</c:v>
                </c:pt>
                <c:pt idx="2009">
                  <c:v>43721</c:v>
                </c:pt>
                <c:pt idx="2010">
                  <c:v>43724</c:v>
                </c:pt>
                <c:pt idx="2011">
                  <c:v>43725</c:v>
                </c:pt>
                <c:pt idx="2012">
                  <c:v>43726</c:v>
                </c:pt>
                <c:pt idx="2013">
                  <c:v>43727</c:v>
                </c:pt>
                <c:pt idx="2014">
                  <c:v>43728</c:v>
                </c:pt>
                <c:pt idx="2015">
                  <c:v>43731</c:v>
                </c:pt>
                <c:pt idx="2016">
                  <c:v>43732</c:v>
                </c:pt>
                <c:pt idx="2017">
                  <c:v>43733</c:v>
                </c:pt>
                <c:pt idx="2018">
                  <c:v>43734</c:v>
                </c:pt>
                <c:pt idx="2019">
                  <c:v>43735</c:v>
                </c:pt>
                <c:pt idx="2020">
                  <c:v>43738</c:v>
                </c:pt>
                <c:pt idx="2021">
                  <c:v>43739</c:v>
                </c:pt>
                <c:pt idx="2022">
                  <c:v>43740</c:v>
                </c:pt>
                <c:pt idx="2023">
                  <c:v>43741</c:v>
                </c:pt>
                <c:pt idx="2024">
                  <c:v>43742</c:v>
                </c:pt>
                <c:pt idx="2025">
                  <c:v>43745</c:v>
                </c:pt>
                <c:pt idx="2026">
                  <c:v>43746</c:v>
                </c:pt>
                <c:pt idx="2027">
                  <c:v>43747</c:v>
                </c:pt>
                <c:pt idx="2028">
                  <c:v>43748</c:v>
                </c:pt>
                <c:pt idx="2029">
                  <c:v>43749</c:v>
                </c:pt>
                <c:pt idx="2030">
                  <c:v>43752</c:v>
                </c:pt>
                <c:pt idx="2031">
                  <c:v>43753</c:v>
                </c:pt>
                <c:pt idx="2032">
                  <c:v>43754</c:v>
                </c:pt>
                <c:pt idx="2033">
                  <c:v>43755</c:v>
                </c:pt>
                <c:pt idx="2034">
                  <c:v>43756</c:v>
                </c:pt>
                <c:pt idx="2035">
                  <c:v>43759</c:v>
                </c:pt>
                <c:pt idx="2036">
                  <c:v>43760</c:v>
                </c:pt>
                <c:pt idx="2037">
                  <c:v>43761</c:v>
                </c:pt>
                <c:pt idx="2038">
                  <c:v>43762</c:v>
                </c:pt>
                <c:pt idx="2039">
                  <c:v>43763</c:v>
                </c:pt>
                <c:pt idx="2040">
                  <c:v>43766</c:v>
                </c:pt>
                <c:pt idx="2041">
                  <c:v>43767</c:v>
                </c:pt>
                <c:pt idx="2042">
                  <c:v>43768</c:v>
                </c:pt>
                <c:pt idx="2043">
                  <c:v>43769</c:v>
                </c:pt>
                <c:pt idx="2044">
                  <c:v>43770</c:v>
                </c:pt>
                <c:pt idx="2045">
                  <c:v>43773</c:v>
                </c:pt>
                <c:pt idx="2046">
                  <c:v>43774</c:v>
                </c:pt>
                <c:pt idx="2047">
                  <c:v>43775</c:v>
                </c:pt>
                <c:pt idx="2048">
                  <c:v>43776</c:v>
                </c:pt>
                <c:pt idx="2049">
                  <c:v>43777</c:v>
                </c:pt>
                <c:pt idx="2050">
                  <c:v>43780</c:v>
                </c:pt>
                <c:pt idx="2051">
                  <c:v>43781</c:v>
                </c:pt>
                <c:pt idx="2052">
                  <c:v>43782</c:v>
                </c:pt>
                <c:pt idx="2053">
                  <c:v>43783</c:v>
                </c:pt>
                <c:pt idx="2054">
                  <c:v>43784</c:v>
                </c:pt>
                <c:pt idx="2055">
                  <c:v>43787</c:v>
                </c:pt>
                <c:pt idx="2056">
                  <c:v>43788</c:v>
                </c:pt>
                <c:pt idx="2057">
                  <c:v>43789</c:v>
                </c:pt>
                <c:pt idx="2058">
                  <c:v>43790</c:v>
                </c:pt>
                <c:pt idx="2059">
                  <c:v>43791</c:v>
                </c:pt>
                <c:pt idx="2060">
                  <c:v>43794</c:v>
                </c:pt>
                <c:pt idx="2061">
                  <c:v>43795</c:v>
                </c:pt>
                <c:pt idx="2062">
                  <c:v>43796</c:v>
                </c:pt>
                <c:pt idx="2063">
                  <c:v>43797</c:v>
                </c:pt>
                <c:pt idx="2064">
                  <c:v>43798</c:v>
                </c:pt>
                <c:pt idx="2065">
                  <c:v>43801</c:v>
                </c:pt>
                <c:pt idx="2066">
                  <c:v>43802</c:v>
                </c:pt>
                <c:pt idx="2067">
                  <c:v>43803</c:v>
                </c:pt>
                <c:pt idx="2068">
                  <c:v>43804</c:v>
                </c:pt>
                <c:pt idx="2069">
                  <c:v>43805</c:v>
                </c:pt>
                <c:pt idx="2070">
                  <c:v>43808</c:v>
                </c:pt>
                <c:pt idx="2071">
                  <c:v>43809</c:v>
                </c:pt>
                <c:pt idx="2072">
                  <c:v>43810</c:v>
                </c:pt>
                <c:pt idx="2073">
                  <c:v>43811</c:v>
                </c:pt>
                <c:pt idx="2074">
                  <c:v>43812</c:v>
                </c:pt>
                <c:pt idx="2075">
                  <c:v>43815</c:v>
                </c:pt>
                <c:pt idx="2076">
                  <c:v>43816</c:v>
                </c:pt>
                <c:pt idx="2077">
                  <c:v>43817</c:v>
                </c:pt>
                <c:pt idx="2078">
                  <c:v>43818</c:v>
                </c:pt>
                <c:pt idx="2079">
                  <c:v>43819</c:v>
                </c:pt>
                <c:pt idx="2080">
                  <c:v>43822</c:v>
                </c:pt>
                <c:pt idx="2081">
                  <c:v>43823</c:v>
                </c:pt>
                <c:pt idx="2082">
                  <c:v>43824</c:v>
                </c:pt>
                <c:pt idx="2083">
                  <c:v>43825</c:v>
                </c:pt>
                <c:pt idx="2084">
                  <c:v>43826</c:v>
                </c:pt>
                <c:pt idx="2085">
                  <c:v>43829</c:v>
                </c:pt>
                <c:pt idx="2086">
                  <c:v>43830</c:v>
                </c:pt>
                <c:pt idx="2087">
                  <c:v>43831</c:v>
                </c:pt>
                <c:pt idx="2088">
                  <c:v>43832</c:v>
                </c:pt>
                <c:pt idx="2089">
                  <c:v>43833</c:v>
                </c:pt>
                <c:pt idx="2090">
                  <c:v>43836</c:v>
                </c:pt>
                <c:pt idx="2091">
                  <c:v>43837</c:v>
                </c:pt>
                <c:pt idx="2092">
                  <c:v>43838</c:v>
                </c:pt>
                <c:pt idx="2093">
                  <c:v>43839</c:v>
                </c:pt>
                <c:pt idx="2094">
                  <c:v>43840</c:v>
                </c:pt>
                <c:pt idx="2095">
                  <c:v>43843</c:v>
                </c:pt>
                <c:pt idx="2096">
                  <c:v>43844</c:v>
                </c:pt>
                <c:pt idx="2097">
                  <c:v>43845</c:v>
                </c:pt>
                <c:pt idx="2098">
                  <c:v>43846</c:v>
                </c:pt>
                <c:pt idx="2099">
                  <c:v>43847</c:v>
                </c:pt>
                <c:pt idx="2100">
                  <c:v>43850</c:v>
                </c:pt>
                <c:pt idx="2101">
                  <c:v>43851</c:v>
                </c:pt>
                <c:pt idx="2102">
                  <c:v>43852</c:v>
                </c:pt>
                <c:pt idx="2103">
                  <c:v>43853</c:v>
                </c:pt>
                <c:pt idx="2104">
                  <c:v>43854</c:v>
                </c:pt>
                <c:pt idx="2105">
                  <c:v>43857</c:v>
                </c:pt>
                <c:pt idx="2106">
                  <c:v>43858</c:v>
                </c:pt>
                <c:pt idx="2107">
                  <c:v>43859</c:v>
                </c:pt>
                <c:pt idx="2108">
                  <c:v>43860</c:v>
                </c:pt>
                <c:pt idx="2109">
                  <c:v>43861</c:v>
                </c:pt>
                <c:pt idx="2110">
                  <c:v>43864</c:v>
                </c:pt>
                <c:pt idx="2111">
                  <c:v>43865</c:v>
                </c:pt>
                <c:pt idx="2112">
                  <c:v>43866</c:v>
                </c:pt>
                <c:pt idx="2113">
                  <c:v>43867</c:v>
                </c:pt>
                <c:pt idx="2114">
                  <c:v>43868</c:v>
                </c:pt>
                <c:pt idx="2115">
                  <c:v>43871</c:v>
                </c:pt>
                <c:pt idx="2116">
                  <c:v>43872</c:v>
                </c:pt>
                <c:pt idx="2117">
                  <c:v>43873</c:v>
                </c:pt>
                <c:pt idx="2118">
                  <c:v>43874</c:v>
                </c:pt>
                <c:pt idx="2119">
                  <c:v>43875</c:v>
                </c:pt>
                <c:pt idx="2120">
                  <c:v>43878</c:v>
                </c:pt>
                <c:pt idx="2121">
                  <c:v>43879</c:v>
                </c:pt>
                <c:pt idx="2122">
                  <c:v>43880</c:v>
                </c:pt>
                <c:pt idx="2123">
                  <c:v>43881</c:v>
                </c:pt>
                <c:pt idx="2124">
                  <c:v>43882</c:v>
                </c:pt>
                <c:pt idx="2125">
                  <c:v>43885</c:v>
                </c:pt>
                <c:pt idx="2126">
                  <c:v>43886</c:v>
                </c:pt>
                <c:pt idx="2127">
                  <c:v>43887</c:v>
                </c:pt>
                <c:pt idx="2128">
                  <c:v>43888</c:v>
                </c:pt>
                <c:pt idx="2129">
                  <c:v>43889</c:v>
                </c:pt>
                <c:pt idx="2130">
                  <c:v>43892</c:v>
                </c:pt>
                <c:pt idx="2131">
                  <c:v>43893</c:v>
                </c:pt>
                <c:pt idx="2132">
                  <c:v>43894</c:v>
                </c:pt>
                <c:pt idx="2133">
                  <c:v>43895</c:v>
                </c:pt>
                <c:pt idx="2134">
                  <c:v>43896</c:v>
                </c:pt>
                <c:pt idx="2135">
                  <c:v>43899</c:v>
                </c:pt>
                <c:pt idx="2136">
                  <c:v>43900</c:v>
                </c:pt>
                <c:pt idx="2137">
                  <c:v>43901</c:v>
                </c:pt>
                <c:pt idx="2138">
                  <c:v>43902</c:v>
                </c:pt>
                <c:pt idx="2139">
                  <c:v>43903</c:v>
                </c:pt>
                <c:pt idx="2140">
                  <c:v>43906</c:v>
                </c:pt>
                <c:pt idx="2141">
                  <c:v>43907</c:v>
                </c:pt>
                <c:pt idx="2142">
                  <c:v>43908</c:v>
                </c:pt>
                <c:pt idx="2143">
                  <c:v>43909</c:v>
                </c:pt>
                <c:pt idx="2144">
                  <c:v>43910</c:v>
                </c:pt>
                <c:pt idx="2145">
                  <c:v>43913</c:v>
                </c:pt>
                <c:pt idx="2146">
                  <c:v>43914</c:v>
                </c:pt>
                <c:pt idx="2147">
                  <c:v>43915</c:v>
                </c:pt>
                <c:pt idx="2148">
                  <c:v>43916</c:v>
                </c:pt>
                <c:pt idx="2149">
                  <c:v>43917</c:v>
                </c:pt>
                <c:pt idx="2150">
                  <c:v>43920</c:v>
                </c:pt>
                <c:pt idx="2151">
                  <c:v>43921</c:v>
                </c:pt>
                <c:pt idx="2152">
                  <c:v>43922</c:v>
                </c:pt>
                <c:pt idx="2153">
                  <c:v>43923</c:v>
                </c:pt>
                <c:pt idx="2154">
                  <c:v>43924</c:v>
                </c:pt>
                <c:pt idx="2155">
                  <c:v>43927</c:v>
                </c:pt>
                <c:pt idx="2156">
                  <c:v>43928</c:v>
                </c:pt>
                <c:pt idx="2157">
                  <c:v>43929</c:v>
                </c:pt>
                <c:pt idx="2158">
                  <c:v>43930</c:v>
                </c:pt>
                <c:pt idx="2159">
                  <c:v>43931</c:v>
                </c:pt>
                <c:pt idx="2160">
                  <c:v>43934</c:v>
                </c:pt>
                <c:pt idx="2161">
                  <c:v>43935</c:v>
                </c:pt>
                <c:pt idx="2162">
                  <c:v>43936</c:v>
                </c:pt>
                <c:pt idx="2163">
                  <c:v>43937</c:v>
                </c:pt>
                <c:pt idx="2164">
                  <c:v>43938</c:v>
                </c:pt>
                <c:pt idx="2165">
                  <c:v>43941</c:v>
                </c:pt>
                <c:pt idx="2166">
                  <c:v>43942</c:v>
                </c:pt>
                <c:pt idx="2167">
                  <c:v>43943</c:v>
                </c:pt>
                <c:pt idx="2168">
                  <c:v>43944</c:v>
                </c:pt>
                <c:pt idx="2169">
                  <c:v>43945</c:v>
                </c:pt>
                <c:pt idx="2170">
                  <c:v>43948</c:v>
                </c:pt>
                <c:pt idx="2171">
                  <c:v>43949</c:v>
                </c:pt>
                <c:pt idx="2172">
                  <c:v>43950</c:v>
                </c:pt>
                <c:pt idx="2173">
                  <c:v>43951</c:v>
                </c:pt>
                <c:pt idx="2174">
                  <c:v>43952</c:v>
                </c:pt>
                <c:pt idx="2175">
                  <c:v>43955</c:v>
                </c:pt>
                <c:pt idx="2176">
                  <c:v>43956</c:v>
                </c:pt>
                <c:pt idx="2177">
                  <c:v>43957</c:v>
                </c:pt>
                <c:pt idx="2178">
                  <c:v>43958</c:v>
                </c:pt>
                <c:pt idx="2179">
                  <c:v>43959</c:v>
                </c:pt>
                <c:pt idx="2180">
                  <c:v>43962</c:v>
                </c:pt>
                <c:pt idx="2181">
                  <c:v>43963</c:v>
                </c:pt>
                <c:pt idx="2182">
                  <c:v>43964</c:v>
                </c:pt>
                <c:pt idx="2183">
                  <c:v>43965</c:v>
                </c:pt>
                <c:pt idx="2184">
                  <c:v>43966</c:v>
                </c:pt>
                <c:pt idx="2185">
                  <c:v>43969</c:v>
                </c:pt>
                <c:pt idx="2186">
                  <c:v>43970</c:v>
                </c:pt>
                <c:pt idx="2187">
                  <c:v>43971</c:v>
                </c:pt>
                <c:pt idx="2188">
                  <c:v>43972</c:v>
                </c:pt>
                <c:pt idx="2189">
                  <c:v>43973</c:v>
                </c:pt>
                <c:pt idx="2190">
                  <c:v>43976</c:v>
                </c:pt>
                <c:pt idx="2191">
                  <c:v>43977</c:v>
                </c:pt>
                <c:pt idx="2192">
                  <c:v>43978</c:v>
                </c:pt>
                <c:pt idx="2193">
                  <c:v>43979</c:v>
                </c:pt>
                <c:pt idx="2194">
                  <c:v>43980</c:v>
                </c:pt>
                <c:pt idx="2195">
                  <c:v>43983</c:v>
                </c:pt>
                <c:pt idx="2196">
                  <c:v>43984</c:v>
                </c:pt>
                <c:pt idx="2197">
                  <c:v>43985</c:v>
                </c:pt>
                <c:pt idx="2198">
                  <c:v>43986</c:v>
                </c:pt>
                <c:pt idx="2199">
                  <c:v>43987</c:v>
                </c:pt>
                <c:pt idx="2200">
                  <c:v>43990</c:v>
                </c:pt>
                <c:pt idx="2201">
                  <c:v>43991</c:v>
                </c:pt>
                <c:pt idx="2202">
                  <c:v>43992</c:v>
                </c:pt>
                <c:pt idx="2203">
                  <c:v>43993</c:v>
                </c:pt>
                <c:pt idx="2204">
                  <c:v>43994</c:v>
                </c:pt>
                <c:pt idx="2205">
                  <c:v>43997</c:v>
                </c:pt>
                <c:pt idx="2206">
                  <c:v>43998</c:v>
                </c:pt>
                <c:pt idx="2207">
                  <c:v>43999</c:v>
                </c:pt>
                <c:pt idx="2208">
                  <c:v>44000</c:v>
                </c:pt>
                <c:pt idx="2209">
                  <c:v>44001</c:v>
                </c:pt>
                <c:pt idx="2210">
                  <c:v>44004</c:v>
                </c:pt>
                <c:pt idx="2211">
                  <c:v>44005</c:v>
                </c:pt>
                <c:pt idx="2212">
                  <c:v>44006</c:v>
                </c:pt>
                <c:pt idx="2213">
                  <c:v>44007</c:v>
                </c:pt>
                <c:pt idx="2214">
                  <c:v>44008</c:v>
                </c:pt>
                <c:pt idx="2215">
                  <c:v>44011</c:v>
                </c:pt>
                <c:pt idx="2216">
                  <c:v>44012</c:v>
                </c:pt>
                <c:pt idx="2217">
                  <c:v>44013</c:v>
                </c:pt>
                <c:pt idx="2218">
                  <c:v>44014</c:v>
                </c:pt>
                <c:pt idx="2219">
                  <c:v>44015</c:v>
                </c:pt>
                <c:pt idx="2220">
                  <c:v>44018</c:v>
                </c:pt>
                <c:pt idx="2221">
                  <c:v>44019</c:v>
                </c:pt>
                <c:pt idx="2222">
                  <c:v>44020</c:v>
                </c:pt>
                <c:pt idx="2223">
                  <c:v>44021</c:v>
                </c:pt>
                <c:pt idx="2224">
                  <c:v>44022</c:v>
                </c:pt>
                <c:pt idx="2225">
                  <c:v>44025</c:v>
                </c:pt>
                <c:pt idx="2226">
                  <c:v>44026</c:v>
                </c:pt>
                <c:pt idx="2227">
                  <c:v>44027</c:v>
                </c:pt>
                <c:pt idx="2228">
                  <c:v>44028</c:v>
                </c:pt>
                <c:pt idx="2229">
                  <c:v>44029</c:v>
                </c:pt>
                <c:pt idx="2230">
                  <c:v>44032</c:v>
                </c:pt>
                <c:pt idx="2231">
                  <c:v>44033</c:v>
                </c:pt>
                <c:pt idx="2232">
                  <c:v>44034</c:v>
                </c:pt>
                <c:pt idx="2233">
                  <c:v>44035</c:v>
                </c:pt>
                <c:pt idx="2234">
                  <c:v>44036</c:v>
                </c:pt>
                <c:pt idx="2235">
                  <c:v>44039</c:v>
                </c:pt>
                <c:pt idx="2236">
                  <c:v>44040</c:v>
                </c:pt>
                <c:pt idx="2237">
                  <c:v>44041</c:v>
                </c:pt>
                <c:pt idx="2238">
                  <c:v>44042</c:v>
                </c:pt>
                <c:pt idx="2239">
                  <c:v>44043</c:v>
                </c:pt>
                <c:pt idx="2240">
                  <c:v>44046</c:v>
                </c:pt>
                <c:pt idx="2241">
                  <c:v>44047</c:v>
                </c:pt>
                <c:pt idx="2242">
                  <c:v>44048</c:v>
                </c:pt>
                <c:pt idx="2243">
                  <c:v>44049</c:v>
                </c:pt>
                <c:pt idx="2244">
                  <c:v>44050</c:v>
                </c:pt>
                <c:pt idx="2245">
                  <c:v>44053</c:v>
                </c:pt>
                <c:pt idx="2246">
                  <c:v>44054</c:v>
                </c:pt>
                <c:pt idx="2247">
                  <c:v>44055</c:v>
                </c:pt>
                <c:pt idx="2248">
                  <c:v>44056</c:v>
                </c:pt>
                <c:pt idx="2249">
                  <c:v>44057</c:v>
                </c:pt>
                <c:pt idx="2250">
                  <c:v>44060</c:v>
                </c:pt>
                <c:pt idx="2251">
                  <c:v>44061</c:v>
                </c:pt>
                <c:pt idx="2252">
                  <c:v>44062</c:v>
                </c:pt>
                <c:pt idx="2253">
                  <c:v>44063</c:v>
                </c:pt>
                <c:pt idx="2254">
                  <c:v>44064</c:v>
                </c:pt>
                <c:pt idx="2255">
                  <c:v>44067</c:v>
                </c:pt>
                <c:pt idx="2256">
                  <c:v>44068</c:v>
                </c:pt>
                <c:pt idx="2257">
                  <c:v>44069</c:v>
                </c:pt>
                <c:pt idx="2258">
                  <c:v>44070</c:v>
                </c:pt>
                <c:pt idx="2259">
                  <c:v>44071</c:v>
                </c:pt>
                <c:pt idx="2260">
                  <c:v>44074</c:v>
                </c:pt>
                <c:pt idx="2261">
                  <c:v>44075</c:v>
                </c:pt>
                <c:pt idx="2262">
                  <c:v>44076</c:v>
                </c:pt>
                <c:pt idx="2263">
                  <c:v>44077</c:v>
                </c:pt>
                <c:pt idx="2264">
                  <c:v>44078</c:v>
                </c:pt>
                <c:pt idx="2265">
                  <c:v>44081</c:v>
                </c:pt>
                <c:pt idx="2266">
                  <c:v>44082</c:v>
                </c:pt>
                <c:pt idx="2267">
                  <c:v>44083</c:v>
                </c:pt>
                <c:pt idx="2268">
                  <c:v>44084</c:v>
                </c:pt>
                <c:pt idx="2269">
                  <c:v>44085</c:v>
                </c:pt>
                <c:pt idx="2270">
                  <c:v>44088</c:v>
                </c:pt>
                <c:pt idx="2271">
                  <c:v>44089</c:v>
                </c:pt>
                <c:pt idx="2272">
                  <c:v>44090</c:v>
                </c:pt>
                <c:pt idx="2273">
                  <c:v>44091</c:v>
                </c:pt>
                <c:pt idx="2274">
                  <c:v>44092</c:v>
                </c:pt>
                <c:pt idx="2275">
                  <c:v>44095</c:v>
                </c:pt>
                <c:pt idx="2276">
                  <c:v>44096</c:v>
                </c:pt>
                <c:pt idx="2277">
                  <c:v>44097</c:v>
                </c:pt>
                <c:pt idx="2278">
                  <c:v>44098</c:v>
                </c:pt>
                <c:pt idx="2279">
                  <c:v>44099</c:v>
                </c:pt>
                <c:pt idx="2280">
                  <c:v>44102</c:v>
                </c:pt>
                <c:pt idx="2281">
                  <c:v>44103</c:v>
                </c:pt>
                <c:pt idx="2282">
                  <c:v>44104</c:v>
                </c:pt>
                <c:pt idx="2283">
                  <c:v>44105</c:v>
                </c:pt>
                <c:pt idx="2284">
                  <c:v>44106</c:v>
                </c:pt>
                <c:pt idx="2285">
                  <c:v>44109</c:v>
                </c:pt>
                <c:pt idx="2286">
                  <c:v>44110</c:v>
                </c:pt>
                <c:pt idx="2287">
                  <c:v>44111</c:v>
                </c:pt>
                <c:pt idx="2288">
                  <c:v>44112</c:v>
                </c:pt>
                <c:pt idx="2289">
                  <c:v>44113</c:v>
                </c:pt>
                <c:pt idx="2290">
                  <c:v>44116</c:v>
                </c:pt>
                <c:pt idx="2291">
                  <c:v>44117</c:v>
                </c:pt>
                <c:pt idx="2292">
                  <c:v>44118</c:v>
                </c:pt>
                <c:pt idx="2293">
                  <c:v>44119</c:v>
                </c:pt>
                <c:pt idx="2294">
                  <c:v>44120</c:v>
                </c:pt>
                <c:pt idx="2295">
                  <c:v>44123</c:v>
                </c:pt>
                <c:pt idx="2296">
                  <c:v>44124</c:v>
                </c:pt>
                <c:pt idx="2297">
                  <c:v>44125</c:v>
                </c:pt>
                <c:pt idx="2298">
                  <c:v>44126</c:v>
                </c:pt>
                <c:pt idx="2299">
                  <c:v>44127</c:v>
                </c:pt>
                <c:pt idx="2300">
                  <c:v>44130</c:v>
                </c:pt>
                <c:pt idx="2301">
                  <c:v>44131</c:v>
                </c:pt>
                <c:pt idx="2302">
                  <c:v>44132</c:v>
                </c:pt>
                <c:pt idx="2303">
                  <c:v>44133</c:v>
                </c:pt>
                <c:pt idx="2304">
                  <c:v>44134</c:v>
                </c:pt>
                <c:pt idx="2305">
                  <c:v>44137</c:v>
                </c:pt>
                <c:pt idx="2306">
                  <c:v>44138</c:v>
                </c:pt>
                <c:pt idx="2307">
                  <c:v>44139</c:v>
                </c:pt>
                <c:pt idx="2308">
                  <c:v>44140</c:v>
                </c:pt>
                <c:pt idx="2309">
                  <c:v>44141</c:v>
                </c:pt>
                <c:pt idx="2310">
                  <c:v>44144</c:v>
                </c:pt>
                <c:pt idx="2311">
                  <c:v>44145</c:v>
                </c:pt>
                <c:pt idx="2312">
                  <c:v>44146</c:v>
                </c:pt>
                <c:pt idx="2313">
                  <c:v>44147</c:v>
                </c:pt>
                <c:pt idx="2314">
                  <c:v>44148</c:v>
                </c:pt>
                <c:pt idx="2315">
                  <c:v>44151</c:v>
                </c:pt>
                <c:pt idx="2316">
                  <c:v>44152</c:v>
                </c:pt>
                <c:pt idx="2317">
                  <c:v>44153</c:v>
                </c:pt>
                <c:pt idx="2318">
                  <c:v>44154</c:v>
                </c:pt>
                <c:pt idx="2319">
                  <c:v>44155</c:v>
                </c:pt>
                <c:pt idx="2320">
                  <c:v>44158</c:v>
                </c:pt>
                <c:pt idx="2321">
                  <c:v>44159</c:v>
                </c:pt>
                <c:pt idx="2322">
                  <c:v>44160</c:v>
                </c:pt>
                <c:pt idx="2323">
                  <c:v>44161</c:v>
                </c:pt>
                <c:pt idx="2324">
                  <c:v>44162</c:v>
                </c:pt>
                <c:pt idx="2325">
                  <c:v>44165</c:v>
                </c:pt>
                <c:pt idx="2326">
                  <c:v>44166</c:v>
                </c:pt>
                <c:pt idx="2327">
                  <c:v>44167</c:v>
                </c:pt>
                <c:pt idx="2328">
                  <c:v>44168</c:v>
                </c:pt>
                <c:pt idx="2329">
                  <c:v>44169</c:v>
                </c:pt>
                <c:pt idx="2330">
                  <c:v>44172</c:v>
                </c:pt>
                <c:pt idx="2331">
                  <c:v>44173</c:v>
                </c:pt>
                <c:pt idx="2332">
                  <c:v>44174</c:v>
                </c:pt>
                <c:pt idx="2333">
                  <c:v>44175</c:v>
                </c:pt>
                <c:pt idx="2334">
                  <c:v>44176</c:v>
                </c:pt>
                <c:pt idx="2335">
                  <c:v>44179</c:v>
                </c:pt>
                <c:pt idx="2336">
                  <c:v>44180</c:v>
                </c:pt>
                <c:pt idx="2337">
                  <c:v>44181</c:v>
                </c:pt>
                <c:pt idx="2338">
                  <c:v>44182</c:v>
                </c:pt>
                <c:pt idx="2339">
                  <c:v>44183</c:v>
                </c:pt>
                <c:pt idx="2340">
                  <c:v>44186</c:v>
                </c:pt>
                <c:pt idx="2341">
                  <c:v>44187</c:v>
                </c:pt>
                <c:pt idx="2342">
                  <c:v>44188</c:v>
                </c:pt>
                <c:pt idx="2343">
                  <c:v>44189</c:v>
                </c:pt>
                <c:pt idx="2344">
                  <c:v>44190</c:v>
                </c:pt>
                <c:pt idx="2345">
                  <c:v>44193</c:v>
                </c:pt>
                <c:pt idx="2346">
                  <c:v>44194</c:v>
                </c:pt>
                <c:pt idx="2347">
                  <c:v>44195</c:v>
                </c:pt>
                <c:pt idx="2348">
                  <c:v>44196</c:v>
                </c:pt>
                <c:pt idx="2349">
                  <c:v>44197</c:v>
                </c:pt>
                <c:pt idx="2350">
                  <c:v>44200</c:v>
                </c:pt>
                <c:pt idx="2351">
                  <c:v>44201</c:v>
                </c:pt>
                <c:pt idx="2352">
                  <c:v>44202</c:v>
                </c:pt>
                <c:pt idx="2353">
                  <c:v>44203</c:v>
                </c:pt>
                <c:pt idx="2354">
                  <c:v>44204</c:v>
                </c:pt>
                <c:pt idx="2355">
                  <c:v>44207</c:v>
                </c:pt>
                <c:pt idx="2356">
                  <c:v>44208</c:v>
                </c:pt>
                <c:pt idx="2357">
                  <c:v>44209</c:v>
                </c:pt>
                <c:pt idx="2358">
                  <c:v>44210</c:v>
                </c:pt>
                <c:pt idx="2359">
                  <c:v>44211</c:v>
                </c:pt>
                <c:pt idx="2360">
                  <c:v>44214</c:v>
                </c:pt>
                <c:pt idx="2361">
                  <c:v>44215</c:v>
                </c:pt>
                <c:pt idx="2362">
                  <c:v>44216</c:v>
                </c:pt>
                <c:pt idx="2363">
                  <c:v>44217</c:v>
                </c:pt>
                <c:pt idx="2364">
                  <c:v>44218</c:v>
                </c:pt>
                <c:pt idx="2365">
                  <c:v>44221</c:v>
                </c:pt>
                <c:pt idx="2366">
                  <c:v>44222</c:v>
                </c:pt>
                <c:pt idx="2367">
                  <c:v>44223</c:v>
                </c:pt>
                <c:pt idx="2368">
                  <c:v>44224</c:v>
                </c:pt>
                <c:pt idx="2369">
                  <c:v>44225</c:v>
                </c:pt>
                <c:pt idx="2370">
                  <c:v>44228</c:v>
                </c:pt>
                <c:pt idx="2371">
                  <c:v>44229</c:v>
                </c:pt>
                <c:pt idx="2372">
                  <c:v>44230</c:v>
                </c:pt>
                <c:pt idx="2373">
                  <c:v>44231</c:v>
                </c:pt>
                <c:pt idx="2374">
                  <c:v>44232</c:v>
                </c:pt>
                <c:pt idx="2375">
                  <c:v>44235</c:v>
                </c:pt>
                <c:pt idx="2376">
                  <c:v>44236</c:v>
                </c:pt>
                <c:pt idx="2377">
                  <c:v>44237</c:v>
                </c:pt>
                <c:pt idx="2378">
                  <c:v>44238</c:v>
                </c:pt>
                <c:pt idx="2379">
                  <c:v>44239</c:v>
                </c:pt>
                <c:pt idx="2380">
                  <c:v>44242</c:v>
                </c:pt>
                <c:pt idx="2381">
                  <c:v>44243</c:v>
                </c:pt>
                <c:pt idx="2382">
                  <c:v>44244</c:v>
                </c:pt>
                <c:pt idx="2383">
                  <c:v>44245</c:v>
                </c:pt>
                <c:pt idx="2384">
                  <c:v>44246</c:v>
                </c:pt>
                <c:pt idx="2385">
                  <c:v>44249</c:v>
                </c:pt>
                <c:pt idx="2386">
                  <c:v>44250</c:v>
                </c:pt>
                <c:pt idx="2387">
                  <c:v>44251</c:v>
                </c:pt>
                <c:pt idx="2388">
                  <c:v>44252</c:v>
                </c:pt>
                <c:pt idx="2389">
                  <c:v>44253</c:v>
                </c:pt>
                <c:pt idx="2390">
                  <c:v>44256</c:v>
                </c:pt>
                <c:pt idx="2391">
                  <c:v>44257</c:v>
                </c:pt>
                <c:pt idx="2392">
                  <c:v>44258</c:v>
                </c:pt>
                <c:pt idx="2393">
                  <c:v>44259</c:v>
                </c:pt>
                <c:pt idx="2394">
                  <c:v>44260</c:v>
                </c:pt>
                <c:pt idx="2395">
                  <c:v>44263</c:v>
                </c:pt>
                <c:pt idx="2396">
                  <c:v>44264</c:v>
                </c:pt>
                <c:pt idx="2397">
                  <c:v>44265</c:v>
                </c:pt>
                <c:pt idx="2398">
                  <c:v>44266</c:v>
                </c:pt>
                <c:pt idx="2399">
                  <c:v>44267</c:v>
                </c:pt>
                <c:pt idx="2400">
                  <c:v>44270</c:v>
                </c:pt>
                <c:pt idx="2401">
                  <c:v>44271</c:v>
                </c:pt>
                <c:pt idx="2402">
                  <c:v>44272</c:v>
                </c:pt>
                <c:pt idx="2403">
                  <c:v>44273</c:v>
                </c:pt>
                <c:pt idx="2404">
                  <c:v>44274</c:v>
                </c:pt>
                <c:pt idx="2405">
                  <c:v>44277</c:v>
                </c:pt>
                <c:pt idx="2406">
                  <c:v>44278</c:v>
                </c:pt>
                <c:pt idx="2407">
                  <c:v>44279</c:v>
                </c:pt>
                <c:pt idx="2408">
                  <c:v>44280</c:v>
                </c:pt>
                <c:pt idx="2409">
                  <c:v>44281</c:v>
                </c:pt>
                <c:pt idx="2410">
                  <c:v>44284</c:v>
                </c:pt>
                <c:pt idx="2411">
                  <c:v>44285</c:v>
                </c:pt>
                <c:pt idx="2412">
                  <c:v>44286</c:v>
                </c:pt>
                <c:pt idx="2413">
                  <c:v>44287</c:v>
                </c:pt>
                <c:pt idx="2414">
                  <c:v>44288</c:v>
                </c:pt>
                <c:pt idx="2415">
                  <c:v>44291</c:v>
                </c:pt>
                <c:pt idx="2416">
                  <c:v>44292</c:v>
                </c:pt>
                <c:pt idx="2417">
                  <c:v>44293</c:v>
                </c:pt>
                <c:pt idx="2418">
                  <c:v>44294</c:v>
                </c:pt>
                <c:pt idx="2419">
                  <c:v>44295</c:v>
                </c:pt>
                <c:pt idx="2420">
                  <c:v>44298</c:v>
                </c:pt>
                <c:pt idx="2421">
                  <c:v>44299</c:v>
                </c:pt>
                <c:pt idx="2422">
                  <c:v>44300</c:v>
                </c:pt>
                <c:pt idx="2423">
                  <c:v>44301</c:v>
                </c:pt>
                <c:pt idx="2424">
                  <c:v>44302</c:v>
                </c:pt>
                <c:pt idx="2425">
                  <c:v>44305</c:v>
                </c:pt>
                <c:pt idx="2426">
                  <c:v>44306</c:v>
                </c:pt>
                <c:pt idx="2427">
                  <c:v>44307</c:v>
                </c:pt>
                <c:pt idx="2428">
                  <c:v>44308</c:v>
                </c:pt>
                <c:pt idx="2429">
                  <c:v>44309</c:v>
                </c:pt>
                <c:pt idx="2430">
                  <c:v>44312</c:v>
                </c:pt>
                <c:pt idx="2431">
                  <c:v>44313</c:v>
                </c:pt>
                <c:pt idx="2432">
                  <c:v>44314</c:v>
                </c:pt>
                <c:pt idx="2433">
                  <c:v>44315</c:v>
                </c:pt>
                <c:pt idx="2434">
                  <c:v>44316</c:v>
                </c:pt>
                <c:pt idx="2435">
                  <c:v>44319</c:v>
                </c:pt>
                <c:pt idx="2436">
                  <c:v>44320</c:v>
                </c:pt>
                <c:pt idx="2437">
                  <c:v>44321</c:v>
                </c:pt>
                <c:pt idx="2438">
                  <c:v>44322</c:v>
                </c:pt>
                <c:pt idx="2439">
                  <c:v>44323</c:v>
                </c:pt>
                <c:pt idx="2440">
                  <c:v>44326</c:v>
                </c:pt>
                <c:pt idx="2441">
                  <c:v>44327</c:v>
                </c:pt>
                <c:pt idx="2442">
                  <c:v>44328</c:v>
                </c:pt>
                <c:pt idx="2443">
                  <c:v>44329</c:v>
                </c:pt>
                <c:pt idx="2444">
                  <c:v>44330</c:v>
                </c:pt>
                <c:pt idx="2445">
                  <c:v>44333</c:v>
                </c:pt>
                <c:pt idx="2446">
                  <c:v>44334</c:v>
                </c:pt>
                <c:pt idx="2447">
                  <c:v>44335</c:v>
                </c:pt>
                <c:pt idx="2448">
                  <c:v>44336</c:v>
                </c:pt>
                <c:pt idx="2449">
                  <c:v>44337</c:v>
                </c:pt>
                <c:pt idx="2450">
                  <c:v>44340</c:v>
                </c:pt>
                <c:pt idx="2451">
                  <c:v>44341</c:v>
                </c:pt>
                <c:pt idx="2452">
                  <c:v>44342</c:v>
                </c:pt>
                <c:pt idx="2453">
                  <c:v>44343</c:v>
                </c:pt>
                <c:pt idx="2454">
                  <c:v>44344</c:v>
                </c:pt>
                <c:pt idx="2455">
                  <c:v>44347</c:v>
                </c:pt>
                <c:pt idx="2456">
                  <c:v>44348</c:v>
                </c:pt>
                <c:pt idx="2457">
                  <c:v>44349</c:v>
                </c:pt>
                <c:pt idx="2458">
                  <c:v>44350</c:v>
                </c:pt>
                <c:pt idx="2459">
                  <c:v>44351</c:v>
                </c:pt>
                <c:pt idx="2460">
                  <c:v>44354</c:v>
                </c:pt>
                <c:pt idx="2461">
                  <c:v>44355</c:v>
                </c:pt>
                <c:pt idx="2462">
                  <c:v>44356</c:v>
                </c:pt>
                <c:pt idx="2463">
                  <c:v>44357</c:v>
                </c:pt>
                <c:pt idx="2464">
                  <c:v>44358</c:v>
                </c:pt>
                <c:pt idx="2465">
                  <c:v>44361</c:v>
                </c:pt>
                <c:pt idx="2466">
                  <c:v>44362</c:v>
                </c:pt>
                <c:pt idx="2467">
                  <c:v>44363</c:v>
                </c:pt>
                <c:pt idx="2468">
                  <c:v>44364</c:v>
                </c:pt>
                <c:pt idx="2469">
                  <c:v>44365</c:v>
                </c:pt>
                <c:pt idx="2470">
                  <c:v>44368</c:v>
                </c:pt>
                <c:pt idx="2471">
                  <c:v>44369</c:v>
                </c:pt>
                <c:pt idx="2472">
                  <c:v>44370</c:v>
                </c:pt>
                <c:pt idx="2473">
                  <c:v>44371</c:v>
                </c:pt>
                <c:pt idx="2474">
                  <c:v>44372</c:v>
                </c:pt>
                <c:pt idx="2475">
                  <c:v>44375</c:v>
                </c:pt>
                <c:pt idx="2476">
                  <c:v>44376</c:v>
                </c:pt>
                <c:pt idx="2477">
                  <c:v>44377</c:v>
                </c:pt>
                <c:pt idx="2478">
                  <c:v>44378</c:v>
                </c:pt>
                <c:pt idx="2479">
                  <c:v>44379</c:v>
                </c:pt>
                <c:pt idx="2480">
                  <c:v>44382</c:v>
                </c:pt>
                <c:pt idx="2481">
                  <c:v>44383</c:v>
                </c:pt>
                <c:pt idx="2482">
                  <c:v>44384</c:v>
                </c:pt>
                <c:pt idx="2483">
                  <c:v>44385</c:v>
                </c:pt>
                <c:pt idx="2484">
                  <c:v>44386</c:v>
                </c:pt>
                <c:pt idx="2485">
                  <c:v>44389</c:v>
                </c:pt>
                <c:pt idx="2486">
                  <c:v>44390</c:v>
                </c:pt>
                <c:pt idx="2487">
                  <c:v>44391</c:v>
                </c:pt>
                <c:pt idx="2488">
                  <c:v>44392</c:v>
                </c:pt>
                <c:pt idx="2489">
                  <c:v>44393</c:v>
                </c:pt>
                <c:pt idx="2490">
                  <c:v>44396</c:v>
                </c:pt>
                <c:pt idx="2491">
                  <c:v>44397</c:v>
                </c:pt>
                <c:pt idx="2492">
                  <c:v>44398</c:v>
                </c:pt>
                <c:pt idx="2493">
                  <c:v>44399</c:v>
                </c:pt>
                <c:pt idx="2494">
                  <c:v>44400</c:v>
                </c:pt>
                <c:pt idx="2495">
                  <c:v>44403</c:v>
                </c:pt>
                <c:pt idx="2496">
                  <c:v>44404</c:v>
                </c:pt>
                <c:pt idx="2497">
                  <c:v>44405</c:v>
                </c:pt>
                <c:pt idx="2498">
                  <c:v>44406</c:v>
                </c:pt>
                <c:pt idx="2499">
                  <c:v>44407</c:v>
                </c:pt>
                <c:pt idx="2500">
                  <c:v>44410</c:v>
                </c:pt>
                <c:pt idx="2501">
                  <c:v>44411</c:v>
                </c:pt>
                <c:pt idx="2502">
                  <c:v>44412</c:v>
                </c:pt>
                <c:pt idx="2503">
                  <c:v>44413</c:v>
                </c:pt>
                <c:pt idx="2504">
                  <c:v>44414</c:v>
                </c:pt>
                <c:pt idx="2505">
                  <c:v>44417</c:v>
                </c:pt>
                <c:pt idx="2506">
                  <c:v>44418</c:v>
                </c:pt>
                <c:pt idx="2507">
                  <c:v>44419</c:v>
                </c:pt>
                <c:pt idx="2508">
                  <c:v>44420</c:v>
                </c:pt>
                <c:pt idx="2509">
                  <c:v>44421</c:v>
                </c:pt>
                <c:pt idx="2510">
                  <c:v>44424</c:v>
                </c:pt>
                <c:pt idx="2511">
                  <c:v>44425</c:v>
                </c:pt>
                <c:pt idx="2512">
                  <c:v>44426</c:v>
                </c:pt>
                <c:pt idx="2513">
                  <c:v>44427</c:v>
                </c:pt>
                <c:pt idx="2514">
                  <c:v>44428</c:v>
                </c:pt>
                <c:pt idx="2515">
                  <c:v>44431</c:v>
                </c:pt>
                <c:pt idx="2516">
                  <c:v>44432</c:v>
                </c:pt>
                <c:pt idx="2517">
                  <c:v>44433</c:v>
                </c:pt>
                <c:pt idx="2518">
                  <c:v>44434</c:v>
                </c:pt>
                <c:pt idx="2519">
                  <c:v>44435</c:v>
                </c:pt>
                <c:pt idx="2520">
                  <c:v>44438</c:v>
                </c:pt>
                <c:pt idx="2521">
                  <c:v>44439</c:v>
                </c:pt>
                <c:pt idx="2522">
                  <c:v>44440</c:v>
                </c:pt>
                <c:pt idx="2523">
                  <c:v>44441</c:v>
                </c:pt>
                <c:pt idx="2524">
                  <c:v>44442</c:v>
                </c:pt>
                <c:pt idx="2525">
                  <c:v>44445</c:v>
                </c:pt>
                <c:pt idx="2526">
                  <c:v>44446</c:v>
                </c:pt>
                <c:pt idx="2527">
                  <c:v>44447</c:v>
                </c:pt>
                <c:pt idx="2528">
                  <c:v>44448</c:v>
                </c:pt>
                <c:pt idx="2529">
                  <c:v>44449</c:v>
                </c:pt>
                <c:pt idx="2530">
                  <c:v>44452</c:v>
                </c:pt>
                <c:pt idx="2531">
                  <c:v>44453</c:v>
                </c:pt>
                <c:pt idx="2532">
                  <c:v>44454</c:v>
                </c:pt>
                <c:pt idx="2533">
                  <c:v>44455</c:v>
                </c:pt>
                <c:pt idx="2534">
                  <c:v>44456</c:v>
                </c:pt>
                <c:pt idx="2535">
                  <c:v>44459</c:v>
                </c:pt>
                <c:pt idx="2536">
                  <c:v>44460</c:v>
                </c:pt>
                <c:pt idx="2537">
                  <c:v>44461</c:v>
                </c:pt>
                <c:pt idx="2538">
                  <c:v>44462</c:v>
                </c:pt>
                <c:pt idx="2539">
                  <c:v>44463</c:v>
                </c:pt>
                <c:pt idx="2540">
                  <c:v>44466</c:v>
                </c:pt>
                <c:pt idx="2541">
                  <c:v>44467</c:v>
                </c:pt>
                <c:pt idx="2542">
                  <c:v>44468</c:v>
                </c:pt>
                <c:pt idx="2543">
                  <c:v>44469</c:v>
                </c:pt>
                <c:pt idx="2544">
                  <c:v>44470</c:v>
                </c:pt>
                <c:pt idx="2545">
                  <c:v>44473</c:v>
                </c:pt>
                <c:pt idx="2546">
                  <c:v>44474</c:v>
                </c:pt>
                <c:pt idx="2547">
                  <c:v>44475</c:v>
                </c:pt>
                <c:pt idx="2548">
                  <c:v>44476</c:v>
                </c:pt>
                <c:pt idx="2549">
                  <c:v>44477</c:v>
                </c:pt>
                <c:pt idx="2550">
                  <c:v>44480</c:v>
                </c:pt>
                <c:pt idx="2551">
                  <c:v>44481</c:v>
                </c:pt>
                <c:pt idx="2552">
                  <c:v>44482</c:v>
                </c:pt>
                <c:pt idx="2553">
                  <c:v>44483</c:v>
                </c:pt>
                <c:pt idx="2554">
                  <c:v>44484</c:v>
                </c:pt>
                <c:pt idx="2555">
                  <c:v>44487</c:v>
                </c:pt>
                <c:pt idx="2556">
                  <c:v>44488</c:v>
                </c:pt>
                <c:pt idx="2557">
                  <c:v>44489</c:v>
                </c:pt>
                <c:pt idx="2558">
                  <c:v>44490</c:v>
                </c:pt>
                <c:pt idx="2559">
                  <c:v>44491</c:v>
                </c:pt>
                <c:pt idx="2560">
                  <c:v>44494</c:v>
                </c:pt>
                <c:pt idx="2561">
                  <c:v>44495</c:v>
                </c:pt>
                <c:pt idx="2562">
                  <c:v>44496</c:v>
                </c:pt>
                <c:pt idx="2563">
                  <c:v>44497</c:v>
                </c:pt>
                <c:pt idx="2564">
                  <c:v>44498</c:v>
                </c:pt>
                <c:pt idx="2565">
                  <c:v>44501</c:v>
                </c:pt>
                <c:pt idx="2566">
                  <c:v>44502</c:v>
                </c:pt>
                <c:pt idx="2567">
                  <c:v>44503</c:v>
                </c:pt>
                <c:pt idx="2568">
                  <c:v>44504</c:v>
                </c:pt>
                <c:pt idx="2569">
                  <c:v>44505</c:v>
                </c:pt>
                <c:pt idx="2570">
                  <c:v>44508</c:v>
                </c:pt>
                <c:pt idx="2571">
                  <c:v>44509</c:v>
                </c:pt>
                <c:pt idx="2572">
                  <c:v>44510</c:v>
                </c:pt>
                <c:pt idx="2573">
                  <c:v>44511</c:v>
                </c:pt>
                <c:pt idx="2574">
                  <c:v>44512</c:v>
                </c:pt>
                <c:pt idx="2575">
                  <c:v>44515</c:v>
                </c:pt>
                <c:pt idx="2576">
                  <c:v>44516</c:v>
                </c:pt>
                <c:pt idx="2577">
                  <c:v>44517</c:v>
                </c:pt>
                <c:pt idx="2578">
                  <c:v>44518</c:v>
                </c:pt>
                <c:pt idx="2579">
                  <c:v>44519</c:v>
                </c:pt>
                <c:pt idx="2580">
                  <c:v>44522</c:v>
                </c:pt>
                <c:pt idx="2581">
                  <c:v>44523</c:v>
                </c:pt>
                <c:pt idx="2582">
                  <c:v>44524</c:v>
                </c:pt>
                <c:pt idx="2583">
                  <c:v>44525</c:v>
                </c:pt>
                <c:pt idx="2584">
                  <c:v>44526</c:v>
                </c:pt>
                <c:pt idx="2585">
                  <c:v>44529</c:v>
                </c:pt>
                <c:pt idx="2586">
                  <c:v>44530</c:v>
                </c:pt>
                <c:pt idx="2587">
                  <c:v>44531</c:v>
                </c:pt>
                <c:pt idx="2588">
                  <c:v>44532</c:v>
                </c:pt>
                <c:pt idx="2589">
                  <c:v>44533</c:v>
                </c:pt>
                <c:pt idx="2590">
                  <c:v>44536</c:v>
                </c:pt>
                <c:pt idx="2591">
                  <c:v>44537</c:v>
                </c:pt>
                <c:pt idx="2592">
                  <c:v>44538</c:v>
                </c:pt>
                <c:pt idx="2593">
                  <c:v>44539</c:v>
                </c:pt>
                <c:pt idx="2594">
                  <c:v>44540</c:v>
                </c:pt>
                <c:pt idx="2595">
                  <c:v>44543</c:v>
                </c:pt>
                <c:pt idx="2596">
                  <c:v>44544</c:v>
                </c:pt>
                <c:pt idx="2597">
                  <c:v>44545</c:v>
                </c:pt>
                <c:pt idx="2598">
                  <c:v>44546</c:v>
                </c:pt>
                <c:pt idx="2599">
                  <c:v>44547</c:v>
                </c:pt>
                <c:pt idx="2600">
                  <c:v>44550</c:v>
                </c:pt>
                <c:pt idx="2601">
                  <c:v>44551</c:v>
                </c:pt>
                <c:pt idx="2602">
                  <c:v>44552</c:v>
                </c:pt>
                <c:pt idx="2603">
                  <c:v>44553</c:v>
                </c:pt>
                <c:pt idx="2604">
                  <c:v>44554</c:v>
                </c:pt>
                <c:pt idx="2605">
                  <c:v>44557</c:v>
                </c:pt>
                <c:pt idx="2606">
                  <c:v>44558</c:v>
                </c:pt>
                <c:pt idx="2607">
                  <c:v>44559</c:v>
                </c:pt>
                <c:pt idx="2608">
                  <c:v>44560</c:v>
                </c:pt>
                <c:pt idx="2609">
                  <c:v>44561</c:v>
                </c:pt>
                <c:pt idx="2610">
                  <c:v>44564</c:v>
                </c:pt>
                <c:pt idx="2611">
                  <c:v>44565</c:v>
                </c:pt>
                <c:pt idx="2612">
                  <c:v>44566</c:v>
                </c:pt>
                <c:pt idx="2613">
                  <c:v>44567</c:v>
                </c:pt>
                <c:pt idx="2614">
                  <c:v>44568</c:v>
                </c:pt>
                <c:pt idx="2615">
                  <c:v>44571</c:v>
                </c:pt>
                <c:pt idx="2616">
                  <c:v>44572</c:v>
                </c:pt>
                <c:pt idx="2617">
                  <c:v>44573</c:v>
                </c:pt>
                <c:pt idx="2618">
                  <c:v>44574</c:v>
                </c:pt>
                <c:pt idx="2619">
                  <c:v>44575</c:v>
                </c:pt>
                <c:pt idx="2620">
                  <c:v>44578</c:v>
                </c:pt>
                <c:pt idx="2621">
                  <c:v>44579</c:v>
                </c:pt>
                <c:pt idx="2622">
                  <c:v>44580</c:v>
                </c:pt>
                <c:pt idx="2623">
                  <c:v>44581</c:v>
                </c:pt>
                <c:pt idx="2624">
                  <c:v>44582</c:v>
                </c:pt>
                <c:pt idx="2625">
                  <c:v>44585</c:v>
                </c:pt>
                <c:pt idx="2626">
                  <c:v>44586</c:v>
                </c:pt>
                <c:pt idx="2627">
                  <c:v>44587</c:v>
                </c:pt>
                <c:pt idx="2628">
                  <c:v>44588</c:v>
                </c:pt>
                <c:pt idx="2629">
                  <c:v>44589</c:v>
                </c:pt>
                <c:pt idx="2630">
                  <c:v>44592</c:v>
                </c:pt>
                <c:pt idx="2631">
                  <c:v>44593</c:v>
                </c:pt>
                <c:pt idx="2632">
                  <c:v>44594</c:v>
                </c:pt>
                <c:pt idx="2633">
                  <c:v>44595</c:v>
                </c:pt>
                <c:pt idx="2634">
                  <c:v>44596</c:v>
                </c:pt>
                <c:pt idx="2635">
                  <c:v>44599</c:v>
                </c:pt>
                <c:pt idx="2636">
                  <c:v>44600</c:v>
                </c:pt>
                <c:pt idx="2637">
                  <c:v>44601</c:v>
                </c:pt>
                <c:pt idx="2638">
                  <c:v>44602</c:v>
                </c:pt>
                <c:pt idx="2639">
                  <c:v>44603</c:v>
                </c:pt>
                <c:pt idx="2640">
                  <c:v>44606</c:v>
                </c:pt>
                <c:pt idx="2641">
                  <c:v>44607</c:v>
                </c:pt>
                <c:pt idx="2642">
                  <c:v>44608</c:v>
                </c:pt>
                <c:pt idx="2643">
                  <c:v>44609</c:v>
                </c:pt>
                <c:pt idx="2644">
                  <c:v>44610</c:v>
                </c:pt>
                <c:pt idx="2645">
                  <c:v>44613</c:v>
                </c:pt>
                <c:pt idx="2646">
                  <c:v>44614</c:v>
                </c:pt>
                <c:pt idx="2647">
                  <c:v>44615</c:v>
                </c:pt>
                <c:pt idx="2648">
                  <c:v>44616</c:v>
                </c:pt>
                <c:pt idx="2649">
                  <c:v>44617</c:v>
                </c:pt>
                <c:pt idx="2650">
                  <c:v>44620</c:v>
                </c:pt>
                <c:pt idx="2651">
                  <c:v>44621</c:v>
                </c:pt>
                <c:pt idx="2652">
                  <c:v>44622</c:v>
                </c:pt>
                <c:pt idx="2653">
                  <c:v>44623</c:v>
                </c:pt>
                <c:pt idx="2654">
                  <c:v>44624</c:v>
                </c:pt>
                <c:pt idx="2655">
                  <c:v>44627</c:v>
                </c:pt>
                <c:pt idx="2656">
                  <c:v>44628</c:v>
                </c:pt>
                <c:pt idx="2657">
                  <c:v>44629</c:v>
                </c:pt>
                <c:pt idx="2658">
                  <c:v>44630</c:v>
                </c:pt>
                <c:pt idx="2659">
                  <c:v>44631</c:v>
                </c:pt>
                <c:pt idx="2660">
                  <c:v>44634</c:v>
                </c:pt>
                <c:pt idx="2661">
                  <c:v>44635</c:v>
                </c:pt>
                <c:pt idx="2662">
                  <c:v>44636</c:v>
                </c:pt>
                <c:pt idx="2663">
                  <c:v>44637</c:v>
                </c:pt>
                <c:pt idx="2664">
                  <c:v>44638</c:v>
                </c:pt>
                <c:pt idx="2665">
                  <c:v>44641</c:v>
                </c:pt>
                <c:pt idx="2666">
                  <c:v>44642</c:v>
                </c:pt>
                <c:pt idx="2667">
                  <c:v>44643</c:v>
                </c:pt>
                <c:pt idx="2668">
                  <c:v>44644</c:v>
                </c:pt>
                <c:pt idx="2669">
                  <c:v>44645</c:v>
                </c:pt>
                <c:pt idx="2670">
                  <c:v>44648</c:v>
                </c:pt>
                <c:pt idx="2671">
                  <c:v>44649</c:v>
                </c:pt>
                <c:pt idx="2672">
                  <c:v>44650</c:v>
                </c:pt>
                <c:pt idx="2673">
                  <c:v>44651</c:v>
                </c:pt>
                <c:pt idx="2674">
                  <c:v>44652</c:v>
                </c:pt>
                <c:pt idx="2675">
                  <c:v>44655</c:v>
                </c:pt>
                <c:pt idx="2676">
                  <c:v>44656</c:v>
                </c:pt>
                <c:pt idx="2677">
                  <c:v>44657</c:v>
                </c:pt>
                <c:pt idx="2678">
                  <c:v>44658</c:v>
                </c:pt>
                <c:pt idx="2679">
                  <c:v>44659</c:v>
                </c:pt>
                <c:pt idx="2680">
                  <c:v>44662</c:v>
                </c:pt>
                <c:pt idx="2681">
                  <c:v>44663</c:v>
                </c:pt>
                <c:pt idx="2682">
                  <c:v>44664</c:v>
                </c:pt>
                <c:pt idx="2683">
                  <c:v>44665</c:v>
                </c:pt>
                <c:pt idx="2684">
                  <c:v>44666</c:v>
                </c:pt>
                <c:pt idx="2685">
                  <c:v>44669</c:v>
                </c:pt>
                <c:pt idx="2686">
                  <c:v>44670</c:v>
                </c:pt>
                <c:pt idx="2687">
                  <c:v>44671</c:v>
                </c:pt>
                <c:pt idx="2688">
                  <c:v>44672</c:v>
                </c:pt>
                <c:pt idx="2689">
                  <c:v>44673</c:v>
                </c:pt>
                <c:pt idx="2690">
                  <c:v>44676</c:v>
                </c:pt>
                <c:pt idx="2691">
                  <c:v>44677</c:v>
                </c:pt>
                <c:pt idx="2692">
                  <c:v>44678</c:v>
                </c:pt>
                <c:pt idx="2693">
                  <c:v>44679</c:v>
                </c:pt>
                <c:pt idx="2694">
                  <c:v>44680</c:v>
                </c:pt>
                <c:pt idx="2695">
                  <c:v>44683</c:v>
                </c:pt>
                <c:pt idx="2696">
                  <c:v>44684</c:v>
                </c:pt>
                <c:pt idx="2697">
                  <c:v>44685</c:v>
                </c:pt>
                <c:pt idx="2698">
                  <c:v>44686</c:v>
                </c:pt>
                <c:pt idx="2699">
                  <c:v>44687</c:v>
                </c:pt>
                <c:pt idx="2700">
                  <c:v>44690</c:v>
                </c:pt>
                <c:pt idx="2701">
                  <c:v>44691</c:v>
                </c:pt>
                <c:pt idx="2702">
                  <c:v>44692</c:v>
                </c:pt>
                <c:pt idx="2703">
                  <c:v>44693</c:v>
                </c:pt>
                <c:pt idx="2704">
                  <c:v>44694</c:v>
                </c:pt>
                <c:pt idx="2705">
                  <c:v>44697</c:v>
                </c:pt>
                <c:pt idx="2706">
                  <c:v>44698</c:v>
                </c:pt>
                <c:pt idx="2707">
                  <c:v>44699</c:v>
                </c:pt>
                <c:pt idx="2708">
                  <c:v>44700</c:v>
                </c:pt>
                <c:pt idx="2709">
                  <c:v>44701</c:v>
                </c:pt>
                <c:pt idx="2710">
                  <c:v>44704</c:v>
                </c:pt>
                <c:pt idx="2711">
                  <c:v>44705</c:v>
                </c:pt>
                <c:pt idx="2712">
                  <c:v>44706</c:v>
                </c:pt>
                <c:pt idx="2713">
                  <c:v>44707</c:v>
                </c:pt>
                <c:pt idx="2714">
                  <c:v>44708</c:v>
                </c:pt>
                <c:pt idx="2715">
                  <c:v>44711</c:v>
                </c:pt>
                <c:pt idx="2716">
                  <c:v>44712</c:v>
                </c:pt>
                <c:pt idx="2717">
                  <c:v>44713</c:v>
                </c:pt>
                <c:pt idx="2718">
                  <c:v>44714</c:v>
                </c:pt>
                <c:pt idx="2719">
                  <c:v>44715</c:v>
                </c:pt>
                <c:pt idx="2720">
                  <c:v>44718</c:v>
                </c:pt>
                <c:pt idx="2721">
                  <c:v>44719</c:v>
                </c:pt>
                <c:pt idx="2722">
                  <c:v>44720</c:v>
                </c:pt>
                <c:pt idx="2723">
                  <c:v>44721</c:v>
                </c:pt>
                <c:pt idx="2724">
                  <c:v>44722</c:v>
                </c:pt>
                <c:pt idx="2725">
                  <c:v>44725</c:v>
                </c:pt>
                <c:pt idx="2726">
                  <c:v>44726</c:v>
                </c:pt>
                <c:pt idx="2727">
                  <c:v>44727</c:v>
                </c:pt>
                <c:pt idx="2728">
                  <c:v>44728</c:v>
                </c:pt>
                <c:pt idx="2729">
                  <c:v>44729</c:v>
                </c:pt>
                <c:pt idx="2730">
                  <c:v>44732</c:v>
                </c:pt>
                <c:pt idx="2731">
                  <c:v>44733</c:v>
                </c:pt>
                <c:pt idx="2732">
                  <c:v>44734</c:v>
                </c:pt>
                <c:pt idx="2733">
                  <c:v>44735</c:v>
                </c:pt>
                <c:pt idx="2734">
                  <c:v>44736</c:v>
                </c:pt>
                <c:pt idx="2735">
                  <c:v>44739</c:v>
                </c:pt>
                <c:pt idx="2736">
                  <c:v>44740</c:v>
                </c:pt>
                <c:pt idx="2737">
                  <c:v>44741</c:v>
                </c:pt>
                <c:pt idx="2738">
                  <c:v>44742</c:v>
                </c:pt>
                <c:pt idx="2739">
                  <c:v>44743</c:v>
                </c:pt>
                <c:pt idx="2740">
                  <c:v>44746</c:v>
                </c:pt>
                <c:pt idx="2741">
                  <c:v>44747</c:v>
                </c:pt>
                <c:pt idx="2742">
                  <c:v>44748</c:v>
                </c:pt>
                <c:pt idx="2743">
                  <c:v>44749</c:v>
                </c:pt>
                <c:pt idx="2744">
                  <c:v>44750</c:v>
                </c:pt>
                <c:pt idx="2745">
                  <c:v>44753</c:v>
                </c:pt>
                <c:pt idx="2746">
                  <c:v>44754</c:v>
                </c:pt>
                <c:pt idx="2747">
                  <c:v>44755</c:v>
                </c:pt>
                <c:pt idx="2748">
                  <c:v>44756</c:v>
                </c:pt>
                <c:pt idx="2749">
                  <c:v>44757</c:v>
                </c:pt>
                <c:pt idx="2750">
                  <c:v>44760</c:v>
                </c:pt>
                <c:pt idx="2751">
                  <c:v>44761</c:v>
                </c:pt>
                <c:pt idx="2752">
                  <c:v>44762</c:v>
                </c:pt>
                <c:pt idx="2753">
                  <c:v>44763</c:v>
                </c:pt>
                <c:pt idx="2754">
                  <c:v>44764</c:v>
                </c:pt>
                <c:pt idx="2755">
                  <c:v>44767</c:v>
                </c:pt>
                <c:pt idx="2756">
                  <c:v>44768</c:v>
                </c:pt>
                <c:pt idx="2757">
                  <c:v>44769</c:v>
                </c:pt>
                <c:pt idx="2758">
                  <c:v>44770</c:v>
                </c:pt>
                <c:pt idx="2759">
                  <c:v>44771</c:v>
                </c:pt>
                <c:pt idx="2760">
                  <c:v>44774</c:v>
                </c:pt>
                <c:pt idx="2761">
                  <c:v>44775</c:v>
                </c:pt>
                <c:pt idx="2762">
                  <c:v>44776</c:v>
                </c:pt>
                <c:pt idx="2763">
                  <c:v>44777</c:v>
                </c:pt>
                <c:pt idx="2764">
                  <c:v>44778</c:v>
                </c:pt>
                <c:pt idx="2765">
                  <c:v>44781</c:v>
                </c:pt>
                <c:pt idx="2766">
                  <c:v>44782</c:v>
                </c:pt>
                <c:pt idx="2767">
                  <c:v>44783</c:v>
                </c:pt>
                <c:pt idx="2768">
                  <c:v>44784</c:v>
                </c:pt>
                <c:pt idx="2769">
                  <c:v>44785</c:v>
                </c:pt>
                <c:pt idx="2770">
                  <c:v>44788</c:v>
                </c:pt>
                <c:pt idx="2771">
                  <c:v>44789</c:v>
                </c:pt>
                <c:pt idx="2772">
                  <c:v>44790</c:v>
                </c:pt>
                <c:pt idx="2773">
                  <c:v>44791</c:v>
                </c:pt>
                <c:pt idx="2774">
                  <c:v>44792</c:v>
                </c:pt>
                <c:pt idx="2775">
                  <c:v>44795</c:v>
                </c:pt>
                <c:pt idx="2776">
                  <c:v>44796</c:v>
                </c:pt>
                <c:pt idx="2777">
                  <c:v>44797</c:v>
                </c:pt>
                <c:pt idx="2778">
                  <c:v>44798</c:v>
                </c:pt>
                <c:pt idx="2779">
                  <c:v>44799</c:v>
                </c:pt>
                <c:pt idx="2780">
                  <c:v>44802</c:v>
                </c:pt>
                <c:pt idx="2781">
                  <c:v>44803</c:v>
                </c:pt>
                <c:pt idx="2782">
                  <c:v>44804</c:v>
                </c:pt>
                <c:pt idx="2783">
                  <c:v>44805</c:v>
                </c:pt>
                <c:pt idx="2784">
                  <c:v>44806</c:v>
                </c:pt>
                <c:pt idx="2785">
                  <c:v>44809</c:v>
                </c:pt>
                <c:pt idx="2786">
                  <c:v>44810</c:v>
                </c:pt>
                <c:pt idx="2787">
                  <c:v>44811</c:v>
                </c:pt>
                <c:pt idx="2788">
                  <c:v>44812</c:v>
                </c:pt>
                <c:pt idx="2789">
                  <c:v>44813</c:v>
                </c:pt>
                <c:pt idx="2790">
                  <c:v>44816</c:v>
                </c:pt>
                <c:pt idx="2791">
                  <c:v>44817</c:v>
                </c:pt>
                <c:pt idx="2792">
                  <c:v>44818</c:v>
                </c:pt>
                <c:pt idx="2793">
                  <c:v>44819</c:v>
                </c:pt>
                <c:pt idx="2794">
                  <c:v>44820</c:v>
                </c:pt>
                <c:pt idx="2795">
                  <c:v>44823</c:v>
                </c:pt>
                <c:pt idx="2796">
                  <c:v>44824</c:v>
                </c:pt>
                <c:pt idx="2797">
                  <c:v>44825</c:v>
                </c:pt>
                <c:pt idx="2798">
                  <c:v>44826</c:v>
                </c:pt>
                <c:pt idx="2799">
                  <c:v>44827</c:v>
                </c:pt>
                <c:pt idx="2800">
                  <c:v>44830</c:v>
                </c:pt>
                <c:pt idx="2801">
                  <c:v>44831</c:v>
                </c:pt>
                <c:pt idx="2802">
                  <c:v>44832</c:v>
                </c:pt>
                <c:pt idx="2803">
                  <c:v>44833</c:v>
                </c:pt>
                <c:pt idx="2804">
                  <c:v>44834</c:v>
                </c:pt>
                <c:pt idx="2805">
                  <c:v>44837</c:v>
                </c:pt>
                <c:pt idx="2806">
                  <c:v>44838</c:v>
                </c:pt>
                <c:pt idx="2807">
                  <c:v>44839</c:v>
                </c:pt>
                <c:pt idx="2808">
                  <c:v>44840</c:v>
                </c:pt>
                <c:pt idx="2809">
                  <c:v>44841</c:v>
                </c:pt>
                <c:pt idx="2810">
                  <c:v>44844</c:v>
                </c:pt>
                <c:pt idx="2811">
                  <c:v>44845</c:v>
                </c:pt>
                <c:pt idx="2812">
                  <c:v>44846</c:v>
                </c:pt>
                <c:pt idx="2813">
                  <c:v>44847</c:v>
                </c:pt>
                <c:pt idx="2814">
                  <c:v>44848</c:v>
                </c:pt>
                <c:pt idx="2815">
                  <c:v>44851</c:v>
                </c:pt>
                <c:pt idx="2816">
                  <c:v>44852</c:v>
                </c:pt>
                <c:pt idx="2817">
                  <c:v>44853</c:v>
                </c:pt>
                <c:pt idx="2818">
                  <c:v>44854</c:v>
                </c:pt>
                <c:pt idx="2819">
                  <c:v>44855</c:v>
                </c:pt>
                <c:pt idx="2820">
                  <c:v>44858</c:v>
                </c:pt>
                <c:pt idx="2821">
                  <c:v>44859</c:v>
                </c:pt>
                <c:pt idx="2822">
                  <c:v>44860</c:v>
                </c:pt>
                <c:pt idx="2823">
                  <c:v>44861</c:v>
                </c:pt>
                <c:pt idx="2824">
                  <c:v>44862</c:v>
                </c:pt>
                <c:pt idx="2825">
                  <c:v>44865</c:v>
                </c:pt>
                <c:pt idx="2826">
                  <c:v>44866</c:v>
                </c:pt>
                <c:pt idx="2827">
                  <c:v>44867</c:v>
                </c:pt>
                <c:pt idx="2828">
                  <c:v>44868</c:v>
                </c:pt>
                <c:pt idx="2829">
                  <c:v>44869</c:v>
                </c:pt>
                <c:pt idx="2830">
                  <c:v>44872</c:v>
                </c:pt>
                <c:pt idx="2831">
                  <c:v>44873</c:v>
                </c:pt>
                <c:pt idx="2832">
                  <c:v>44874</c:v>
                </c:pt>
                <c:pt idx="2833">
                  <c:v>44875</c:v>
                </c:pt>
                <c:pt idx="2834">
                  <c:v>44876</c:v>
                </c:pt>
                <c:pt idx="2835">
                  <c:v>44879</c:v>
                </c:pt>
                <c:pt idx="2836">
                  <c:v>44880</c:v>
                </c:pt>
                <c:pt idx="2837">
                  <c:v>44881</c:v>
                </c:pt>
                <c:pt idx="2838">
                  <c:v>44882</c:v>
                </c:pt>
                <c:pt idx="2839">
                  <c:v>44883</c:v>
                </c:pt>
                <c:pt idx="2840">
                  <c:v>44886</c:v>
                </c:pt>
                <c:pt idx="2841">
                  <c:v>44887</c:v>
                </c:pt>
                <c:pt idx="2842">
                  <c:v>44888</c:v>
                </c:pt>
                <c:pt idx="2843">
                  <c:v>44889</c:v>
                </c:pt>
                <c:pt idx="2844">
                  <c:v>44890</c:v>
                </c:pt>
                <c:pt idx="2845">
                  <c:v>44893</c:v>
                </c:pt>
                <c:pt idx="2846">
                  <c:v>44894</c:v>
                </c:pt>
                <c:pt idx="2847">
                  <c:v>44895</c:v>
                </c:pt>
                <c:pt idx="2848">
                  <c:v>44896</c:v>
                </c:pt>
                <c:pt idx="2849">
                  <c:v>44897</c:v>
                </c:pt>
                <c:pt idx="2850">
                  <c:v>44900</c:v>
                </c:pt>
                <c:pt idx="2851">
                  <c:v>44901</c:v>
                </c:pt>
                <c:pt idx="2852">
                  <c:v>44902</c:v>
                </c:pt>
                <c:pt idx="2853">
                  <c:v>44903</c:v>
                </c:pt>
                <c:pt idx="2854">
                  <c:v>44904</c:v>
                </c:pt>
                <c:pt idx="2855">
                  <c:v>44907</c:v>
                </c:pt>
                <c:pt idx="2856">
                  <c:v>44908</c:v>
                </c:pt>
                <c:pt idx="2857">
                  <c:v>44909</c:v>
                </c:pt>
                <c:pt idx="2858">
                  <c:v>44910</c:v>
                </c:pt>
                <c:pt idx="2859">
                  <c:v>44911</c:v>
                </c:pt>
                <c:pt idx="2860">
                  <c:v>44914</c:v>
                </c:pt>
                <c:pt idx="2861">
                  <c:v>44915</c:v>
                </c:pt>
                <c:pt idx="2862">
                  <c:v>44916</c:v>
                </c:pt>
                <c:pt idx="2863">
                  <c:v>44917</c:v>
                </c:pt>
                <c:pt idx="2864">
                  <c:v>44918</c:v>
                </c:pt>
                <c:pt idx="2865">
                  <c:v>44921</c:v>
                </c:pt>
                <c:pt idx="2866">
                  <c:v>44922</c:v>
                </c:pt>
                <c:pt idx="2867">
                  <c:v>44923</c:v>
                </c:pt>
                <c:pt idx="2868">
                  <c:v>44924</c:v>
                </c:pt>
                <c:pt idx="2869">
                  <c:v>44925</c:v>
                </c:pt>
                <c:pt idx="2870">
                  <c:v>44928</c:v>
                </c:pt>
                <c:pt idx="2871">
                  <c:v>44929</c:v>
                </c:pt>
                <c:pt idx="2872">
                  <c:v>44930</c:v>
                </c:pt>
                <c:pt idx="2873">
                  <c:v>44931</c:v>
                </c:pt>
                <c:pt idx="2874">
                  <c:v>44932</c:v>
                </c:pt>
                <c:pt idx="2875">
                  <c:v>44935</c:v>
                </c:pt>
                <c:pt idx="2876">
                  <c:v>44936</c:v>
                </c:pt>
                <c:pt idx="2877">
                  <c:v>44937</c:v>
                </c:pt>
                <c:pt idx="2878">
                  <c:v>44938</c:v>
                </c:pt>
                <c:pt idx="2879">
                  <c:v>44939</c:v>
                </c:pt>
                <c:pt idx="2880">
                  <c:v>44942</c:v>
                </c:pt>
                <c:pt idx="2881">
                  <c:v>44943</c:v>
                </c:pt>
                <c:pt idx="2882">
                  <c:v>44944</c:v>
                </c:pt>
                <c:pt idx="2883">
                  <c:v>44945</c:v>
                </c:pt>
                <c:pt idx="2884">
                  <c:v>44946</c:v>
                </c:pt>
                <c:pt idx="2885">
                  <c:v>44949</c:v>
                </c:pt>
                <c:pt idx="2886">
                  <c:v>44950</c:v>
                </c:pt>
                <c:pt idx="2887">
                  <c:v>44951</c:v>
                </c:pt>
                <c:pt idx="2888">
                  <c:v>44952</c:v>
                </c:pt>
                <c:pt idx="2889">
                  <c:v>44953</c:v>
                </c:pt>
                <c:pt idx="2890">
                  <c:v>44956</c:v>
                </c:pt>
                <c:pt idx="2891">
                  <c:v>44957</c:v>
                </c:pt>
                <c:pt idx="2892">
                  <c:v>44958</c:v>
                </c:pt>
                <c:pt idx="2893">
                  <c:v>44959</c:v>
                </c:pt>
                <c:pt idx="2894">
                  <c:v>44960</c:v>
                </c:pt>
                <c:pt idx="2895">
                  <c:v>44963</c:v>
                </c:pt>
                <c:pt idx="2896">
                  <c:v>44964</c:v>
                </c:pt>
                <c:pt idx="2897">
                  <c:v>44965</c:v>
                </c:pt>
                <c:pt idx="2898">
                  <c:v>44966</c:v>
                </c:pt>
                <c:pt idx="2899">
                  <c:v>44967</c:v>
                </c:pt>
                <c:pt idx="2900">
                  <c:v>44970</c:v>
                </c:pt>
                <c:pt idx="2901">
                  <c:v>44971</c:v>
                </c:pt>
                <c:pt idx="2902">
                  <c:v>44972</c:v>
                </c:pt>
                <c:pt idx="2903">
                  <c:v>44973</c:v>
                </c:pt>
                <c:pt idx="2904">
                  <c:v>44974</c:v>
                </c:pt>
                <c:pt idx="2905">
                  <c:v>44977</c:v>
                </c:pt>
                <c:pt idx="2906">
                  <c:v>44978</c:v>
                </c:pt>
                <c:pt idx="2907">
                  <c:v>44979</c:v>
                </c:pt>
                <c:pt idx="2908">
                  <c:v>44980</c:v>
                </c:pt>
                <c:pt idx="2909">
                  <c:v>44981</c:v>
                </c:pt>
                <c:pt idx="2910">
                  <c:v>44984</c:v>
                </c:pt>
                <c:pt idx="2911">
                  <c:v>44985</c:v>
                </c:pt>
                <c:pt idx="2912">
                  <c:v>44986</c:v>
                </c:pt>
                <c:pt idx="2913">
                  <c:v>44987</c:v>
                </c:pt>
                <c:pt idx="2914">
                  <c:v>44988</c:v>
                </c:pt>
                <c:pt idx="2915">
                  <c:v>44991</c:v>
                </c:pt>
                <c:pt idx="2916">
                  <c:v>44992</c:v>
                </c:pt>
                <c:pt idx="2917">
                  <c:v>44993</c:v>
                </c:pt>
                <c:pt idx="2918">
                  <c:v>44994</c:v>
                </c:pt>
                <c:pt idx="2919">
                  <c:v>44995</c:v>
                </c:pt>
                <c:pt idx="2920">
                  <c:v>44998</c:v>
                </c:pt>
                <c:pt idx="2921">
                  <c:v>44999</c:v>
                </c:pt>
                <c:pt idx="2922">
                  <c:v>45000</c:v>
                </c:pt>
                <c:pt idx="2923">
                  <c:v>45001</c:v>
                </c:pt>
                <c:pt idx="2924">
                  <c:v>45002</c:v>
                </c:pt>
                <c:pt idx="2925">
                  <c:v>45005</c:v>
                </c:pt>
                <c:pt idx="2926">
                  <c:v>45006</c:v>
                </c:pt>
                <c:pt idx="2927">
                  <c:v>45007</c:v>
                </c:pt>
                <c:pt idx="2928">
                  <c:v>45008</c:v>
                </c:pt>
                <c:pt idx="2929">
                  <c:v>45009</c:v>
                </c:pt>
                <c:pt idx="2930">
                  <c:v>45012</c:v>
                </c:pt>
                <c:pt idx="2931">
                  <c:v>45013</c:v>
                </c:pt>
                <c:pt idx="2932">
                  <c:v>45014</c:v>
                </c:pt>
                <c:pt idx="2933">
                  <c:v>45015</c:v>
                </c:pt>
                <c:pt idx="2934">
                  <c:v>45016</c:v>
                </c:pt>
                <c:pt idx="2935">
                  <c:v>45019</c:v>
                </c:pt>
                <c:pt idx="2936">
                  <c:v>45020</c:v>
                </c:pt>
                <c:pt idx="2937">
                  <c:v>45021</c:v>
                </c:pt>
                <c:pt idx="2938">
                  <c:v>45022</c:v>
                </c:pt>
                <c:pt idx="2939">
                  <c:v>45023</c:v>
                </c:pt>
                <c:pt idx="2940">
                  <c:v>45026</c:v>
                </c:pt>
                <c:pt idx="2941">
                  <c:v>45027</c:v>
                </c:pt>
                <c:pt idx="2942">
                  <c:v>45028</c:v>
                </c:pt>
                <c:pt idx="2943">
                  <c:v>45029</c:v>
                </c:pt>
                <c:pt idx="2944">
                  <c:v>45030</c:v>
                </c:pt>
                <c:pt idx="2945">
                  <c:v>45033</c:v>
                </c:pt>
                <c:pt idx="2946">
                  <c:v>45034</c:v>
                </c:pt>
                <c:pt idx="2947">
                  <c:v>45035</c:v>
                </c:pt>
                <c:pt idx="2948">
                  <c:v>45036</c:v>
                </c:pt>
                <c:pt idx="2949">
                  <c:v>45037</c:v>
                </c:pt>
                <c:pt idx="2950">
                  <c:v>45040</c:v>
                </c:pt>
                <c:pt idx="2951">
                  <c:v>45041</c:v>
                </c:pt>
                <c:pt idx="2952">
                  <c:v>45042</c:v>
                </c:pt>
                <c:pt idx="2953">
                  <c:v>45043</c:v>
                </c:pt>
                <c:pt idx="2954">
                  <c:v>45044</c:v>
                </c:pt>
                <c:pt idx="2955">
                  <c:v>45047</c:v>
                </c:pt>
                <c:pt idx="2956">
                  <c:v>45048</c:v>
                </c:pt>
                <c:pt idx="2957">
                  <c:v>45049</c:v>
                </c:pt>
                <c:pt idx="2958">
                  <c:v>45050</c:v>
                </c:pt>
                <c:pt idx="2959">
                  <c:v>45051</c:v>
                </c:pt>
                <c:pt idx="2960">
                  <c:v>45054</c:v>
                </c:pt>
                <c:pt idx="2961">
                  <c:v>45055</c:v>
                </c:pt>
                <c:pt idx="2962">
                  <c:v>45056</c:v>
                </c:pt>
                <c:pt idx="2963">
                  <c:v>45057</c:v>
                </c:pt>
                <c:pt idx="2964">
                  <c:v>45058</c:v>
                </c:pt>
                <c:pt idx="2965">
                  <c:v>45061</c:v>
                </c:pt>
                <c:pt idx="2966">
                  <c:v>45062</c:v>
                </c:pt>
                <c:pt idx="2967">
                  <c:v>45063</c:v>
                </c:pt>
                <c:pt idx="2968">
                  <c:v>45064</c:v>
                </c:pt>
                <c:pt idx="2969">
                  <c:v>45065</c:v>
                </c:pt>
                <c:pt idx="2970">
                  <c:v>45068</c:v>
                </c:pt>
                <c:pt idx="2971">
                  <c:v>45069</c:v>
                </c:pt>
                <c:pt idx="2972">
                  <c:v>45070</c:v>
                </c:pt>
                <c:pt idx="2973">
                  <c:v>45071</c:v>
                </c:pt>
                <c:pt idx="2974">
                  <c:v>45072</c:v>
                </c:pt>
                <c:pt idx="2975">
                  <c:v>45075</c:v>
                </c:pt>
                <c:pt idx="2976">
                  <c:v>45076</c:v>
                </c:pt>
                <c:pt idx="2977">
                  <c:v>45077</c:v>
                </c:pt>
                <c:pt idx="2978">
                  <c:v>45078</c:v>
                </c:pt>
                <c:pt idx="2979">
                  <c:v>45079</c:v>
                </c:pt>
                <c:pt idx="2980">
                  <c:v>45082</c:v>
                </c:pt>
                <c:pt idx="2981">
                  <c:v>45083</c:v>
                </c:pt>
                <c:pt idx="2982">
                  <c:v>45084</c:v>
                </c:pt>
                <c:pt idx="2983">
                  <c:v>45085</c:v>
                </c:pt>
                <c:pt idx="2984">
                  <c:v>45086</c:v>
                </c:pt>
                <c:pt idx="2985">
                  <c:v>45089</c:v>
                </c:pt>
                <c:pt idx="2986">
                  <c:v>45090</c:v>
                </c:pt>
                <c:pt idx="2987">
                  <c:v>45091</c:v>
                </c:pt>
                <c:pt idx="2988">
                  <c:v>45092</c:v>
                </c:pt>
                <c:pt idx="2989">
                  <c:v>45093</c:v>
                </c:pt>
                <c:pt idx="2990">
                  <c:v>45096</c:v>
                </c:pt>
                <c:pt idx="2991">
                  <c:v>45097</c:v>
                </c:pt>
                <c:pt idx="2992">
                  <c:v>45098</c:v>
                </c:pt>
                <c:pt idx="2993">
                  <c:v>45099</c:v>
                </c:pt>
                <c:pt idx="2994">
                  <c:v>45100</c:v>
                </c:pt>
                <c:pt idx="2995">
                  <c:v>45103</c:v>
                </c:pt>
                <c:pt idx="2996">
                  <c:v>45104</c:v>
                </c:pt>
                <c:pt idx="2997">
                  <c:v>45105</c:v>
                </c:pt>
                <c:pt idx="2998">
                  <c:v>45106</c:v>
                </c:pt>
                <c:pt idx="2999">
                  <c:v>45107</c:v>
                </c:pt>
                <c:pt idx="3000">
                  <c:v>45110</c:v>
                </c:pt>
                <c:pt idx="3001">
                  <c:v>45111</c:v>
                </c:pt>
                <c:pt idx="3002">
                  <c:v>45112</c:v>
                </c:pt>
                <c:pt idx="3003">
                  <c:v>45113</c:v>
                </c:pt>
                <c:pt idx="3004">
                  <c:v>45114</c:v>
                </c:pt>
                <c:pt idx="3005">
                  <c:v>45117</c:v>
                </c:pt>
                <c:pt idx="3006">
                  <c:v>45118</c:v>
                </c:pt>
                <c:pt idx="3007">
                  <c:v>45119</c:v>
                </c:pt>
                <c:pt idx="3008">
                  <c:v>45120</c:v>
                </c:pt>
                <c:pt idx="3009">
                  <c:v>45121</c:v>
                </c:pt>
                <c:pt idx="3010">
                  <c:v>45124</c:v>
                </c:pt>
                <c:pt idx="3011">
                  <c:v>45125</c:v>
                </c:pt>
                <c:pt idx="3012">
                  <c:v>45126</c:v>
                </c:pt>
                <c:pt idx="3013">
                  <c:v>45127</c:v>
                </c:pt>
                <c:pt idx="3014">
                  <c:v>45128</c:v>
                </c:pt>
                <c:pt idx="3015">
                  <c:v>45131</c:v>
                </c:pt>
                <c:pt idx="3016">
                  <c:v>45132</c:v>
                </c:pt>
                <c:pt idx="3017">
                  <c:v>45133</c:v>
                </c:pt>
                <c:pt idx="3018">
                  <c:v>45134</c:v>
                </c:pt>
                <c:pt idx="3019">
                  <c:v>45135</c:v>
                </c:pt>
                <c:pt idx="3020">
                  <c:v>45138</c:v>
                </c:pt>
                <c:pt idx="3021">
                  <c:v>45139</c:v>
                </c:pt>
                <c:pt idx="3022">
                  <c:v>45140</c:v>
                </c:pt>
                <c:pt idx="3023">
                  <c:v>45141</c:v>
                </c:pt>
                <c:pt idx="3024">
                  <c:v>45142</c:v>
                </c:pt>
                <c:pt idx="3025">
                  <c:v>45145</c:v>
                </c:pt>
                <c:pt idx="3026">
                  <c:v>45146</c:v>
                </c:pt>
                <c:pt idx="3027">
                  <c:v>45147</c:v>
                </c:pt>
                <c:pt idx="3028">
                  <c:v>45148</c:v>
                </c:pt>
                <c:pt idx="3029">
                  <c:v>45149</c:v>
                </c:pt>
                <c:pt idx="3030">
                  <c:v>45152</c:v>
                </c:pt>
                <c:pt idx="3031">
                  <c:v>45153</c:v>
                </c:pt>
                <c:pt idx="3032">
                  <c:v>45154</c:v>
                </c:pt>
                <c:pt idx="3033">
                  <c:v>45155</c:v>
                </c:pt>
                <c:pt idx="3034">
                  <c:v>45156</c:v>
                </c:pt>
                <c:pt idx="3035">
                  <c:v>45159</c:v>
                </c:pt>
                <c:pt idx="3036">
                  <c:v>45160</c:v>
                </c:pt>
                <c:pt idx="3037">
                  <c:v>45161</c:v>
                </c:pt>
                <c:pt idx="3038">
                  <c:v>45162</c:v>
                </c:pt>
                <c:pt idx="3039">
                  <c:v>45163</c:v>
                </c:pt>
                <c:pt idx="3040">
                  <c:v>45166</c:v>
                </c:pt>
                <c:pt idx="3041">
                  <c:v>45167</c:v>
                </c:pt>
                <c:pt idx="3042">
                  <c:v>45168</c:v>
                </c:pt>
                <c:pt idx="3043">
                  <c:v>45169</c:v>
                </c:pt>
                <c:pt idx="3044">
                  <c:v>45170</c:v>
                </c:pt>
                <c:pt idx="3045">
                  <c:v>45173</c:v>
                </c:pt>
                <c:pt idx="3046">
                  <c:v>45174</c:v>
                </c:pt>
                <c:pt idx="3047">
                  <c:v>45175</c:v>
                </c:pt>
                <c:pt idx="3048">
                  <c:v>45176</c:v>
                </c:pt>
                <c:pt idx="3049">
                  <c:v>45177</c:v>
                </c:pt>
                <c:pt idx="3050">
                  <c:v>45180</c:v>
                </c:pt>
                <c:pt idx="3051">
                  <c:v>45181</c:v>
                </c:pt>
                <c:pt idx="3052">
                  <c:v>45182</c:v>
                </c:pt>
                <c:pt idx="3053">
                  <c:v>45183</c:v>
                </c:pt>
                <c:pt idx="3054">
                  <c:v>45184</c:v>
                </c:pt>
                <c:pt idx="3055">
                  <c:v>45187</c:v>
                </c:pt>
                <c:pt idx="3056">
                  <c:v>45188</c:v>
                </c:pt>
                <c:pt idx="3057">
                  <c:v>45189</c:v>
                </c:pt>
                <c:pt idx="3058">
                  <c:v>45190</c:v>
                </c:pt>
                <c:pt idx="3059">
                  <c:v>45191</c:v>
                </c:pt>
                <c:pt idx="3060">
                  <c:v>45194</c:v>
                </c:pt>
                <c:pt idx="3061">
                  <c:v>45195</c:v>
                </c:pt>
                <c:pt idx="3062">
                  <c:v>45196</c:v>
                </c:pt>
                <c:pt idx="3063">
                  <c:v>45197</c:v>
                </c:pt>
                <c:pt idx="3064">
                  <c:v>45198</c:v>
                </c:pt>
                <c:pt idx="3065">
                  <c:v>45201</c:v>
                </c:pt>
                <c:pt idx="3066">
                  <c:v>45202</c:v>
                </c:pt>
                <c:pt idx="3067">
                  <c:v>45203</c:v>
                </c:pt>
                <c:pt idx="3068">
                  <c:v>45204</c:v>
                </c:pt>
                <c:pt idx="3069">
                  <c:v>45205</c:v>
                </c:pt>
                <c:pt idx="3070">
                  <c:v>45208</c:v>
                </c:pt>
                <c:pt idx="3071">
                  <c:v>45209</c:v>
                </c:pt>
                <c:pt idx="3072">
                  <c:v>45210</c:v>
                </c:pt>
                <c:pt idx="3073">
                  <c:v>45211</c:v>
                </c:pt>
                <c:pt idx="3074">
                  <c:v>45212</c:v>
                </c:pt>
                <c:pt idx="3075">
                  <c:v>45215</c:v>
                </c:pt>
                <c:pt idx="3076">
                  <c:v>45216</c:v>
                </c:pt>
                <c:pt idx="3077">
                  <c:v>45217</c:v>
                </c:pt>
                <c:pt idx="3078">
                  <c:v>45218</c:v>
                </c:pt>
                <c:pt idx="3079">
                  <c:v>45219</c:v>
                </c:pt>
                <c:pt idx="3080">
                  <c:v>45222</c:v>
                </c:pt>
                <c:pt idx="3081">
                  <c:v>45223</c:v>
                </c:pt>
                <c:pt idx="3082">
                  <c:v>45224</c:v>
                </c:pt>
                <c:pt idx="3083">
                  <c:v>45225</c:v>
                </c:pt>
                <c:pt idx="3084">
                  <c:v>45226</c:v>
                </c:pt>
                <c:pt idx="3085">
                  <c:v>45229</c:v>
                </c:pt>
                <c:pt idx="3086">
                  <c:v>45230</c:v>
                </c:pt>
                <c:pt idx="3087">
                  <c:v>45231</c:v>
                </c:pt>
                <c:pt idx="3088">
                  <c:v>45232</c:v>
                </c:pt>
                <c:pt idx="3089">
                  <c:v>45233</c:v>
                </c:pt>
                <c:pt idx="3090">
                  <c:v>45236</c:v>
                </c:pt>
                <c:pt idx="3091">
                  <c:v>45237</c:v>
                </c:pt>
                <c:pt idx="3092">
                  <c:v>45238</c:v>
                </c:pt>
                <c:pt idx="3093">
                  <c:v>45239</c:v>
                </c:pt>
                <c:pt idx="3094">
                  <c:v>45240</c:v>
                </c:pt>
                <c:pt idx="3095">
                  <c:v>45243</c:v>
                </c:pt>
                <c:pt idx="3096">
                  <c:v>45244</c:v>
                </c:pt>
                <c:pt idx="3097">
                  <c:v>45245</c:v>
                </c:pt>
                <c:pt idx="3098">
                  <c:v>45246</c:v>
                </c:pt>
                <c:pt idx="3099">
                  <c:v>45247</c:v>
                </c:pt>
                <c:pt idx="3100">
                  <c:v>45250</c:v>
                </c:pt>
                <c:pt idx="3101">
                  <c:v>45251</c:v>
                </c:pt>
                <c:pt idx="3102">
                  <c:v>45252</c:v>
                </c:pt>
                <c:pt idx="3103">
                  <c:v>45253</c:v>
                </c:pt>
                <c:pt idx="3104">
                  <c:v>45254</c:v>
                </c:pt>
                <c:pt idx="3105">
                  <c:v>45257</c:v>
                </c:pt>
                <c:pt idx="3106">
                  <c:v>45258</c:v>
                </c:pt>
                <c:pt idx="3107">
                  <c:v>45259</c:v>
                </c:pt>
                <c:pt idx="3108">
                  <c:v>45260</c:v>
                </c:pt>
                <c:pt idx="3109">
                  <c:v>45261</c:v>
                </c:pt>
                <c:pt idx="3110">
                  <c:v>45264</c:v>
                </c:pt>
                <c:pt idx="3111">
                  <c:v>45265</c:v>
                </c:pt>
                <c:pt idx="3112">
                  <c:v>45266</c:v>
                </c:pt>
                <c:pt idx="3113">
                  <c:v>45267</c:v>
                </c:pt>
                <c:pt idx="3114">
                  <c:v>45268</c:v>
                </c:pt>
                <c:pt idx="3115">
                  <c:v>45271</c:v>
                </c:pt>
                <c:pt idx="3116">
                  <c:v>45272</c:v>
                </c:pt>
                <c:pt idx="3117">
                  <c:v>45273</c:v>
                </c:pt>
                <c:pt idx="3118">
                  <c:v>45274</c:v>
                </c:pt>
                <c:pt idx="3119">
                  <c:v>45275</c:v>
                </c:pt>
                <c:pt idx="3120">
                  <c:v>45278</c:v>
                </c:pt>
                <c:pt idx="3121">
                  <c:v>45279</c:v>
                </c:pt>
                <c:pt idx="3122">
                  <c:v>45280</c:v>
                </c:pt>
                <c:pt idx="3123">
                  <c:v>45281</c:v>
                </c:pt>
                <c:pt idx="3124">
                  <c:v>45282</c:v>
                </c:pt>
                <c:pt idx="3125">
                  <c:v>45285</c:v>
                </c:pt>
                <c:pt idx="3126">
                  <c:v>45286</c:v>
                </c:pt>
                <c:pt idx="3127">
                  <c:v>45287</c:v>
                </c:pt>
                <c:pt idx="3128">
                  <c:v>45288</c:v>
                </c:pt>
                <c:pt idx="3129">
                  <c:v>45289</c:v>
                </c:pt>
                <c:pt idx="3130">
                  <c:v>45292</c:v>
                </c:pt>
                <c:pt idx="3131">
                  <c:v>45293</c:v>
                </c:pt>
                <c:pt idx="3132">
                  <c:v>45294</c:v>
                </c:pt>
                <c:pt idx="3133">
                  <c:v>45295</c:v>
                </c:pt>
                <c:pt idx="3134">
                  <c:v>45296</c:v>
                </c:pt>
                <c:pt idx="3135">
                  <c:v>45299</c:v>
                </c:pt>
                <c:pt idx="3136">
                  <c:v>45300</c:v>
                </c:pt>
                <c:pt idx="3137">
                  <c:v>45301</c:v>
                </c:pt>
                <c:pt idx="3138">
                  <c:v>45302</c:v>
                </c:pt>
                <c:pt idx="3139">
                  <c:v>45303</c:v>
                </c:pt>
                <c:pt idx="3140">
                  <c:v>45306</c:v>
                </c:pt>
                <c:pt idx="3141">
                  <c:v>45307</c:v>
                </c:pt>
                <c:pt idx="3142">
                  <c:v>45308</c:v>
                </c:pt>
                <c:pt idx="3143">
                  <c:v>45309</c:v>
                </c:pt>
                <c:pt idx="3144">
                  <c:v>45310</c:v>
                </c:pt>
                <c:pt idx="3145">
                  <c:v>45313</c:v>
                </c:pt>
                <c:pt idx="3146">
                  <c:v>45314</c:v>
                </c:pt>
                <c:pt idx="3147">
                  <c:v>45315</c:v>
                </c:pt>
                <c:pt idx="3148">
                  <c:v>45316</c:v>
                </c:pt>
                <c:pt idx="3149">
                  <c:v>45317</c:v>
                </c:pt>
                <c:pt idx="3150">
                  <c:v>45320</c:v>
                </c:pt>
                <c:pt idx="3151">
                  <c:v>45321</c:v>
                </c:pt>
                <c:pt idx="3152">
                  <c:v>45322</c:v>
                </c:pt>
                <c:pt idx="3153">
                  <c:v>45323</c:v>
                </c:pt>
                <c:pt idx="3154">
                  <c:v>45324</c:v>
                </c:pt>
                <c:pt idx="3155">
                  <c:v>45327</c:v>
                </c:pt>
                <c:pt idx="3156">
                  <c:v>45328</c:v>
                </c:pt>
                <c:pt idx="3157">
                  <c:v>45329</c:v>
                </c:pt>
                <c:pt idx="3158">
                  <c:v>45330</c:v>
                </c:pt>
                <c:pt idx="3159">
                  <c:v>45331</c:v>
                </c:pt>
                <c:pt idx="3160">
                  <c:v>45334</c:v>
                </c:pt>
                <c:pt idx="3161">
                  <c:v>45335</c:v>
                </c:pt>
                <c:pt idx="3162">
                  <c:v>45336</c:v>
                </c:pt>
                <c:pt idx="3163">
                  <c:v>45337</c:v>
                </c:pt>
                <c:pt idx="3164">
                  <c:v>45338</c:v>
                </c:pt>
                <c:pt idx="3165">
                  <c:v>45341</c:v>
                </c:pt>
                <c:pt idx="3166">
                  <c:v>45342</c:v>
                </c:pt>
                <c:pt idx="3167">
                  <c:v>45343</c:v>
                </c:pt>
                <c:pt idx="3168">
                  <c:v>45344</c:v>
                </c:pt>
                <c:pt idx="3169">
                  <c:v>45345</c:v>
                </c:pt>
                <c:pt idx="3170">
                  <c:v>45348</c:v>
                </c:pt>
                <c:pt idx="3171">
                  <c:v>45349</c:v>
                </c:pt>
                <c:pt idx="3172">
                  <c:v>45350</c:v>
                </c:pt>
                <c:pt idx="3173">
                  <c:v>45351</c:v>
                </c:pt>
                <c:pt idx="3174">
                  <c:v>45352</c:v>
                </c:pt>
                <c:pt idx="3175">
                  <c:v>45355</c:v>
                </c:pt>
                <c:pt idx="3176">
                  <c:v>45356</c:v>
                </c:pt>
                <c:pt idx="3177">
                  <c:v>45357</c:v>
                </c:pt>
                <c:pt idx="3178">
                  <c:v>45358</c:v>
                </c:pt>
                <c:pt idx="3179">
                  <c:v>45359</c:v>
                </c:pt>
                <c:pt idx="3180">
                  <c:v>45362</c:v>
                </c:pt>
                <c:pt idx="3181">
                  <c:v>45363</c:v>
                </c:pt>
                <c:pt idx="3182">
                  <c:v>45364</c:v>
                </c:pt>
                <c:pt idx="3183">
                  <c:v>45365</c:v>
                </c:pt>
                <c:pt idx="3184">
                  <c:v>45366</c:v>
                </c:pt>
                <c:pt idx="3185">
                  <c:v>45369</c:v>
                </c:pt>
                <c:pt idx="3186">
                  <c:v>45370</c:v>
                </c:pt>
                <c:pt idx="3187">
                  <c:v>45371</c:v>
                </c:pt>
                <c:pt idx="3188">
                  <c:v>45372</c:v>
                </c:pt>
                <c:pt idx="3189">
                  <c:v>45373</c:v>
                </c:pt>
                <c:pt idx="3190">
                  <c:v>45376</c:v>
                </c:pt>
                <c:pt idx="3191">
                  <c:v>45377</c:v>
                </c:pt>
                <c:pt idx="3192">
                  <c:v>45378</c:v>
                </c:pt>
                <c:pt idx="3193">
                  <c:v>45379</c:v>
                </c:pt>
                <c:pt idx="3194">
                  <c:v>45380</c:v>
                </c:pt>
                <c:pt idx="3195">
                  <c:v>45383</c:v>
                </c:pt>
                <c:pt idx="3196">
                  <c:v>45384</c:v>
                </c:pt>
                <c:pt idx="3197">
                  <c:v>45385</c:v>
                </c:pt>
                <c:pt idx="3198">
                  <c:v>45386</c:v>
                </c:pt>
                <c:pt idx="3199">
                  <c:v>45387</c:v>
                </c:pt>
                <c:pt idx="3200">
                  <c:v>45390</c:v>
                </c:pt>
                <c:pt idx="3201">
                  <c:v>45391</c:v>
                </c:pt>
                <c:pt idx="3202">
                  <c:v>45392</c:v>
                </c:pt>
                <c:pt idx="3203">
                  <c:v>45393</c:v>
                </c:pt>
                <c:pt idx="3204">
                  <c:v>45394</c:v>
                </c:pt>
                <c:pt idx="3205">
                  <c:v>45397</c:v>
                </c:pt>
                <c:pt idx="3206">
                  <c:v>45398</c:v>
                </c:pt>
                <c:pt idx="3207">
                  <c:v>45399</c:v>
                </c:pt>
                <c:pt idx="3208">
                  <c:v>45400</c:v>
                </c:pt>
                <c:pt idx="3209">
                  <c:v>45401</c:v>
                </c:pt>
                <c:pt idx="3210">
                  <c:v>45404</c:v>
                </c:pt>
                <c:pt idx="3211">
                  <c:v>45405</c:v>
                </c:pt>
                <c:pt idx="3212">
                  <c:v>45406</c:v>
                </c:pt>
                <c:pt idx="3213">
                  <c:v>45407</c:v>
                </c:pt>
                <c:pt idx="3214">
                  <c:v>45408</c:v>
                </c:pt>
                <c:pt idx="3215">
                  <c:v>45411</c:v>
                </c:pt>
                <c:pt idx="3216">
                  <c:v>45412</c:v>
                </c:pt>
                <c:pt idx="3217">
                  <c:v>45413</c:v>
                </c:pt>
                <c:pt idx="3218">
                  <c:v>45414</c:v>
                </c:pt>
                <c:pt idx="3219">
                  <c:v>45415</c:v>
                </c:pt>
                <c:pt idx="3220">
                  <c:v>45418</c:v>
                </c:pt>
                <c:pt idx="3221">
                  <c:v>45419</c:v>
                </c:pt>
                <c:pt idx="3222">
                  <c:v>45420</c:v>
                </c:pt>
                <c:pt idx="3223">
                  <c:v>45421</c:v>
                </c:pt>
                <c:pt idx="3224">
                  <c:v>45422</c:v>
                </c:pt>
                <c:pt idx="3225">
                  <c:v>45425</c:v>
                </c:pt>
                <c:pt idx="3226">
                  <c:v>45426</c:v>
                </c:pt>
                <c:pt idx="3227">
                  <c:v>45427</c:v>
                </c:pt>
                <c:pt idx="3228">
                  <c:v>45428</c:v>
                </c:pt>
                <c:pt idx="3229">
                  <c:v>45429</c:v>
                </c:pt>
                <c:pt idx="3230">
                  <c:v>45432</c:v>
                </c:pt>
                <c:pt idx="3231">
                  <c:v>45433</c:v>
                </c:pt>
                <c:pt idx="3232">
                  <c:v>45434</c:v>
                </c:pt>
                <c:pt idx="3233">
                  <c:v>45435</c:v>
                </c:pt>
                <c:pt idx="3234">
                  <c:v>45436</c:v>
                </c:pt>
                <c:pt idx="3235">
                  <c:v>45439</c:v>
                </c:pt>
                <c:pt idx="3236">
                  <c:v>45440</c:v>
                </c:pt>
                <c:pt idx="3237">
                  <c:v>45441</c:v>
                </c:pt>
                <c:pt idx="3238">
                  <c:v>45442</c:v>
                </c:pt>
                <c:pt idx="3239">
                  <c:v>45443</c:v>
                </c:pt>
                <c:pt idx="3240">
                  <c:v>45446</c:v>
                </c:pt>
                <c:pt idx="3241">
                  <c:v>45447</c:v>
                </c:pt>
                <c:pt idx="3242">
                  <c:v>45448</c:v>
                </c:pt>
                <c:pt idx="3243">
                  <c:v>45449</c:v>
                </c:pt>
                <c:pt idx="3244">
                  <c:v>45450</c:v>
                </c:pt>
                <c:pt idx="3245">
                  <c:v>45453</c:v>
                </c:pt>
                <c:pt idx="3246">
                  <c:v>45454</c:v>
                </c:pt>
                <c:pt idx="3247">
                  <c:v>45455</c:v>
                </c:pt>
                <c:pt idx="3248">
                  <c:v>45456</c:v>
                </c:pt>
                <c:pt idx="3249">
                  <c:v>45457</c:v>
                </c:pt>
                <c:pt idx="3250">
                  <c:v>45460</c:v>
                </c:pt>
                <c:pt idx="3251">
                  <c:v>45461</c:v>
                </c:pt>
                <c:pt idx="3252">
                  <c:v>45462</c:v>
                </c:pt>
                <c:pt idx="3253">
                  <c:v>45463</c:v>
                </c:pt>
                <c:pt idx="3254">
                  <c:v>45464</c:v>
                </c:pt>
                <c:pt idx="3255">
                  <c:v>45467</c:v>
                </c:pt>
                <c:pt idx="3256">
                  <c:v>45468</c:v>
                </c:pt>
                <c:pt idx="3257">
                  <c:v>45469</c:v>
                </c:pt>
                <c:pt idx="3258">
                  <c:v>45470</c:v>
                </c:pt>
                <c:pt idx="3259">
                  <c:v>45471</c:v>
                </c:pt>
                <c:pt idx="3260">
                  <c:v>45474</c:v>
                </c:pt>
                <c:pt idx="3261">
                  <c:v>45475</c:v>
                </c:pt>
                <c:pt idx="3262">
                  <c:v>45476</c:v>
                </c:pt>
                <c:pt idx="3263">
                  <c:v>45477</c:v>
                </c:pt>
                <c:pt idx="3264">
                  <c:v>45478</c:v>
                </c:pt>
                <c:pt idx="3265">
                  <c:v>45481</c:v>
                </c:pt>
                <c:pt idx="3266">
                  <c:v>45482</c:v>
                </c:pt>
                <c:pt idx="3267">
                  <c:v>45483</c:v>
                </c:pt>
                <c:pt idx="3268">
                  <c:v>45484</c:v>
                </c:pt>
                <c:pt idx="3269">
                  <c:v>45485</c:v>
                </c:pt>
                <c:pt idx="3270">
                  <c:v>45488</c:v>
                </c:pt>
                <c:pt idx="3271">
                  <c:v>45489</c:v>
                </c:pt>
                <c:pt idx="3272">
                  <c:v>45490</c:v>
                </c:pt>
                <c:pt idx="3273">
                  <c:v>45491</c:v>
                </c:pt>
                <c:pt idx="3274">
                  <c:v>45492</c:v>
                </c:pt>
                <c:pt idx="3275">
                  <c:v>45495</c:v>
                </c:pt>
                <c:pt idx="3276">
                  <c:v>45496</c:v>
                </c:pt>
                <c:pt idx="3277">
                  <c:v>45497</c:v>
                </c:pt>
                <c:pt idx="3278">
                  <c:v>45498</c:v>
                </c:pt>
                <c:pt idx="3279">
                  <c:v>45499</c:v>
                </c:pt>
                <c:pt idx="3280">
                  <c:v>45502</c:v>
                </c:pt>
                <c:pt idx="3281">
                  <c:v>45503</c:v>
                </c:pt>
                <c:pt idx="3282">
                  <c:v>45504</c:v>
                </c:pt>
                <c:pt idx="3283">
                  <c:v>45505</c:v>
                </c:pt>
                <c:pt idx="3284">
                  <c:v>45506</c:v>
                </c:pt>
                <c:pt idx="3285">
                  <c:v>45509</c:v>
                </c:pt>
                <c:pt idx="3286">
                  <c:v>45510</c:v>
                </c:pt>
                <c:pt idx="3287">
                  <c:v>45511</c:v>
                </c:pt>
                <c:pt idx="3288">
                  <c:v>45512</c:v>
                </c:pt>
                <c:pt idx="3289">
                  <c:v>45513</c:v>
                </c:pt>
                <c:pt idx="3290">
                  <c:v>45516</c:v>
                </c:pt>
                <c:pt idx="3291">
                  <c:v>45517</c:v>
                </c:pt>
                <c:pt idx="3292">
                  <c:v>45518</c:v>
                </c:pt>
                <c:pt idx="3293">
                  <c:v>45519</c:v>
                </c:pt>
                <c:pt idx="3294">
                  <c:v>45520</c:v>
                </c:pt>
                <c:pt idx="3295">
                  <c:v>45523</c:v>
                </c:pt>
                <c:pt idx="3296">
                  <c:v>45524</c:v>
                </c:pt>
                <c:pt idx="3297">
                  <c:v>45525</c:v>
                </c:pt>
                <c:pt idx="3298">
                  <c:v>45526</c:v>
                </c:pt>
                <c:pt idx="3299">
                  <c:v>45527</c:v>
                </c:pt>
                <c:pt idx="3300">
                  <c:v>45530</c:v>
                </c:pt>
                <c:pt idx="3301">
                  <c:v>45531</c:v>
                </c:pt>
                <c:pt idx="3302">
                  <c:v>45532</c:v>
                </c:pt>
                <c:pt idx="3303">
                  <c:v>45533</c:v>
                </c:pt>
                <c:pt idx="3304">
                  <c:v>45534</c:v>
                </c:pt>
                <c:pt idx="3305">
                  <c:v>45537</c:v>
                </c:pt>
                <c:pt idx="3306">
                  <c:v>45538</c:v>
                </c:pt>
                <c:pt idx="3307">
                  <c:v>45539</c:v>
                </c:pt>
                <c:pt idx="3308">
                  <c:v>45540</c:v>
                </c:pt>
                <c:pt idx="3309">
                  <c:v>45541</c:v>
                </c:pt>
                <c:pt idx="3310">
                  <c:v>45544</c:v>
                </c:pt>
                <c:pt idx="3311">
                  <c:v>45545</c:v>
                </c:pt>
                <c:pt idx="3312">
                  <c:v>45546</c:v>
                </c:pt>
                <c:pt idx="3313">
                  <c:v>45547</c:v>
                </c:pt>
                <c:pt idx="3314">
                  <c:v>45548</c:v>
                </c:pt>
                <c:pt idx="3315">
                  <c:v>45551</c:v>
                </c:pt>
                <c:pt idx="3316">
                  <c:v>45552</c:v>
                </c:pt>
                <c:pt idx="3317">
                  <c:v>45553</c:v>
                </c:pt>
                <c:pt idx="3318">
                  <c:v>45554</c:v>
                </c:pt>
                <c:pt idx="3319">
                  <c:v>45555</c:v>
                </c:pt>
                <c:pt idx="3320">
                  <c:v>45558</c:v>
                </c:pt>
                <c:pt idx="3321">
                  <c:v>45559</c:v>
                </c:pt>
                <c:pt idx="3322">
                  <c:v>45560</c:v>
                </c:pt>
                <c:pt idx="3323">
                  <c:v>45561</c:v>
                </c:pt>
                <c:pt idx="3324">
                  <c:v>45562</c:v>
                </c:pt>
                <c:pt idx="3325">
                  <c:v>45565</c:v>
                </c:pt>
                <c:pt idx="3326">
                  <c:v>45566</c:v>
                </c:pt>
                <c:pt idx="3327">
                  <c:v>45567</c:v>
                </c:pt>
                <c:pt idx="3328">
                  <c:v>45568</c:v>
                </c:pt>
                <c:pt idx="3329">
                  <c:v>45569</c:v>
                </c:pt>
                <c:pt idx="3330">
                  <c:v>45572</c:v>
                </c:pt>
                <c:pt idx="3331">
                  <c:v>45573</c:v>
                </c:pt>
                <c:pt idx="3332">
                  <c:v>45574</c:v>
                </c:pt>
                <c:pt idx="3333">
                  <c:v>45575</c:v>
                </c:pt>
                <c:pt idx="3334">
                  <c:v>45576</c:v>
                </c:pt>
                <c:pt idx="3335">
                  <c:v>45579</c:v>
                </c:pt>
                <c:pt idx="3336">
                  <c:v>45580</c:v>
                </c:pt>
                <c:pt idx="3337">
                  <c:v>45581</c:v>
                </c:pt>
                <c:pt idx="3338">
                  <c:v>45582</c:v>
                </c:pt>
                <c:pt idx="3339">
                  <c:v>45583</c:v>
                </c:pt>
                <c:pt idx="3340">
                  <c:v>45586</c:v>
                </c:pt>
                <c:pt idx="3341">
                  <c:v>45587</c:v>
                </c:pt>
                <c:pt idx="3342">
                  <c:v>45588</c:v>
                </c:pt>
                <c:pt idx="3343">
                  <c:v>45589</c:v>
                </c:pt>
                <c:pt idx="3344">
                  <c:v>45590</c:v>
                </c:pt>
                <c:pt idx="3345">
                  <c:v>45593</c:v>
                </c:pt>
                <c:pt idx="3346">
                  <c:v>45594</c:v>
                </c:pt>
                <c:pt idx="3347">
                  <c:v>45595</c:v>
                </c:pt>
                <c:pt idx="3348">
                  <c:v>45596</c:v>
                </c:pt>
                <c:pt idx="3349">
                  <c:v>45597</c:v>
                </c:pt>
                <c:pt idx="3350">
                  <c:v>45600</c:v>
                </c:pt>
                <c:pt idx="3351">
                  <c:v>45601</c:v>
                </c:pt>
                <c:pt idx="3352">
                  <c:v>45602</c:v>
                </c:pt>
                <c:pt idx="3353">
                  <c:v>45603</c:v>
                </c:pt>
                <c:pt idx="3354">
                  <c:v>45604</c:v>
                </c:pt>
                <c:pt idx="3355">
                  <c:v>45607</c:v>
                </c:pt>
                <c:pt idx="3356">
                  <c:v>45608</c:v>
                </c:pt>
                <c:pt idx="3357">
                  <c:v>45609</c:v>
                </c:pt>
                <c:pt idx="3358">
                  <c:v>45610</c:v>
                </c:pt>
                <c:pt idx="3359">
                  <c:v>45611</c:v>
                </c:pt>
                <c:pt idx="3360">
                  <c:v>45614</c:v>
                </c:pt>
                <c:pt idx="3361">
                  <c:v>45615</c:v>
                </c:pt>
                <c:pt idx="3362">
                  <c:v>45616</c:v>
                </c:pt>
                <c:pt idx="3363">
                  <c:v>45617</c:v>
                </c:pt>
                <c:pt idx="3364">
                  <c:v>45618</c:v>
                </c:pt>
                <c:pt idx="3365">
                  <c:v>45621</c:v>
                </c:pt>
                <c:pt idx="3366">
                  <c:v>45622</c:v>
                </c:pt>
                <c:pt idx="3367">
                  <c:v>45623</c:v>
                </c:pt>
                <c:pt idx="3368">
                  <c:v>45624</c:v>
                </c:pt>
                <c:pt idx="3369">
                  <c:v>45625</c:v>
                </c:pt>
                <c:pt idx="3370">
                  <c:v>45628</c:v>
                </c:pt>
                <c:pt idx="3371">
                  <c:v>45629</c:v>
                </c:pt>
                <c:pt idx="3372">
                  <c:v>45630</c:v>
                </c:pt>
                <c:pt idx="3373">
                  <c:v>45631</c:v>
                </c:pt>
                <c:pt idx="3374">
                  <c:v>45632</c:v>
                </c:pt>
                <c:pt idx="3375">
                  <c:v>45635</c:v>
                </c:pt>
                <c:pt idx="3376">
                  <c:v>45636</c:v>
                </c:pt>
                <c:pt idx="3377">
                  <c:v>45637</c:v>
                </c:pt>
                <c:pt idx="3378">
                  <c:v>45638</c:v>
                </c:pt>
                <c:pt idx="3379">
                  <c:v>45639</c:v>
                </c:pt>
                <c:pt idx="3380">
                  <c:v>45642</c:v>
                </c:pt>
                <c:pt idx="3381">
                  <c:v>45643</c:v>
                </c:pt>
                <c:pt idx="3382">
                  <c:v>45644</c:v>
                </c:pt>
                <c:pt idx="3383">
                  <c:v>45645</c:v>
                </c:pt>
                <c:pt idx="3384">
                  <c:v>45646</c:v>
                </c:pt>
                <c:pt idx="3385">
                  <c:v>45649</c:v>
                </c:pt>
                <c:pt idx="3386">
                  <c:v>45650</c:v>
                </c:pt>
                <c:pt idx="3387">
                  <c:v>45651</c:v>
                </c:pt>
                <c:pt idx="3388">
                  <c:v>45652</c:v>
                </c:pt>
                <c:pt idx="3389">
                  <c:v>45653</c:v>
                </c:pt>
                <c:pt idx="3390">
                  <c:v>45656</c:v>
                </c:pt>
                <c:pt idx="3391">
                  <c:v>45657</c:v>
                </c:pt>
                <c:pt idx="3392">
                  <c:v>45658</c:v>
                </c:pt>
                <c:pt idx="3393">
                  <c:v>45659</c:v>
                </c:pt>
                <c:pt idx="3394">
                  <c:v>45660</c:v>
                </c:pt>
                <c:pt idx="3395">
                  <c:v>45663</c:v>
                </c:pt>
                <c:pt idx="3396">
                  <c:v>45664</c:v>
                </c:pt>
                <c:pt idx="3397">
                  <c:v>45665</c:v>
                </c:pt>
                <c:pt idx="3398">
                  <c:v>45666</c:v>
                </c:pt>
                <c:pt idx="3399">
                  <c:v>45667</c:v>
                </c:pt>
                <c:pt idx="3400">
                  <c:v>45670</c:v>
                </c:pt>
                <c:pt idx="3401">
                  <c:v>45671</c:v>
                </c:pt>
                <c:pt idx="3402">
                  <c:v>45672</c:v>
                </c:pt>
                <c:pt idx="3403">
                  <c:v>45673</c:v>
                </c:pt>
                <c:pt idx="3404">
                  <c:v>45674</c:v>
                </c:pt>
                <c:pt idx="3405">
                  <c:v>45677</c:v>
                </c:pt>
                <c:pt idx="3406">
                  <c:v>45678</c:v>
                </c:pt>
                <c:pt idx="3407">
                  <c:v>45679</c:v>
                </c:pt>
                <c:pt idx="3408">
                  <c:v>45680</c:v>
                </c:pt>
                <c:pt idx="3409">
                  <c:v>45681</c:v>
                </c:pt>
                <c:pt idx="3410">
                  <c:v>45684</c:v>
                </c:pt>
                <c:pt idx="3411">
                  <c:v>45685</c:v>
                </c:pt>
                <c:pt idx="3412">
                  <c:v>45686</c:v>
                </c:pt>
                <c:pt idx="3413">
                  <c:v>45687</c:v>
                </c:pt>
                <c:pt idx="3414">
                  <c:v>45688</c:v>
                </c:pt>
                <c:pt idx="3415">
                  <c:v>45691</c:v>
                </c:pt>
                <c:pt idx="3416">
                  <c:v>45692</c:v>
                </c:pt>
                <c:pt idx="3417">
                  <c:v>45693</c:v>
                </c:pt>
                <c:pt idx="3418">
                  <c:v>45694</c:v>
                </c:pt>
                <c:pt idx="3419">
                  <c:v>45695</c:v>
                </c:pt>
                <c:pt idx="3420">
                  <c:v>45698</c:v>
                </c:pt>
                <c:pt idx="3421">
                  <c:v>45699</c:v>
                </c:pt>
                <c:pt idx="3422">
                  <c:v>45700</c:v>
                </c:pt>
                <c:pt idx="3423">
                  <c:v>45701</c:v>
                </c:pt>
                <c:pt idx="3424">
                  <c:v>45702</c:v>
                </c:pt>
                <c:pt idx="3425">
                  <c:v>45705</c:v>
                </c:pt>
                <c:pt idx="3426">
                  <c:v>45706</c:v>
                </c:pt>
                <c:pt idx="3427">
                  <c:v>45707</c:v>
                </c:pt>
                <c:pt idx="3428">
                  <c:v>45708</c:v>
                </c:pt>
                <c:pt idx="3429">
                  <c:v>45709</c:v>
                </c:pt>
                <c:pt idx="3430">
                  <c:v>45712</c:v>
                </c:pt>
                <c:pt idx="3431">
                  <c:v>45713</c:v>
                </c:pt>
                <c:pt idx="3432">
                  <c:v>45714</c:v>
                </c:pt>
                <c:pt idx="3433">
                  <c:v>45715</c:v>
                </c:pt>
                <c:pt idx="3434">
                  <c:v>45716</c:v>
                </c:pt>
                <c:pt idx="3435">
                  <c:v>45719</c:v>
                </c:pt>
                <c:pt idx="3436">
                  <c:v>45720</c:v>
                </c:pt>
                <c:pt idx="3437">
                  <c:v>45721</c:v>
                </c:pt>
                <c:pt idx="3438">
                  <c:v>45722</c:v>
                </c:pt>
                <c:pt idx="3439">
                  <c:v>45723</c:v>
                </c:pt>
                <c:pt idx="3440">
                  <c:v>45726</c:v>
                </c:pt>
                <c:pt idx="3441">
                  <c:v>45727</c:v>
                </c:pt>
                <c:pt idx="3442">
                  <c:v>45728</c:v>
                </c:pt>
                <c:pt idx="3443">
                  <c:v>45729</c:v>
                </c:pt>
                <c:pt idx="3444">
                  <c:v>45730</c:v>
                </c:pt>
                <c:pt idx="3445">
                  <c:v>45733</c:v>
                </c:pt>
                <c:pt idx="3446">
                  <c:v>45734</c:v>
                </c:pt>
                <c:pt idx="3447">
                  <c:v>45735</c:v>
                </c:pt>
                <c:pt idx="3448">
                  <c:v>45736</c:v>
                </c:pt>
                <c:pt idx="3449">
                  <c:v>45737</c:v>
                </c:pt>
                <c:pt idx="3450">
                  <c:v>45740</c:v>
                </c:pt>
                <c:pt idx="3451">
                  <c:v>45741</c:v>
                </c:pt>
                <c:pt idx="3452">
                  <c:v>45742</c:v>
                </c:pt>
                <c:pt idx="3453">
                  <c:v>45743</c:v>
                </c:pt>
                <c:pt idx="3454">
                  <c:v>45744</c:v>
                </c:pt>
                <c:pt idx="3455">
                  <c:v>45747</c:v>
                </c:pt>
                <c:pt idx="3456">
                  <c:v>45748</c:v>
                </c:pt>
                <c:pt idx="3457">
                  <c:v>45749</c:v>
                </c:pt>
                <c:pt idx="3458">
                  <c:v>45750</c:v>
                </c:pt>
                <c:pt idx="3459">
                  <c:v>45751</c:v>
                </c:pt>
                <c:pt idx="3460">
                  <c:v>45754</c:v>
                </c:pt>
                <c:pt idx="3461">
                  <c:v>45755</c:v>
                </c:pt>
                <c:pt idx="3462">
                  <c:v>45756</c:v>
                </c:pt>
                <c:pt idx="3463">
                  <c:v>45757</c:v>
                </c:pt>
                <c:pt idx="3464">
                  <c:v>45758</c:v>
                </c:pt>
                <c:pt idx="3465">
                  <c:v>45761</c:v>
                </c:pt>
                <c:pt idx="3466">
                  <c:v>45762</c:v>
                </c:pt>
                <c:pt idx="3467">
                  <c:v>45763</c:v>
                </c:pt>
                <c:pt idx="3468">
                  <c:v>45764</c:v>
                </c:pt>
                <c:pt idx="3469">
                  <c:v>45765</c:v>
                </c:pt>
                <c:pt idx="3470">
                  <c:v>45768</c:v>
                </c:pt>
                <c:pt idx="3471">
                  <c:v>45769</c:v>
                </c:pt>
                <c:pt idx="3472">
                  <c:v>45770</c:v>
                </c:pt>
                <c:pt idx="3473">
                  <c:v>45771</c:v>
                </c:pt>
                <c:pt idx="3474">
                  <c:v>45772</c:v>
                </c:pt>
                <c:pt idx="3475">
                  <c:v>45775</c:v>
                </c:pt>
                <c:pt idx="3476">
                  <c:v>45776</c:v>
                </c:pt>
                <c:pt idx="3477">
                  <c:v>45777</c:v>
                </c:pt>
                <c:pt idx="3478">
                  <c:v>45778</c:v>
                </c:pt>
                <c:pt idx="3479">
                  <c:v>45779</c:v>
                </c:pt>
                <c:pt idx="3480">
                  <c:v>45782</c:v>
                </c:pt>
                <c:pt idx="3481">
                  <c:v>45783</c:v>
                </c:pt>
                <c:pt idx="3482">
                  <c:v>45784</c:v>
                </c:pt>
                <c:pt idx="3483">
                  <c:v>45785</c:v>
                </c:pt>
                <c:pt idx="3484">
                  <c:v>45786</c:v>
                </c:pt>
                <c:pt idx="3485">
                  <c:v>45789</c:v>
                </c:pt>
                <c:pt idx="3486">
                  <c:v>45790</c:v>
                </c:pt>
                <c:pt idx="3487">
                  <c:v>45791</c:v>
                </c:pt>
                <c:pt idx="3488">
                  <c:v>45792</c:v>
                </c:pt>
                <c:pt idx="3489">
                  <c:v>45793</c:v>
                </c:pt>
                <c:pt idx="3490">
                  <c:v>45796</c:v>
                </c:pt>
                <c:pt idx="3491">
                  <c:v>45797</c:v>
                </c:pt>
                <c:pt idx="3492">
                  <c:v>45798</c:v>
                </c:pt>
                <c:pt idx="3493">
                  <c:v>45799</c:v>
                </c:pt>
                <c:pt idx="3494">
                  <c:v>45800</c:v>
                </c:pt>
                <c:pt idx="3495">
                  <c:v>45803</c:v>
                </c:pt>
                <c:pt idx="3496">
                  <c:v>45804</c:v>
                </c:pt>
                <c:pt idx="3497">
                  <c:v>45805</c:v>
                </c:pt>
                <c:pt idx="3498">
                  <c:v>45806</c:v>
                </c:pt>
                <c:pt idx="3499">
                  <c:v>45807</c:v>
                </c:pt>
                <c:pt idx="3500">
                  <c:v>45810</c:v>
                </c:pt>
                <c:pt idx="3501">
                  <c:v>45811</c:v>
                </c:pt>
                <c:pt idx="3502">
                  <c:v>45812</c:v>
                </c:pt>
                <c:pt idx="3503">
                  <c:v>45813</c:v>
                </c:pt>
                <c:pt idx="3504">
                  <c:v>45814</c:v>
                </c:pt>
                <c:pt idx="3505">
                  <c:v>45817</c:v>
                </c:pt>
                <c:pt idx="3506">
                  <c:v>45818</c:v>
                </c:pt>
                <c:pt idx="3507">
                  <c:v>45819</c:v>
                </c:pt>
                <c:pt idx="3508">
                  <c:v>45820</c:v>
                </c:pt>
                <c:pt idx="3509">
                  <c:v>45821</c:v>
                </c:pt>
                <c:pt idx="3510">
                  <c:v>45824</c:v>
                </c:pt>
                <c:pt idx="3511">
                  <c:v>45825</c:v>
                </c:pt>
                <c:pt idx="3512">
                  <c:v>45826</c:v>
                </c:pt>
                <c:pt idx="3513">
                  <c:v>45827</c:v>
                </c:pt>
                <c:pt idx="3514">
                  <c:v>45828</c:v>
                </c:pt>
                <c:pt idx="3515">
                  <c:v>45831</c:v>
                </c:pt>
                <c:pt idx="3516">
                  <c:v>45832</c:v>
                </c:pt>
                <c:pt idx="3517">
                  <c:v>45833</c:v>
                </c:pt>
                <c:pt idx="3518">
                  <c:v>45834</c:v>
                </c:pt>
                <c:pt idx="3519">
                  <c:v>45835</c:v>
                </c:pt>
                <c:pt idx="3520">
                  <c:v>45838</c:v>
                </c:pt>
                <c:pt idx="3521">
                  <c:v>45839</c:v>
                </c:pt>
                <c:pt idx="3522">
                  <c:v>45840</c:v>
                </c:pt>
                <c:pt idx="3523">
                  <c:v>45841</c:v>
                </c:pt>
                <c:pt idx="3524">
                  <c:v>45842</c:v>
                </c:pt>
                <c:pt idx="3525">
                  <c:v>45845</c:v>
                </c:pt>
                <c:pt idx="3526">
                  <c:v>45846</c:v>
                </c:pt>
                <c:pt idx="3527">
                  <c:v>45847</c:v>
                </c:pt>
                <c:pt idx="3528">
                  <c:v>45848</c:v>
                </c:pt>
                <c:pt idx="3529">
                  <c:v>45849</c:v>
                </c:pt>
                <c:pt idx="3530">
                  <c:v>45852</c:v>
                </c:pt>
                <c:pt idx="3531">
                  <c:v>45853</c:v>
                </c:pt>
                <c:pt idx="3532">
                  <c:v>45854</c:v>
                </c:pt>
                <c:pt idx="3533">
                  <c:v>45855</c:v>
                </c:pt>
                <c:pt idx="3534">
                  <c:v>45856</c:v>
                </c:pt>
                <c:pt idx="3535">
                  <c:v>45859</c:v>
                </c:pt>
                <c:pt idx="3536">
                  <c:v>45860</c:v>
                </c:pt>
                <c:pt idx="3537">
                  <c:v>45861</c:v>
                </c:pt>
                <c:pt idx="3538">
                  <c:v>45862</c:v>
                </c:pt>
                <c:pt idx="3539">
                  <c:v>45863</c:v>
                </c:pt>
                <c:pt idx="3540">
                  <c:v>45866</c:v>
                </c:pt>
                <c:pt idx="3541">
                  <c:v>45867</c:v>
                </c:pt>
                <c:pt idx="3542">
                  <c:v>45868</c:v>
                </c:pt>
                <c:pt idx="3543">
                  <c:v>45869</c:v>
                </c:pt>
                <c:pt idx="3544">
                  <c:v>45870</c:v>
                </c:pt>
                <c:pt idx="3545">
                  <c:v>45873</c:v>
                </c:pt>
                <c:pt idx="3546">
                  <c:v>45874</c:v>
                </c:pt>
                <c:pt idx="3547">
                  <c:v>45875</c:v>
                </c:pt>
                <c:pt idx="3548">
                  <c:v>45876</c:v>
                </c:pt>
                <c:pt idx="3549">
                  <c:v>45877</c:v>
                </c:pt>
                <c:pt idx="3550">
                  <c:v>45880</c:v>
                </c:pt>
                <c:pt idx="3551">
                  <c:v>45881</c:v>
                </c:pt>
                <c:pt idx="3552">
                  <c:v>45882</c:v>
                </c:pt>
                <c:pt idx="3553">
                  <c:v>45883</c:v>
                </c:pt>
                <c:pt idx="3554">
                  <c:v>45884</c:v>
                </c:pt>
                <c:pt idx="3555">
                  <c:v>45887</c:v>
                </c:pt>
                <c:pt idx="3556">
                  <c:v>45888</c:v>
                </c:pt>
                <c:pt idx="3557">
                  <c:v>45889</c:v>
                </c:pt>
                <c:pt idx="3558">
                  <c:v>45890</c:v>
                </c:pt>
                <c:pt idx="3559">
                  <c:v>45891</c:v>
                </c:pt>
                <c:pt idx="3560">
                  <c:v>45894</c:v>
                </c:pt>
                <c:pt idx="3561">
                  <c:v>45895</c:v>
                </c:pt>
                <c:pt idx="3562">
                  <c:v>45896</c:v>
                </c:pt>
                <c:pt idx="3563">
                  <c:v>45897</c:v>
                </c:pt>
                <c:pt idx="3564">
                  <c:v>45898</c:v>
                </c:pt>
                <c:pt idx="3565">
                  <c:v>45901</c:v>
                </c:pt>
                <c:pt idx="3566">
                  <c:v>45902</c:v>
                </c:pt>
                <c:pt idx="3567">
                  <c:v>45903</c:v>
                </c:pt>
                <c:pt idx="3568">
                  <c:v>45904</c:v>
                </c:pt>
                <c:pt idx="3569">
                  <c:v>45905</c:v>
                </c:pt>
                <c:pt idx="3570">
                  <c:v>45908</c:v>
                </c:pt>
                <c:pt idx="3571">
                  <c:v>45909</c:v>
                </c:pt>
                <c:pt idx="3572">
                  <c:v>45910</c:v>
                </c:pt>
                <c:pt idx="3573">
                  <c:v>45911</c:v>
                </c:pt>
                <c:pt idx="3574">
                  <c:v>45912</c:v>
                </c:pt>
                <c:pt idx="3575">
                  <c:v>45915</c:v>
                </c:pt>
                <c:pt idx="3576">
                  <c:v>45916</c:v>
                </c:pt>
                <c:pt idx="3577">
                  <c:v>45917</c:v>
                </c:pt>
                <c:pt idx="3578">
                  <c:v>45918</c:v>
                </c:pt>
                <c:pt idx="3579">
                  <c:v>45919</c:v>
                </c:pt>
                <c:pt idx="3580">
                  <c:v>45922</c:v>
                </c:pt>
                <c:pt idx="3581">
                  <c:v>45923</c:v>
                </c:pt>
                <c:pt idx="3582">
                  <c:v>45924</c:v>
                </c:pt>
                <c:pt idx="3583">
                  <c:v>45925</c:v>
                </c:pt>
                <c:pt idx="3584">
                  <c:v>45926</c:v>
                </c:pt>
                <c:pt idx="3585">
                  <c:v>45929</c:v>
                </c:pt>
                <c:pt idx="3586">
                  <c:v>45930</c:v>
                </c:pt>
                <c:pt idx="3587">
                  <c:v>45931</c:v>
                </c:pt>
                <c:pt idx="3588">
                  <c:v>45932</c:v>
                </c:pt>
                <c:pt idx="3589">
                  <c:v>45933</c:v>
                </c:pt>
                <c:pt idx="3590">
                  <c:v>45936</c:v>
                </c:pt>
                <c:pt idx="3591">
                  <c:v>45937</c:v>
                </c:pt>
                <c:pt idx="3592">
                  <c:v>45938</c:v>
                </c:pt>
                <c:pt idx="3593">
                  <c:v>45939</c:v>
                </c:pt>
                <c:pt idx="3594">
                  <c:v>45940</c:v>
                </c:pt>
                <c:pt idx="3595">
                  <c:v>45943</c:v>
                </c:pt>
                <c:pt idx="3596">
                  <c:v>45944</c:v>
                </c:pt>
                <c:pt idx="3597">
                  <c:v>45945</c:v>
                </c:pt>
                <c:pt idx="3598">
                  <c:v>45946</c:v>
                </c:pt>
                <c:pt idx="3599">
                  <c:v>45947</c:v>
                </c:pt>
                <c:pt idx="3600">
                  <c:v>45950</c:v>
                </c:pt>
                <c:pt idx="3601">
                  <c:v>45951</c:v>
                </c:pt>
                <c:pt idx="3602">
                  <c:v>45952</c:v>
                </c:pt>
                <c:pt idx="3603">
                  <c:v>45953</c:v>
                </c:pt>
                <c:pt idx="3604">
                  <c:v>45954</c:v>
                </c:pt>
                <c:pt idx="3605">
                  <c:v>45957</c:v>
                </c:pt>
                <c:pt idx="3606">
                  <c:v>45958</c:v>
                </c:pt>
                <c:pt idx="3607">
                  <c:v>45959</c:v>
                </c:pt>
                <c:pt idx="3608">
                  <c:v>45960</c:v>
                </c:pt>
                <c:pt idx="3609">
                  <c:v>45961</c:v>
                </c:pt>
                <c:pt idx="3610">
                  <c:v>45964</c:v>
                </c:pt>
                <c:pt idx="3611">
                  <c:v>45965</c:v>
                </c:pt>
                <c:pt idx="3612">
                  <c:v>45966</c:v>
                </c:pt>
                <c:pt idx="3613">
                  <c:v>45967</c:v>
                </c:pt>
                <c:pt idx="3614">
                  <c:v>45968</c:v>
                </c:pt>
                <c:pt idx="3615">
                  <c:v>45971</c:v>
                </c:pt>
                <c:pt idx="3616">
                  <c:v>45972</c:v>
                </c:pt>
                <c:pt idx="3617">
                  <c:v>45973</c:v>
                </c:pt>
                <c:pt idx="3618">
                  <c:v>45974</c:v>
                </c:pt>
                <c:pt idx="3619">
                  <c:v>45975</c:v>
                </c:pt>
                <c:pt idx="3620">
                  <c:v>45978</c:v>
                </c:pt>
                <c:pt idx="3621">
                  <c:v>45979</c:v>
                </c:pt>
                <c:pt idx="3622">
                  <c:v>45980</c:v>
                </c:pt>
                <c:pt idx="3623">
                  <c:v>45981</c:v>
                </c:pt>
                <c:pt idx="3624">
                  <c:v>45982</c:v>
                </c:pt>
                <c:pt idx="3625">
                  <c:v>45985</c:v>
                </c:pt>
                <c:pt idx="3626">
                  <c:v>45986</c:v>
                </c:pt>
                <c:pt idx="3627">
                  <c:v>45987</c:v>
                </c:pt>
                <c:pt idx="3628">
                  <c:v>45988</c:v>
                </c:pt>
                <c:pt idx="3629">
                  <c:v>45989</c:v>
                </c:pt>
                <c:pt idx="3630">
                  <c:v>45992</c:v>
                </c:pt>
                <c:pt idx="3631">
                  <c:v>45993</c:v>
                </c:pt>
                <c:pt idx="3632">
                  <c:v>45994</c:v>
                </c:pt>
                <c:pt idx="3633">
                  <c:v>45995</c:v>
                </c:pt>
                <c:pt idx="3634">
                  <c:v>45996</c:v>
                </c:pt>
                <c:pt idx="3635">
                  <c:v>45999</c:v>
                </c:pt>
                <c:pt idx="3636">
                  <c:v>46000</c:v>
                </c:pt>
                <c:pt idx="3637">
                  <c:v>46001</c:v>
                </c:pt>
                <c:pt idx="3638">
                  <c:v>46002</c:v>
                </c:pt>
                <c:pt idx="3639">
                  <c:v>46003</c:v>
                </c:pt>
                <c:pt idx="3640">
                  <c:v>46006</c:v>
                </c:pt>
                <c:pt idx="3641">
                  <c:v>46007</c:v>
                </c:pt>
                <c:pt idx="3642">
                  <c:v>46008</c:v>
                </c:pt>
                <c:pt idx="3643">
                  <c:v>46009</c:v>
                </c:pt>
                <c:pt idx="3644">
                  <c:v>46010</c:v>
                </c:pt>
                <c:pt idx="3645">
                  <c:v>46013</c:v>
                </c:pt>
                <c:pt idx="3646">
                  <c:v>46014</c:v>
                </c:pt>
                <c:pt idx="3647">
                  <c:v>46015</c:v>
                </c:pt>
                <c:pt idx="3648">
                  <c:v>46016</c:v>
                </c:pt>
                <c:pt idx="3649">
                  <c:v>46017</c:v>
                </c:pt>
                <c:pt idx="3650">
                  <c:v>46020</c:v>
                </c:pt>
                <c:pt idx="3651">
                  <c:v>46021</c:v>
                </c:pt>
                <c:pt idx="3652">
                  <c:v>46022</c:v>
                </c:pt>
                <c:pt idx="3653">
                  <c:v>46023</c:v>
                </c:pt>
                <c:pt idx="3654">
                  <c:v>46024</c:v>
                </c:pt>
                <c:pt idx="3655">
                  <c:v>46027</c:v>
                </c:pt>
                <c:pt idx="3656">
                  <c:v>46028</c:v>
                </c:pt>
                <c:pt idx="3657">
                  <c:v>46029</c:v>
                </c:pt>
                <c:pt idx="3658">
                  <c:v>46030</c:v>
                </c:pt>
                <c:pt idx="3659">
                  <c:v>46031</c:v>
                </c:pt>
                <c:pt idx="3660">
                  <c:v>46034</c:v>
                </c:pt>
                <c:pt idx="3661">
                  <c:v>46035</c:v>
                </c:pt>
                <c:pt idx="3662">
                  <c:v>46036</c:v>
                </c:pt>
                <c:pt idx="3663">
                  <c:v>46037</c:v>
                </c:pt>
                <c:pt idx="3664">
                  <c:v>46038</c:v>
                </c:pt>
                <c:pt idx="3665">
                  <c:v>46041</c:v>
                </c:pt>
                <c:pt idx="3666">
                  <c:v>46042</c:v>
                </c:pt>
                <c:pt idx="3667">
                  <c:v>46043</c:v>
                </c:pt>
                <c:pt idx="3668">
                  <c:v>46044</c:v>
                </c:pt>
                <c:pt idx="3669">
                  <c:v>46045</c:v>
                </c:pt>
                <c:pt idx="3670">
                  <c:v>46048</c:v>
                </c:pt>
                <c:pt idx="3671">
                  <c:v>46049</c:v>
                </c:pt>
                <c:pt idx="3672">
                  <c:v>46050</c:v>
                </c:pt>
                <c:pt idx="3673">
                  <c:v>46051</c:v>
                </c:pt>
                <c:pt idx="3674">
                  <c:v>46052</c:v>
                </c:pt>
                <c:pt idx="3675">
                  <c:v>46055</c:v>
                </c:pt>
                <c:pt idx="3676">
                  <c:v>46056</c:v>
                </c:pt>
                <c:pt idx="3677">
                  <c:v>46057</c:v>
                </c:pt>
                <c:pt idx="3678">
                  <c:v>46058</c:v>
                </c:pt>
                <c:pt idx="3679">
                  <c:v>46059</c:v>
                </c:pt>
                <c:pt idx="3680">
                  <c:v>46062</c:v>
                </c:pt>
                <c:pt idx="3681">
                  <c:v>46063</c:v>
                </c:pt>
                <c:pt idx="3682">
                  <c:v>46064</c:v>
                </c:pt>
                <c:pt idx="3683">
                  <c:v>46065</c:v>
                </c:pt>
                <c:pt idx="3684">
                  <c:v>46066</c:v>
                </c:pt>
                <c:pt idx="3685">
                  <c:v>46069</c:v>
                </c:pt>
                <c:pt idx="3686">
                  <c:v>46070</c:v>
                </c:pt>
                <c:pt idx="3687">
                  <c:v>46071</c:v>
                </c:pt>
                <c:pt idx="3688">
                  <c:v>46072</c:v>
                </c:pt>
                <c:pt idx="3689">
                  <c:v>46073</c:v>
                </c:pt>
                <c:pt idx="3690">
                  <c:v>46076</c:v>
                </c:pt>
                <c:pt idx="3691">
                  <c:v>46077</c:v>
                </c:pt>
                <c:pt idx="3692">
                  <c:v>46078</c:v>
                </c:pt>
                <c:pt idx="3693">
                  <c:v>46079</c:v>
                </c:pt>
                <c:pt idx="3694">
                  <c:v>46080</c:v>
                </c:pt>
                <c:pt idx="3695">
                  <c:v>46083</c:v>
                </c:pt>
                <c:pt idx="3696">
                  <c:v>46084</c:v>
                </c:pt>
                <c:pt idx="3697">
                  <c:v>46085</c:v>
                </c:pt>
                <c:pt idx="3698">
                  <c:v>46086</c:v>
                </c:pt>
                <c:pt idx="3699">
                  <c:v>46087</c:v>
                </c:pt>
                <c:pt idx="3700">
                  <c:v>46090</c:v>
                </c:pt>
                <c:pt idx="3701">
                  <c:v>46091</c:v>
                </c:pt>
                <c:pt idx="3702">
                  <c:v>46092</c:v>
                </c:pt>
                <c:pt idx="3703">
                  <c:v>46093</c:v>
                </c:pt>
                <c:pt idx="3704">
                  <c:v>46094</c:v>
                </c:pt>
                <c:pt idx="3705">
                  <c:v>46097</c:v>
                </c:pt>
                <c:pt idx="3706">
                  <c:v>46098</c:v>
                </c:pt>
                <c:pt idx="3707">
                  <c:v>46099</c:v>
                </c:pt>
                <c:pt idx="3708">
                  <c:v>46100</c:v>
                </c:pt>
                <c:pt idx="3709">
                  <c:v>46101</c:v>
                </c:pt>
                <c:pt idx="3710">
                  <c:v>46104</c:v>
                </c:pt>
                <c:pt idx="3711">
                  <c:v>46105</c:v>
                </c:pt>
                <c:pt idx="3712">
                  <c:v>46106</c:v>
                </c:pt>
                <c:pt idx="3713">
                  <c:v>46107</c:v>
                </c:pt>
                <c:pt idx="3714">
                  <c:v>46108</c:v>
                </c:pt>
                <c:pt idx="3715">
                  <c:v>46111</c:v>
                </c:pt>
                <c:pt idx="3716">
                  <c:v>46112</c:v>
                </c:pt>
                <c:pt idx="3717">
                  <c:v>46113</c:v>
                </c:pt>
                <c:pt idx="3718">
                  <c:v>46114</c:v>
                </c:pt>
                <c:pt idx="3719">
                  <c:v>46115</c:v>
                </c:pt>
                <c:pt idx="3720">
                  <c:v>46118</c:v>
                </c:pt>
                <c:pt idx="3721">
                  <c:v>46119</c:v>
                </c:pt>
                <c:pt idx="3722">
                  <c:v>46120</c:v>
                </c:pt>
                <c:pt idx="3723">
                  <c:v>46121</c:v>
                </c:pt>
                <c:pt idx="3724">
                  <c:v>46122</c:v>
                </c:pt>
                <c:pt idx="3725">
                  <c:v>46125</c:v>
                </c:pt>
                <c:pt idx="3726">
                  <c:v>46126</c:v>
                </c:pt>
                <c:pt idx="3727">
                  <c:v>46127</c:v>
                </c:pt>
                <c:pt idx="3728">
                  <c:v>46128</c:v>
                </c:pt>
                <c:pt idx="3729">
                  <c:v>46129</c:v>
                </c:pt>
                <c:pt idx="3730">
                  <c:v>46132</c:v>
                </c:pt>
                <c:pt idx="3731">
                  <c:v>46133</c:v>
                </c:pt>
                <c:pt idx="3732">
                  <c:v>46134</c:v>
                </c:pt>
                <c:pt idx="3733">
                  <c:v>46135</c:v>
                </c:pt>
                <c:pt idx="3734">
                  <c:v>46136</c:v>
                </c:pt>
                <c:pt idx="3735">
                  <c:v>46139</c:v>
                </c:pt>
                <c:pt idx="3736">
                  <c:v>46140</c:v>
                </c:pt>
                <c:pt idx="3737">
                  <c:v>46141</c:v>
                </c:pt>
                <c:pt idx="3738">
                  <c:v>46142</c:v>
                </c:pt>
                <c:pt idx="3739">
                  <c:v>46143</c:v>
                </c:pt>
                <c:pt idx="3740">
                  <c:v>46146</c:v>
                </c:pt>
                <c:pt idx="3741">
                  <c:v>46147</c:v>
                </c:pt>
                <c:pt idx="3742">
                  <c:v>46148</c:v>
                </c:pt>
                <c:pt idx="3743">
                  <c:v>46149</c:v>
                </c:pt>
                <c:pt idx="3744">
                  <c:v>46150</c:v>
                </c:pt>
                <c:pt idx="3745">
                  <c:v>46153</c:v>
                </c:pt>
                <c:pt idx="3746">
                  <c:v>46154</c:v>
                </c:pt>
                <c:pt idx="3747">
                  <c:v>46155</c:v>
                </c:pt>
                <c:pt idx="3748">
                  <c:v>46156</c:v>
                </c:pt>
                <c:pt idx="3749">
                  <c:v>46157</c:v>
                </c:pt>
                <c:pt idx="3750">
                  <c:v>46160</c:v>
                </c:pt>
                <c:pt idx="3751">
                  <c:v>46161</c:v>
                </c:pt>
                <c:pt idx="3752">
                  <c:v>46162</c:v>
                </c:pt>
                <c:pt idx="3753">
                  <c:v>46163</c:v>
                </c:pt>
                <c:pt idx="3754">
                  <c:v>46164</c:v>
                </c:pt>
                <c:pt idx="3755">
                  <c:v>46167</c:v>
                </c:pt>
                <c:pt idx="3756">
                  <c:v>46168</c:v>
                </c:pt>
                <c:pt idx="3757">
                  <c:v>46169</c:v>
                </c:pt>
                <c:pt idx="3758">
                  <c:v>46170</c:v>
                </c:pt>
                <c:pt idx="3759">
                  <c:v>46171</c:v>
                </c:pt>
                <c:pt idx="3760">
                  <c:v>46174</c:v>
                </c:pt>
                <c:pt idx="3761">
                  <c:v>46175</c:v>
                </c:pt>
                <c:pt idx="3762">
                  <c:v>46176</c:v>
                </c:pt>
                <c:pt idx="3763">
                  <c:v>46177</c:v>
                </c:pt>
                <c:pt idx="3764">
                  <c:v>46178</c:v>
                </c:pt>
                <c:pt idx="3765">
                  <c:v>46181</c:v>
                </c:pt>
                <c:pt idx="3766">
                  <c:v>46182</c:v>
                </c:pt>
                <c:pt idx="3767">
                  <c:v>46183</c:v>
                </c:pt>
                <c:pt idx="3768">
                  <c:v>46184</c:v>
                </c:pt>
                <c:pt idx="3769">
                  <c:v>46185</c:v>
                </c:pt>
                <c:pt idx="3770">
                  <c:v>46188</c:v>
                </c:pt>
                <c:pt idx="3771">
                  <c:v>46189</c:v>
                </c:pt>
                <c:pt idx="3772">
                  <c:v>46190</c:v>
                </c:pt>
                <c:pt idx="3773">
                  <c:v>46191</c:v>
                </c:pt>
                <c:pt idx="3774">
                  <c:v>46192</c:v>
                </c:pt>
                <c:pt idx="3775">
                  <c:v>46195</c:v>
                </c:pt>
                <c:pt idx="3776">
                  <c:v>46196</c:v>
                </c:pt>
                <c:pt idx="3777">
                  <c:v>46197</c:v>
                </c:pt>
                <c:pt idx="3778">
                  <c:v>46198</c:v>
                </c:pt>
                <c:pt idx="3779">
                  <c:v>46199</c:v>
                </c:pt>
                <c:pt idx="3780">
                  <c:v>46202</c:v>
                </c:pt>
                <c:pt idx="3781">
                  <c:v>46203</c:v>
                </c:pt>
                <c:pt idx="3782">
                  <c:v>46204</c:v>
                </c:pt>
                <c:pt idx="3783">
                  <c:v>46205</c:v>
                </c:pt>
                <c:pt idx="3784">
                  <c:v>46206</c:v>
                </c:pt>
                <c:pt idx="3785">
                  <c:v>46209</c:v>
                </c:pt>
                <c:pt idx="3786">
                  <c:v>46210</c:v>
                </c:pt>
                <c:pt idx="3787">
                  <c:v>46211</c:v>
                </c:pt>
                <c:pt idx="3788">
                  <c:v>46212</c:v>
                </c:pt>
                <c:pt idx="3789">
                  <c:v>46213</c:v>
                </c:pt>
                <c:pt idx="3790">
                  <c:v>46216</c:v>
                </c:pt>
                <c:pt idx="3791">
                  <c:v>46217</c:v>
                </c:pt>
                <c:pt idx="3792">
                  <c:v>46218</c:v>
                </c:pt>
                <c:pt idx="3793">
                  <c:v>46219</c:v>
                </c:pt>
                <c:pt idx="3794">
                  <c:v>46220</c:v>
                </c:pt>
                <c:pt idx="3795">
                  <c:v>46223</c:v>
                </c:pt>
                <c:pt idx="3796">
                  <c:v>46224</c:v>
                </c:pt>
                <c:pt idx="3797">
                  <c:v>46225</c:v>
                </c:pt>
                <c:pt idx="3798">
                  <c:v>46226</c:v>
                </c:pt>
                <c:pt idx="3799">
                  <c:v>46227</c:v>
                </c:pt>
                <c:pt idx="3800">
                  <c:v>46230</c:v>
                </c:pt>
                <c:pt idx="3801">
                  <c:v>46231</c:v>
                </c:pt>
                <c:pt idx="3802">
                  <c:v>46232</c:v>
                </c:pt>
                <c:pt idx="3803">
                  <c:v>46233</c:v>
                </c:pt>
                <c:pt idx="3804">
                  <c:v>46234</c:v>
                </c:pt>
                <c:pt idx="3805">
                  <c:v>46237</c:v>
                </c:pt>
                <c:pt idx="3806">
                  <c:v>46238</c:v>
                </c:pt>
                <c:pt idx="3807">
                  <c:v>46239</c:v>
                </c:pt>
                <c:pt idx="3808">
                  <c:v>46240</c:v>
                </c:pt>
                <c:pt idx="3809">
                  <c:v>46241</c:v>
                </c:pt>
                <c:pt idx="3810">
                  <c:v>46244</c:v>
                </c:pt>
                <c:pt idx="3811">
                  <c:v>46245</c:v>
                </c:pt>
                <c:pt idx="3812">
                  <c:v>46246</c:v>
                </c:pt>
                <c:pt idx="3813">
                  <c:v>46247</c:v>
                </c:pt>
                <c:pt idx="3814">
                  <c:v>46248</c:v>
                </c:pt>
                <c:pt idx="3815">
                  <c:v>46251</c:v>
                </c:pt>
                <c:pt idx="3816">
                  <c:v>46252</c:v>
                </c:pt>
                <c:pt idx="3817">
                  <c:v>46253</c:v>
                </c:pt>
                <c:pt idx="3818">
                  <c:v>46254</c:v>
                </c:pt>
                <c:pt idx="3819">
                  <c:v>46255</c:v>
                </c:pt>
                <c:pt idx="3820">
                  <c:v>46258</c:v>
                </c:pt>
                <c:pt idx="3821">
                  <c:v>46259</c:v>
                </c:pt>
                <c:pt idx="3822">
                  <c:v>46260</c:v>
                </c:pt>
                <c:pt idx="3823">
                  <c:v>46261</c:v>
                </c:pt>
                <c:pt idx="3824">
                  <c:v>46262</c:v>
                </c:pt>
                <c:pt idx="3825">
                  <c:v>46265</c:v>
                </c:pt>
                <c:pt idx="3826">
                  <c:v>46266</c:v>
                </c:pt>
                <c:pt idx="3827">
                  <c:v>46267</c:v>
                </c:pt>
                <c:pt idx="3828">
                  <c:v>46268</c:v>
                </c:pt>
                <c:pt idx="3829">
                  <c:v>46269</c:v>
                </c:pt>
                <c:pt idx="3830">
                  <c:v>46272</c:v>
                </c:pt>
                <c:pt idx="3831">
                  <c:v>46273</c:v>
                </c:pt>
                <c:pt idx="3832">
                  <c:v>46274</c:v>
                </c:pt>
              </c:numCache>
            </c:numRef>
          </c:cat>
          <c:val>
            <c:numRef>
              <c:f>Sheet1!$E$2:$E$4355</c:f>
              <c:numCache>
                <c:formatCode>0.00%</c:formatCode>
                <c:ptCount val="4354"/>
                <c:pt idx="0">
                  <c:v>4.2500000000000003E-2</c:v>
                </c:pt>
                <c:pt idx="1">
                  <c:v>4.2500000000000003E-2</c:v>
                </c:pt>
                <c:pt idx="2">
                  <c:v>4.2500000000000003E-2</c:v>
                </c:pt>
                <c:pt idx="3">
                  <c:v>4.2500000000000003E-2</c:v>
                </c:pt>
                <c:pt idx="4">
                  <c:v>4.2500000000000003E-2</c:v>
                </c:pt>
                <c:pt idx="5">
                  <c:v>4.2500000000000003E-2</c:v>
                </c:pt>
                <c:pt idx="6">
                  <c:v>4.2500000000000003E-2</c:v>
                </c:pt>
                <c:pt idx="7">
                  <c:v>4.2500000000000003E-2</c:v>
                </c:pt>
                <c:pt idx="8">
                  <c:v>4.2500000000000003E-2</c:v>
                </c:pt>
                <c:pt idx="9">
                  <c:v>4.2500000000000003E-2</c:v>
                </c:pt>
                <c:pt idx="10">
                  <c:v>4.2500000000000003E-2</c:v>
                </c:pt>
                <c:pt idx="11">
                  <c:v>4.2500000000000003E-2</c:v>
                </c:pt>
                <c:pt idx="12">
                  <c:v>4.2500000000000003E-2</c:v>
                </c:pt>
                <c:pt idx="13">
                  <c:v>4.2500000000000003E-2</c:v>
                </c:pt>
                <c:pt idx="14">
                  <c:v>4.2500000000000003E-2</c:v>
                </c:pt>
                <c:pt idx="15">
                  <c:v>4.2500000000000003E-2</c:v>
                </c:pt>
                <c:pt idx="16">
                  <c:v>4.2500000000000003E-2</c:v>
                </c:pt>
                <c:pt idx="17">
                  <c:v>4.2500000000000003E-2</c:v>
                </c:pt>
                <c:pt idx="18">
                  <c:v>4.2500000000000003E-2</c:v>
                </c:pt>
                <c:pt idx="19">
                  <c:v>4.2500000000000003E-2</c:v>
                </c:pt>
                <c:pt idx="20">
                  <c:v>4.2500000000000003E-2</c:v>
                </c:pt>
                <c:pt idx="21">
                  <c:v>4.2500000000000003E-2</c:v>
                </c:pt>
                <c:pt idx="22">
                  <c:v>4.2500000000000003E-2</c:v>
                </c:pt>
                <c:pt idx="23">
                  <c:v>4.2500000000000003E-2</c:v>
                </c:pt>
                <c:pt idx="24">
                  <c:v>4.2500000000000003E-2</c:v>
                </c:pt>
                <c:pt idx="25">
                  <c:v>4.2500000000000003E-2</c:v>
                </c:pt>
                <c:pt idx="26">
                  <c:v>4.2500000000000003E-2</c:v>
                </c:pt>
                <c:pt idx="27">
                  <c:v>4.2500000000000003E-2</c:v>
                </c:pt>
                <c:pt idx="28">
                  <c:v>4.2500000000000003E-2</c:v>
                </c:pt>
                <c:pt idx="29">
                  <c:v>4.2500000000000003E-2</c:v>
                </c:pt>
                <c:pt idx="30">
                  <c:v>4.2500000000000003E-2</c:v>
                </c:pt>
                <c:pt idx="31">
                  <c:v>4.2500000000000003E-2</c:v>
                </c:pt>
                <c:pt idx="32">
                  <c:v>4.2500000000000003E-2</c:v>
                </c:pt>
                <c:pt idx="33">
                  <c:v>4.2500000000000003E-2</c:v>
                </c:pt>
                <c:pt idx="34">
                  <c:v>4.2500000000000003E-2</c:v>
                </c:pt>
                <c:pt idx="35">
                  <c:v>4.2500000000000003E-2</c:v>
                </c:pt>
                <c:pt idx="36">
                  <c:v>4.2500000000000003E-2</c:v>
                </c:pt>
                <c:pt idx="37">
                  <c:v>4.2500000000000003E-2</c:v>
                </c:pt>
                <c:pt idx="38">
                  <c:v>4.2500000000000003E-2</c:v>
                </c:pt>
                <c:pt idx="39">
                  <c:v>4.2500000000000003E-2</c:v>
                </c:pt>
                <c:pt idx="40">
                  <c:v>4.2500000000000003E-2</c:v>
                </c:pt>
                <c:pt idx="41">
                  <c:v>4.2500000000000003E-2</c:v>
                </c:pt>
                <c:pt idx="42">
                  <c:v>4.2500000000000003E-2</c:v>
                </c:pt>
                <c:pt idx="43">
                  <c:v>4.2500000000000003E-2</c:v>
                </c:pt>
                <c:pt idx="44">
                  <c:v>4.2500000000000003E-2</c:v>
                </c:pt>
                <c:pt idx="45">
                  <c:v>4.2500000000000003E-2</c:v>
                </c:pt>
                <c:pt idx="46">
                  <c:v>4.2500000000000003E-2</c:v>
                </c:pt>
                <c:pt idx="47">
                  <c:v>4.2500000000000003E-2</c:v>
                </c:pt>
                <c:pt idx="48">
                  <c:v>4.2500000000000003E-2</c:v>
                </c:pt>
                <c:pt idx="49">
                  <c:v>4.2500000000000003E-2</c:v>
                </c:pt>
                <c:pt idx="50">
                  <c:v>4.2500000000000003E-2</c:v>
                </c:pt>
                <c:pt idx="51">
                  <c:v>4.2500000000000003E-2</c:v>
                </c:pt>
                <c:pt idx="52">
                  <c:v>4.2500000000000003E-2</c:v>
                </c:pt>
                <c:pt idx="53">
                  <c:v>4.2500000000000003E-2</c:v>
                </c:pt>
                <c:pt idx="54">
                  <c:v>4.2500000000000003E-2</c:v>
                </c:pt>
                <c:pt idx="55">
                  <c:v>4.2500000000000003E-2</c:v>
                </c:pt>
                <c:pt idx="56">
                  <c:v>4.2500000000000003E-2</c:v>
                </c:pt>
                <c:pt idx="57">
                  <c:v>4.2500000000000003E-2</c:v>
                </c:pt>
                <c:pt idx="58">
                  <c:v>4.2500000000000003E-2</c:v>
                </c:pt>
                <c:pt idx="59">
                  <c:v>4.2500000000000003E-2</c:v>
                </c:pt>
                <c:pt idx="60">
                  <c:v>4.2500000000000003E-2</c:v>
                </c:pt>
                <c:pt idx="61">
                  <c:v>4.2500000000000003E-2</c:v>
                </c:pt>
                <c:pt idx="62">
                  <c:v>4.2500000000000003E-2</c:v>
                </c:pt>
                <c:pt idx="63">
                  <c:v>4.2500000000000003E-2</c:v>
                </c:pt>
                <c:pt idx="64">
                  <c:v>4.2500000000000003E-2</c:v>
                </c:pt>
                <c:pt idx="65">
                  <c:v>4.2500000000000003E-2</c:v>
                </c:pt>
                <c:pt idx="66">
                  <c:v>4.2500000000000003E-2</c:v>
                </c:pt>
                <c:pt idx="67">
                  <c:v>4.2500000000000003E-2</c:v>
                </c:pt>
                <c:pt idx="68">
                  <c:v>4.2500000000000003E-2</c:v>
                </c:pt>
                <c:pt idx="69">
                  <c:v>4.2500000000000003E-2</c:v>
                </c:pt>
                <c:pt idx="70">
                  <c:v>4.2500000000000003E-2</c:v>
                </c:pt>
                <c:pt idx="71">
                  <c:v>4.2500000000000003E-2</c:v>
                </c:pt>
                <c:pt idx="72">
                  <c:v>4.2500000000000003E-2</c:v>
                </c:pt>
                <c:pt idx="73">
                  <c:v>4.2500000000000003E-2</c:v>
                </c:pt>
                <c:pt idx="74">
                  <c:v>4.2500000000000003E-2</c:v>
                </c:pt>
                <c:pt idx="75">
                  <c:v>4.2500000000000003E-2</c:v>
                </c:pt>
                <c:pt idx="76">
                  <c:v>4.2500000000000003E-2</c:v>
                </c:pt>
                <c:pt idx="77">
                  <c:v>4.2500000000000003E-2</c:v>
                </c:pt>
                <c:pt idx="78">
                  <c:v>4.2500000000000003E-2</c:v>
                </c:pt>
                <c:pt idx="79">
                  <c:v>4.2500000000000003E-2</c:v>
                </c:pt>
                <c:pt idx="80">
                  <c:v>4.2500000000000003E-2</c:v>
                </c:pt>
                <c:pt idx="81">
                  <c:v>4.2500000000000003E-2</c:v>
                </c:pt>
                <c:pt idx="82">
                  <c:v>4.2500000000000003E-2</c:v>
                </c:pt>
                <c:pt idx="83">
                  <c:v>4.2500000000000003E-2</c:v>
                </c:pt>
                <c:pt idx="84">
                  <c:v>4.2500000000000003E-2</c:v>
                </c:pt>
                <c:pt idx="85">
                  <c:v>4.2500000000000003E-2</c:v>
                </c:pt>
                <c:pt idx="86">
                  <c:v>4.2500000000000003E-2</c:v>
                </c:pt>
                <c:pt idx="87">
                  <c:v>4.2500000000000003E-2</c:v>
                </c:pt>
                <c:pt idx="88">
                  <c:v>4.2500000000000003E-2</c:v>
                </c:pt>
                <c:pt idx="89">
                  <c:v>4.2500000000000003E-2</c:v>
                </c:pt>
                <c:pt idx="90">
                  <c:v>4.2500000000000003E-2</c:v>
                </c:pt>
                <c:pt idx="91">
                  <c:v>4.2500000000000003E-2</c:v>
                </c:pt>
                <c:pt idx="92">
                  <c:v>4.2500000000000003E-2</c:v>
                </c:pt>
                <c:pt idx="93">
                  <c:v>4.2500000000000003E-2</c:v>
                </c:pt>
                <c:pt idx="94">
                  <c:v>4.2500000000000003E-2</c:v>
                </c:pt>
                <c:pt idx="95">
                  <c:v>4.2500000000000003E-2</c:v>
                </c:pt>
                <c:pt idx="96">
                  <c:v>4.2500000000000003E-2</c:v>
                </c:pt>
                <c:pt idx="97">
                  <c:v>4.2500000000000003E-2</c:v>
                </c:pt>
                <c:pt idx="98">
                  <c:v>4.2500000000000003E-2</c:v>
                </c:pt>
                <c:pt idx="99">
                  <c:v>4.2500000000000003E-2</c:v>
                </c:pt>
                <c:pt idx="100">
                  <c:v>4.2500000000000003E-2</c:v>
                </c:pt>
                <c:pt idx="101">
                  <c:v>4.2500000000000003E-2</c:v>
                </c:pt>
                <c:pt idx="102">
                  <c:v>4.2500000000000003E-2</c:v>
                </c:pt>
                <c:pt idx="103">
                  <c:v>4.2500000000000003E-2</c:v>
                </c:pt>
                <c:pt idx="104">
                  <c:v>4.2500000000000003E-2</c:v>
                </c:pt>
                <c:pt idx="105">
                  <c:v>4.2500000000000003E-2</c:v>
                </c:pt>
                <c:pt idx="106">
                  <c:v>4.2500000000000003E-2</c:v>
                </c:pt>
                <c:pt idx="107">
                  <c:v>4.2500000000000003E-2</c:v>
                </c:pt>
                <c:pt idx="108">
                  <c:v>4.2500000000000003E-2</c:v>
                </c:pt>
                <c:pt idx="109">
                  <c:v>4.2500000000000003E-2</c:v>
                </c:pt>
                <c:pt idx="110">
                  <c:v>4.2500000000000003E-2</c:v>
                </c:pt>
                <c:pt idx="111">
                  <c:v>4.2500000000000003E-2</c:v>
                </c:pt>
                <c:pt idx="112">
                  <c:v>4.2500000000000003E-2</c:v>
                </c:pt>
                <c:pt idx="113">
                  <c:v>4.2500000000000003E-2</c:v>
                </c:pt>
                <c:pt idx="114">
                  <c:v>4.2500000000000003E-2</c:v>
                </c:pt>
                <c:pt idx="115">
                  <c:v>4.2500000000000003E-2</c:v>
                </c:pt>
                <c:pt idx="116">
                  <c:v>4.2500000000000003E-2</c:v>
                </c:pt>
                <c:pt idx="117">
                  <c:v>4.2500000000000003E-2</c:v>
                </c:pt>
                <c:pt idx="118">
                  <c:v>4.2500000000000003E-2</c:v>
                </c:pt>
                <c:pt idx="119">
                  <c:v>4.2500000000000003E-2</c:v>
                </c:pt>
                <c:pt idx="120">
                  <c:v>4.2500000000000003E-2</c:v>
                </c:pt>
                <c:pt idx="121">
                  <c:v>4.2500000000000003E-2</c:v>
                </c:pt>
                <c:pt idx="122">
                  <c:v>4.2500000000000003E-2</c:v>
                </c:pt>
                <c:pt idx="123">
                  <c:v>4.2500000000000003E-2</c:v>
                </c:pt>
                <c:pt idx="124">
                  <c:v>4.2500000000000003E-2</c:v>
                </c:pt>
                <c:pt idx="125">
                  <c:v>4.2500000000000003E-2</c:v>
                </c:pt>
                <c:pt idx="126">
                  <c:v>4.2500000000000003E-2</c:v>
                </c:pt>
                <c:pt idx="127">
                  <c:v>4.2500000000000003E-2</c:v>
                </c:pt>
                <c:pt idx="128">
                  <c:v>4.2500000000000003E-2</c:v>
                </c:pt>
                <c:pt idx="129">
                  <c:v>4.2500000000000003E-2</c:v>
                </c:pt>
                <c:pt idx="130">
                  <c:v>4.2500000000000003E-2</c:v>
                </c:pt>
                <c:pt idx="131">
                  <c:v>4.2500000000000003E-2</c:v>
                </c:pt>
                <c:pt idx="132">
                  <c:v>4.2500000000000003E-2</c:v>
                </c:pt>
                <c:pt idx="133">
                  <c:v>4.2500000000000003E-2</c:v>
                </c:pt>
                <c:pt idx="134">
                  <c:v>4.2500000000000003E-2</c:v>
                </c:pt>
                <c:pt idx="135">
                  <c:v>4.2500000000000003E-2</c:v>
                </c:pt>
                <c:pt idx="136">
                  <c:v>4.2500000000000003E-2</c:v>
                </c:pt>
                <c:pt idx="137">
                  <c:v>4.2500000000000003E-2</c:v>
                </c:pt>
                <c:pt idx="138">
                  <c:v>4.2500000000000003E-2</c:v>
                </c:pt>
                <c:pt idx="139">
                  <c:v>4.2500000000000003E-2</c:v>
                </c:pt>
                <c:pt idx="140">
                  <c:v>4.2500000000000003E-2</c:v>
                </c:pt>
                <c:pt idx="141">
                  <c:v>4.2500000000000003E-2</c:v>
                </c:pt>
                <c:pt idx="142">
                  <c:v>4.2500000000000003E-2</c:v>
                </c:pt>
                <c:pt idx="143">
                  <c:v>4.2500000000000003E-2</c:v>
                </c:pt>
                <c:pt idx="144">
                  <c:v>4.2500000000000003E-2</c:v>
                </c:pt>
                <c:pt idx="145">
                  <c:v>4.2500000000000003E-2</c:v>
                </c:pt>
                <c:pt idx="146">
                  <c:v>4.2500000000000003E-2</c:v>
                </c:pt>
                <c:pt idx="147">
                  <c:v>4.2500000000000003E-2</c:v>
                </c:pt>
                <c:pt idx="148">
                  <c:v>4.2500000000000003E-2</c:v>
                </c:pt>
                <c:pt idx="149">
                  <c:v>4.2500000000000003E-2</c:v>
                </c:pt>
                <c:pt idx="150">
                  <c:v>4.2500000000000003E-2</c:v>
                </c:pt>
                <c:pt idx="151">
                  <c:v>4.2500000000000003E-2</c:v>
                </c:pt>
                <c:pt idx="152">
                  <c:v>4.2500000000000003E-2</c:v>
                </c:pt>
                <c:pt idx="153">
                  <c:v>4.2500000000000003E-2</c:v>
                </c:pt>
                <c:pt idx="154">
                  <c:v>4.2500000000000003E-2</c:v>
                </c:pt>
                <c:pt idx="155">
                  <c:v>4.2500000000000003E-2</c:v>
                </c:pt>
                <c:pt idx="156">
                  <c:v>4.2500000000000003E-2</c:v>
                </c:pt>
                <c:pt idx="157">
                  <c:v>4.2500000000000003E-2</c:v>
                </c:pt>
                <c:pt idx="158">
                  <c:v>4.2500000000000003E-2</c:v>
                </c:pt>
                <c:pt idx="159">
                  <c:v>4.2500000000000003E-2</c:v>
                </c:pt>
                <c:pt idx="160">
                  <c:v>4.2500000000000003E-2</c:v>
                </c:pt>
                <c:pt idx="161">
                  <c:v>4.2500000000000003E-2</c:v>
                </c:pt>
                <c:pt idx="162">
                  <c:v>4.2500000000000003E-2</c:v>
                </c:pt>
                <c:pt idx="163">
                  <c:v>4.2500000000000003E-2</c:v>
                </c:pt>
                <c:pt idx="164">
                  <c:v>4.2500000000000003E-2</c:v>
                </c:pt>
                <c:pt idx="165">
                  <c:v>4.2500000000000003E-2</c:v>
                </c:pt>
                <c:pt idx="166">
                  <c:v>4.2500000000000003E-2</c:v>
                </c:pt>
                <c:pt idx="167">
                  <c:v>4.2500000000000003E-2</c:v>
                </c:pt>
                <c:pt idx="168">
                  <c:v>4.2500000000000003E-2</c:v>
                </c:pt>
                <c:pt idx="169">
                  <c:v>4.2500000000000003E-2</c:v>
                </c:pt>
                <c:pt idx="170">
                  <c:v>4.2500000000000003E-2</c:v>
                </c:pt>
                <c:pt idx="171">
                  <c:v>4.2500000000000003E-2</c:v>
                </c:pt>
                <c:pt idx="172">
                  <c:v>4.2500000000000003E-2</c:v>
                </c:pt>
                <c:pt idx="173">
                  <c:v>4.2500000000000003E-2</c:v>
                </c:pt>
                <c:pt idx="174">
                  <c:v>4.2500000000000003E-2</c:v>
                </c:pt>
                <c:pt idx="175">
                  <c:v>4.2500000000000003E-2</c:v>
                </c:pt>
                <c:pt idx="176">
                  <c:v>4.2500000000000003E-2</c:v>
                </c:pt>
                <c:pt idx="177">
                  <c:v>4.2500000000000003E-2</c:v>
                </c:pt>
                <c:pt idx="178">
                  <c:v>4.2500000000000003E-2</c:v>
                </c:pt>
                <c:pt idx="179">
                  <c:v>4.2500000000000003E-2</c:v>
                </c:pt>
                <c:pt idx="180">
                  <c:v>4.2500000000000003E-2</c:v>
                </c:pt>
                <c:pt idx="181">
                  <c:v>4.2500000000000003E-2</c:v>
                </c:pt>
                <c:pt idx="182">
                  <c:v>4.2500000000000003E-2</c:v>
                </c:pt>
                <c:pt idx="183">
                  <c:v>4.2500000000000003E-2</c:v>
                </c:pt>
                <c:pt idx="184">
                  <c:v>4.2500000000000003E-2</c:v>
                </c:pt>
                <c:pt idx="185">
                  <c:v>4.2500000000000003E-2</c:v>
                </c:pt>
                <c:pt idx="186">
                  <c:v>4.2500000000000003E-2</c:v>
                </c:pt>
                <c:pt idx="187">
                  <c:v>4.2500000000000003E-2</c:v>
                </c:pt>
                <c:pt idx="188">
                  <c:v>4.2500000000000003E-2</c:v>
                </c:pt>
                <c:pt idx="189">
                  <c:v>4.2500000000000003E-2</c:v>
                </c:pt>
                <c:pt idx="190">
                  <c:v>4.2500000000000003E-2</c:v>
                </c:pt>
                <c:pt idx="191">
                  <c:v>4.2500000000000003E-2</c:v>
                </c:pt>
                <c:pt idx="192">
                  <c:v>4.2500000000000003E-2</c:v>
                </c:pt>
                <c:pt idx="193">
                  <c:v>4.2500000000000003E-2</c:v>
                </c:pt>
                <c:pt idx="194">
                  <c:v>4.2500000000000003E-2</c:v>
                </c:pt>
                <c:pt idx="195">
                  <c:v>4.2500000000000003E-2</c:v>
                </c:pt>
                <c:pt idx="196">
                  <c:v>4.2500000000000003E-2</c:v>
                </c:pt>
                <c:pt idx="197">
                  <c:v>4.2500000000000003E-2</c:v>
                </c:pt>
                <c:pt idx="198">
                  <c:v>4.2500000000000003E-2</c:v>
                </c:pt>
                <c:pt idx="199">
                  <c:v>4.2500000000000003E-2</c:v>
                </c:pt>
                <c:pt idx="200">
                  <c:v>4.2500000000000003E-2</c:v>
                </c:pt>
                <c:pt idx="201">
                  <c:v>4.2500000000000003E-2</c:v>
                </c:pt>
                <c:pt idx="202">
                  <c:v>4.2500000000000003E-2</c:v>
                </c:pt>
                <c:pt idx="203">
                  <c:v>4.2500000000000003E-2</c:v>
                </c:pt>
                <c:pt idx="204">
                  <c:v>4.2500000000000003E-2</c:v>
                </c:pt>
                <c:pt idx="205">
                  <c:v>4.2500000000000003E-2</c:v>
                </c:pt>
                <c:pt idx="206">
                  <c:v>4.2500000000000003E-2</c:v>
                </c:pt>
                <c:pt idx="207">
                  <c:v>4.2500000000000003E-2</c:v>
                </c:pt>
                <c:pt idx="208">
                  <c:v>4.2500000000000003E-2</c:v>
                </c:pt>
                <c:pt idx="209">
                  <c:v>4.2500000000000003E-2</c:v>
                </c:pt>
                <c:pt idx="210">
                  <c:v>4.2500000000000003E-2</c:v>
                </c:pt>
                <c:pt idx="211">
                  <c:v>4.2500000000000003E-2</c:v>
                </c:pt>
                <c:pt idx="212">
                  <c:v>4.2500000000000003E-2</c:v>
                </c:pt>
                <c:pt idx="213">
                  <c:v>4.2500000000000003E-2</c:v>
                </c:pt>
                <c:pt idx="214">
                  <c:v>4.2500000000000003E-2</c:v>
                </c:pt>
                <c:pt idx="215">
                  <c:v>4.2500000000000003E-2</c:v>
                </c:pt>
                <c:pt idx="216">
                  <c:v>4.2500000000000003E-2</c:v>
                </c:pt>
                <c:pt idx="217">
                  <c:v>4.2500000000000003E-2</c:v>
                </c:pt>
                <c:pt idx="218">
                  <c:v>4.2500000000000003E-2</c:v>
                </c:pt>
                <c:pt idx="219">
                  <c:v>4.2500000000000003E-2</c:v>
                </c:pt>
                <c:pt idx="220">
                  <c:v>4.2500000000000003E-2</c:v>
                </c:pt>
                <c:pt idx="221">
                  <c:v>4.2500000000000003E-2</c:v>
                </c:pt>
                <c:pt idx="222">
                  <c:v>4.2500000000000003E-2</c:v>
                </c:pt>
                <c:pt idx="223">
                  <c:v>4.2500000000000003E-2</c:v>
                </c:pt>
                <c:pt idx="224">
                  <c:v>4.2500000000000003E-2</c:v>
                </c:pt>
                <c:pt idx="225">
                  <c:v>4.2500000000000003E-2</c:v>
                </c:pt>
                <c:pt idx="226">
                  <c:v>4.2500000000000003E-2</c:v>
                </c:pt>
                <c:pt idx="227">
                  <c:v>4.2500000000000003E-2</c:v>
                </c:pt>
                <c:pt idx="228">
                  <c:v>4.2500000000000003E-2</c:v>
                </c:pt>
                <c:pt idx="229">
                  <c:v>4.2500000000000003E-2</c:v>
                </c:pt>
                <c:pt idx="230">
                  <c:v>4.2500000000000003E-2</c:v>
                </c:pt>
                <c:pt idx="231">
                  <c:v>4.2500000000000003E-2</c:v>
                </c:pt>
                <c:pt idx="232">
                  <c:v>4.2500000000000003E-2</c:v>
                </c:pt>
                <c:pt idx="233">
                  <c:v>4.2500000000000003E-2</c:v>
                </c:pt>
                <c:pt idx="234">
                  <c:v>4.2500000000000003E-2</c:v>
                </c:pt>
                <c:pt idx="235">
                  <c:v>4.2500000000000003E-2</c:v>
                </c:pt>
                <c:pt idx="236">
                  <c:v>4.2500000000000003E-2</c:v>
                </c:pt>
                <c:pt idx="237">
                  <c:v>4.2500000000000003E-2</c:v>
                </c:pt>
                <c:pt idx="238">
                  <c:v>4.2500000000000003E-2</c:v>
                </c:pt>
                <c:pt idx="239">
                  <c:v>4.2500000000000003E-2</c:v>
                </c:pt>
                <c:pt idx="240">
                  <c:v>4.2500000000000003E-2</c:v>
                </c:pt>
                <c:pt idx="241">
                  <c:v>4.2500000000000003E-2</c:v>
                </c:pt>
                <c:pt idx="242">
                  <c:v>4.2500000000000003E-2</c:v>
                </c:pt>
                <c:pt idx="243">
                  <c:v>4.2500000000000003E-2</c:v>
                </c:pt>
                <c:pt idx="244">
                  <c:v>4.2500000000000003E-2</c:v>
                </c:pt>
                <c:pt idx="245">
                  <c:v>4.2500000000000003E-2</c:v>
                </c:pt>
                <c:pt idx="246">
                  <c:v>4.2500000000000003E-2</c:v>
                </c:pt>
                <c:pt idx="247">
                  <c:v>4.2500000000000003E-2</c:v>
                </c:pt>
                <c:pt idx="248">
                  <c:v>4.2500000000000003E-2</c:v>
                </c:pt>
                <c:pt idx="249">
                  <c:v>4.2500000000000003E-2</c:v>
                </c:pt>
                <c:pt idx="250">
                  <c:v>4.2500000000000003E-2</c:v>
                </c:pt>
                <c:pt idx="251">
                  <c:v>4.2500000000000003E-2</c:v>
                </c:pt>
                <c:pt idx="252">
                  <c:v>4.2500000000000003E-2</c:v>
                </c:pt>
                <c:pt idx="253">
                  <c:v>4.2500000000000003E-2</c:v>
                </c:pt>
                <c:pt idx="254">
                  <c:v>4.2500000000000003E-2</c:v>
                </c:pt>
                <c:pt idx="255">
                  <c:v>4.2500000000000003E-2</c:v>
                </c:pt>
                <c:pt idx="256">
                  <c:v>4.2500000000000003E-2</c:v>
                </c:pt>
                <c:pt idx="257">
                  <c:v>4.2500000000000003E-2</c:v>
                </c:pt>
                <c:pt idx="258">
                  <c:v>4.2500000000000003E-2</c:v>
                </c:pt>
                <c:pt idx="259">
                  <c:v>4.2500000000000003E-2</c:v>
                </c:pt>
                <c:pt idx="260">
                  <c:v>4.2500000000000003E-2</c:v>
                </c:pt>
                <c:pt idx="261">
                  <c:v>4.2500000000000003E-2</c:v>
                </c:pt>
                <c:pt idx="262">
                  <c:v>4.2500000000000003E-2</c:v>
                </c:pt>
                <c:pt idx="263">
                  <c:v>4.2500000000000003E-2</c:v>
                </c:pt>
                <c:pt idx="264">
                  <c:v>4.2500000000000003E-2</c:v>
                </c:pt>
                <c:pt idx="265">
                  <c:v>4.2500000000000003E-2</c:v>
                </c:pt>
                <c:pt idx="266">
                  <c:v>4.2500000000000003E-2</c:v>
                </c:pt>
                <c:pt idx="267">
                  <c:v>4.2500000000000003E-2</c:v>
                </c:pt>
                <c:pt idx="268">
                  <c:v>4.2500000000000003E-2</c:v>
                </c:pt>
                <c:pt idx="269">
                  <c:v>4.2500000000000003E-2</c:v>
                </c:pt>
                <c:pt idx="270">
                  <c:v>4.2500000000000003E-2</c:v>
                </c:pt>
                <c:pt idx="271">
                  <c:v>4.2500000000000003E-2</c:v>
                </c:pt>
                <c:pt idx="272">
                  <c:v>4.2500000000000003E-2</c:v>
                </c:pt>
                <c:pt idx="273">
                  <c:v>4.2500000000000003E-2</c:v>
                </c:pt>
                <c:pt idx="274">
                  <c:v>4.2500000000000003E-2</c:v>
                </c:pt>
                <c:pt idx="275">
                  <c:v>4.2500000000000003E-2</c:v>
                </c:pt>
                <c:pt idx="276">
                  <c:v>4.2500000000000003E-2</c:v>
                </c:pt>
                <c:pt idx="277">
                  <c:v>4.2500000000000003E-2</c:v>
                </c:pt>
                <c:pt idx="278">
                  <c:v>4.2500000000000003E-2</c:v>
                </c:pt>
                <c:pt idx="279">
                  <c:v>4.2500000000000003E-2</c:v>
                </c:pt>
                <c:pt idx="280">
                  <c:v>4.2500000000000003E-2</c:v>
                </c:pt>
                <c:pt idx="281">
                  <c:v>4.2500000000000003E-2</c:v>
                </c:pt>
                <c:pt idx="282">
                  <c:v>4.2500000000000003E-2</c:v>
                </c:pt>
                <c:pt idx="283">
                  <c:v>4.2500000000000003E-2</c:v>
                </c:pt>
                <c:pt idx="284">
                  <c:v>4.2500000000000003E-2</c:v>
                </c:pt>
                <c:pt idx="285">
                  <c:v>4.2500000000000003E-2</c:v>
                </c:pt>
                <c:pt idx="286">
                  <c:v>4.2500000000000003E-2</c:v>
                </c:pt>
                <c:pt idx="287">
                  <c:v>4.2500000000000003E-2</c:v>
                </c:pt>
                <c:pt idx="288">
                  <c:v>4.2500000000000003E-2</c:v>
                </c:pt>
                <c:pt idx="289">
                  <c:v>4.2500000000000003E-2</c:v>
                </c:pt>
                <c:pt idx="290">
                  <c:v>4.2500000000000003E-2</c:v>
                </c:pt>
                <c:pt idx="291">
                  <c:v>4.2500000000000003E-2</c:v>
                </c:pt>
                <c:pt idx="292">
                  <c:v>4.2500000000000003E-2</c:v>
                </c:pt>
                <c:pt idx="293">
                  <c:v>4.2500000000000003E-2</c:v>
                </c:pt>
                <c:pt idx="294">
                  <c:v>4.2500000000000003E-2</c:v>
                </c:pt>
                <c:pt idx="295">
                  <c:v>4.2500000000000003E-2</c:v>
                </c:pt>
                <c:pt idx="296">
                  <c:v>4.2500000000000003E-2</c:v>
                </c:pt>
                <c:pt idx="297">
                  <c:v>4.2500000000000003E-2</c:v>
                </c:pt>
                <c:pt idx="298">
                  <c:v>4.2500000000000003E-2</c:v>
                </c:pt>
                <c:pt idx="299">
                  <c:v>4.2500000000000003E-2</c:v>
                </c:pt>
                <c:pt idx="300">
                  <c:v>4.2500000000000003E-2</c:v>
                </c:pt>
                <c:pt idx="301">
                  <c:v>4.2500000000000003E-2</c:v>
                </c:pt>
                <c:pt idx="302">
                  <c:v>4.2500000000000003E-2</c:v>
                </c:pt>
                <c:pt idx="303">
                  <c:v>4.2500000000000003E-2</c:v>
                </c:pt>
                <c:pt idx="304">
                  <c:v>4.2500000000000003E-2</c:v>
                </c:pt>
                <c:pt idx="305">
                  <c:v>4.2500000000000003E-2</c:v>
                </c:pt>
                <c:pt idx="306">
                  <c:v>4.2500000000000003E-2</c:v>
                </c:pt>
                <c:pt idx="307">
                  <c:v>4.2500000000000003E-2</c:v>
                </c:pt>
                <c:pt idx="308">
                  <c:v>4.2500000000000003E-2</c:v>
                </c:pt>
                <c:pt idx="309">
                  <c:v>4.2500000000000003E-2</c:v>
                </c:pt>
                <c:pt idx="310">
                  <c:v>4.2500000000000003E-2</c:v>
                </c:pt>
                <c:pt idx="311">
                  <c:v>4.2500000000000003E-2</c:v>
                </c:pt>
                <c:pt idx="312">
                  <c:v>4.2500000000000003E-2</c:v>
                </c:pt>
                <c:pt idx="313">
                  <c:v>4.2500000000000003E-2</c:v>
                </c:pt>
                <c:pt idx="314">
                  <c:v>4.2500000000000003E-2</c:v>
                </c:pt>
                <c:pt idx="315">
                  <c:v>4.2500000000000003E-2</c:v>
                </c:pt>
                <c:pt idx="316">
                  <c:v>4.2500000000000003E-2</c:v>
                </c:pt>
                <c:pt idx="317">
                  <c:v>4.2500000000000003E-2</c:v>
                </c:pt>
                <c:pt idx="318">
                  <c:v>4.2500000000000003E-2</c:v>
                </c:pt>
                <c:pt idx="319">
                  <c:v>4.2500000000000003E-2</c:v>
                </c:pt>
                <c:pt idx="320">
                  <c:v>4.2500000000000003E-2</c:v>
                </c:pt>
                <c:pt idx="321">
                  <c:v>4.2500000000000003E-2</c:v>
                </c:pt>
                <c:pt idx="322">
                  <c:v>4.2500000000000003E-2</c:v>
                </c:pt>
                <c:pt idx="323">
                  <c:v>4.2500000000000003E-2</c:v>
                </c:pt>
                <c:pt idx="324">
                  <c:v>4.2500000000000003E-2</c:v>
                </c:pt>
                <c:pt idx="325">
                  <c:v>4.2500000000000003E-2</c:v>
                </c:pt>
                <c:pt idx="326">
                  <c:v>4.2500000000000003E-2</c:v>
                </c:pt>
                <c:pt idx="327">
                  <c:v>4.2500000000000003E-2</c:v>
                </c:pt>
                <c:pt idx="328">
                  <c:v>4.2500000000000003E-2</c:v>
                </c:pt>
                <c:pt idx="329">
                  <c:v>4.2500000000000003E-2</c:v>
                </c:pt>
                <c:pt idx="330">
                  <c:v>4.2500000000000003E-2</c:v>
                </c:pt>
                <c:pt idx="331">
                  <c:v>4.2500000000000003E-2</c:v>
                </c:pt>
                <c:pt idx="332">
                  <c:v>4.2500000000000003E-2</c:v>
                </c:pt>
                <c:pt idx="333">
                  <c:v>4.2500000000000003E-2</c:v>
                </c:pt>
                <c:pt idx="334">
                  <c:v>4.2500000000000003E-2</c:v>
                </c:pt>
                <c:pt idx="335">
                  <c:v>4.2500000000000003E-2</c:v>
                </c:pt>
                <c:pt idx="336">
                  <c:v>4.2500000000000003E-2</c:v>
                </c:pt>
                <c:pt idx="337">
                  <c:v>4.2500000000000003E-2</c:v>
                </c:pt>
                <c:pt idx="338">
                  <c:v>4.2500000000000003E-2</c:v>
                </c:pt>
                <c:pt idx="339">
                  <c:v>4.2500000000000003E-2</c:v>
                </c:pt>
                <c:pt idx="340">
                  <c:v>4.2500000000000003E-2</c:v>
                </c:pt>
                <c:pt idx="341">
                  <c:v>4.2500000000000003E-2</c:v>
                </c:pt>
                <c:pt idx="342">
                  <c:v>4.2500000000000003E-2</c:v>
                </c:pt>
                <c:pt idx="343">
                  <c:v>4.2500000000000003E-2</c:v>
                </c:pt>
                <c:pt idx="344">
                  <c:v>4.2500000000000003E-2</c:v>
                </c:pt>
                <c:pt idx="345">
                  <c:v>4.2500000000000003E-2</c:v>
                </c:pt>
                <c:pt idx="346">
                  <c:v>4.2500000000000003E-2</c:v>
                </c:pt>
                <c:pt idx="347">
                  <c:v>4.2500000000000003E-2</c:v>
                </c:pt>
                <c:pt idx="348">
                  <c:v>4.2500000000000003E-2</c:v>
                </c:pt>
                <c:pt idx="349">
                  <c:v>4.2500000000000003E-2</c:v>
                </c:pt>
                <c:pt idx="350">
                  <c:v>4.2500000000000003E-2</c:v>
                </c:pt>
                <c:pt idx="351">
                  <c:v>4.2500000000000003E-2</c:v>
                </c:pt>
                <c:pt idx="352">
                  <c:v>4.2500000000000003E-2</c:v>
                </c:pt>
                <c:pt idx="353">
                  <c:v>4.2500000000000003E-2</c:v>
                </c:pt>
                <c:pt idx="354">
                  <c:v>4.2500000000000003E-2</c:v>
                </c:pt>
                <c:pt idx="355">
                  <c:v>4.2500000000000003E-2</c:v>
                </c:pt>
                <c:pt idx="356">
                  <c:v>4.2500000000000003E-2</c:v>
                </c:pt>
                <c:pt idx="357">
                  <c:v>4.2500000000000003E-2</c:v>
                </c:pt>
                <c:pt idx="358">
                  <c:v>4.2500000000000003E-2</c:v>
                </c:pt>
                <c:pt idx="359">
                  <c:v>4.2500000000000003E-2</c:v>
                </c:pt>
                <c:pt idx="360">
                  <c:v>4.2500000000000003E-2</c:v>
                </c:pt>
                <c:pt idx="361">
                  <c:v>4.2500000000000003E-2</c:v>
                </c:pt>
                <c:pt idx="362">
                  <c:v>4.2500000000000003E-2</c:v>
                </c:pt>
                <c:pt idx="363">
                  <c:v>4.2500000000000003E-2</c:v>
                </c:pt>
                <c:pt idx="364">
                  <c:v>4.2500000000000003E-2</c:v>
                </c:pt>
                <c:pt idx="365">
                  <c:v>4.2500000000000003E-2</c:v>
                </c:pt>
                <c:pt idx="366">
                  <c:v>4.2500000000000003E-2</c:v>
                </c:pt>
                <c:pt idx="367">
                  <c:v>4.2500000000000003E-2</c:v>
                </c:pt>
                <c:pt idx="368">
                  <c:v>4.2500000000000003E-2</c:v>
                </c:pt>
                <c:pt idx="369">
                  <c:v>4.2500000000000003E-2</c:v>
                </c:pt>
                <c:pt idx="370">
                  <c:v>4.2500000000000003E-2</c:v>
                </c:pt>
                <c:pt idx="371">
                  <c:v>4.2500000000000003E-2</c:v>
                </c:pt>
                <c:pt idx="372">
                  <c:v>4.2500000000000003E-2</c:v>
                </c:pt>
                <c:pt idx="373">
                  <c:v>4.2500000000000003E-2</c:v>
                </c:pt>
                <c:pt idx="374">
                  <c:v>4.2500000000000003E-2</c:v>
                </c:pt>
                <c:pt idx="375">
                  <c:v>4.2500000000000003E-2</c:v>
                </c:pt>
                <c:pt idx="376">
                  <c:v>4.2500000000000003E-2</c:v>
                </c:pt>
                <c:pt idx="377">
                  <c:v>4.2500000000000003E-2</c:v>
                </c:pt>
                <c:pt idx="378">
                  <c:v>4.2500000000000003E-2</c:v>
                </c:pt>
                <c:pt idx="379">
                  <c:v>4.2500000000000003E-2</c:v>
                </c:pt>
                <c:pt idx="380">
                  <c:v>4.2500000000000003E-2</c:v>
                </c:pt>
                <c:pt idx="381">
                  <c:v>4.2500000000000003E-2</c:v>
                </c:pt>
                <c:pt idx="382">
                  <c:v>4.2500000000000003E-2</c:v>
                </c:pt>
                <c:pt idx="383">
                  <c:v>4.2500000000000003E-2</c:v>
                </c:pt>
                <c:pt idx="384">
                  <c:v>4.2500000000000003E-2</c:v>
                </c:pt>
                <c:pt idx="385">
                  <c:v>4.2500000000000003E-2</c:v>
                </c:pt>
                <c:pt idx="386">
                  <c:v>4.2500000000000003E-2</c:v>
                </c:pt>
                <c:pt idx="387">
                  <c:v>4.2500000000000003E-2</c:v>
                </c:pt>
                <c:pt idx="388">
                  <c:v>4.2500000000000003E-2</c:v>
                </c:pt>
                <c:pt idx="389">
                  <c:v>4.2500000000000003E-2</c:v>
                </c:pt>
                <c:pt idx="390">
                  <c:v>4.2500000000000003E-2</c:v>
                </c:pt>
                <c:pt idx="391">
                  <c:v>4.2500000000000003E-2</c:v>
                </c:pt>
                <c:pt idx="392">
                  <c:v>4.2500000000000003E-2</c:v>
                </c:pt>
                <c:pt idx="393">
                  <c:v>4.2500000000000003E-2</c:v>
                </c:pt>
                <c:pt idx="394">
                  <c:v>4.2500000000000003E-2</c:v>
                </c:pt>
                <c:pt idx="395">
                  <c:v>4.2500000000000003E-2</c:v>
                </c:pt>
                <c:pt idx="396">
                  <c:v>4.2500000000000003E-2</c:v>
                </c:pt>
                <c:pt idx="397">
                  <c:v>4.2500000000000003E-2</c:v>
                </c:pt>
                <c:pt idx="398">
                  <c:v>4.2500000000000003E-2</c:v>
                </c:pt>
                <c:pt idx="399">
                  <c:v>4.2500000000000003E-2</c:v>
                </c:pt>
                <c:pt idx="400">
                  <c:v>4.2500000000000003E-2</c:v>
                </c:pt>
                <c:pt idx="401">
                  <c:v>4.2500000000000003E-2</c:v>
                </c:pt>
                <c:pt idx="402">
                  <c:v>4.2500000000000003E-2</c:v>
                </c:pt>
                <c:pt idx="403">
                  <c:v>4.2500000000000003E-2</c:v>
                </c:pt>
                <c:pt idx="404">
                  <c:v>4.2500000000000003E-2</c:v>
                </c:pt>
                <c:pt idx="405">
                  <c:v>4.2500000000000003E-2</c:v>
                </c:pt>
                <c:pt idx="406">
                  <c:v>4.2500000000000003E-2</c:v>
                </c:pt>
                <c:pt idx="407">
                  <c:v>4.2500000000000003E-2</c:v>
                </c:pt>
                <c:pt idx="408">
                  <c:v>4.2500000000000003E-2</c:v>
                </c:pt>
                <c:pt idx="409">
                  <c:v>4.2500000000000003E-2</c:v>
                </c:pt>
                <c:pt idx="410">
                  <c:v>4.2500000000000003E-2</c:v>
                </c:pt>
                <c:pt idx="411">
                  <c:v>4.2500000000000003E-2</c:v>
                </c:pt>
                <c:pt idx="412">
                  <c:v>4.2500000000000003E-2</c:v>
                </c:pt>
                <c:pt idx="413">
                  <c:v>4.2500000000000003E-2</c:v>
                </c:pt>
                <c:pt idx="414">
                  <c:v>4.2500000000000003E-2</c:v>
                </c:pt>
                <c:pt idx="415">
                  <c:v>4.2500000000000003E-2</c:v>
                </c:pt>
                <c:pt idx="416">
                  <c:v>4.2500000000000003E-2</c:v>
                </c:pt>
                <c:pt idx="417">
                  <c:v>4.2500000000000003E-2</c:v>
                </c:pt>
                <c:pt idx="418">
                  <c:v>4.2500000000000003E-2</c:v>
                </c:pt>
                <c:pt idx="419">
                  <c:v>4.2500000000000003E-2</c:v>
                </c:pt>
                <c:pt idx="420">
                  <c:v>4.2500000000000003E-2</c:v>
                </c:pt>
                <c:pt idx="421">
                  <c:v>4.2500000000000003E-2</c:v>
                </c:pt>
                <c:pt idx="422">
                  <c:v>4.2500000000000003E-2</c:v>
                </c:pt>
                <c:pt idx="423">
                  <c:v>4.2500000000000003E-2</c:v>
                </c:pt>
                <c:pt idx="424">
                  <c:v>4.2500000000000003E-2</c:v>
                </c:pt>
                <c:pt idx="425">
                  <c:v>4.2500000000000003E-2</c:v>
                </c:pt>
                <c:pt idx="426">
                  <c:v>4.2500000000000003E-2</c:v>
                </c:pt>
                <c:pt idx="427">
                  <c:v>4.2500000000000003E-2</c:v>
                </c:pt>
                <c:pt idx="428">
                  <c:v>4.2500000000000003E-2</c:v>
                </c:pt>
                <c:pt idx="429">
                  <c:v>4.2500000000000003E-2</c:v>
                </c:pt>
                <c:pt idx="430">
                  <c:v>4.2500000000000003E-2</c:v>
                </c:pt>
                <c:pt idx="431">
                  <c:v>4.2500000000000003E-2</c:v>
                </c:pt>
                <c:pt idx="432">
                  <c:v>4.2500000000000003E-2</c:v>
                </c:pt>
                <c:pt idx="433">
                  <c:v>4.2500000000000003E-2</c:v>
                </c:pt>
                <c:pt idx="434">
                  <c:v>4.2500000000000003E-2</c:v>
                </c:pt>
                <c:pt idx="435">
                  <c:v>4.2500000000000003E-2</c:v>
                </c:pt>
                <c:pt idx="436">
                  <c:v>4.2500000000000003E-2</c:v>
                </c:pt>
                <c:pt idx="437">
                  <c:v>4.2500000000000003E-2</c:v>
                </c:pt>
                <c:pt idx="438">
                  <c:v>4.2500000000000003E-2</c:v>
                </c:pt>
                <c:pt idx="439">
                  <c:v>4.2500000000000003E-2</c:v>
                </c:pt>
                <c:pt idx="440">
                  <c:v>4.2500000000000003E-2</c:v>
                </c:pt>
                <c:pt idx="441">
                  <c:v>4.2500000000000003E-2</c:v>
                </c:pt>
                <c:pt idx="442">
                  <c:v>4.2500000000000003E-2</c:v>
                </c:pt>
                <c:pt idx="443">
                  <c:v>4.2500000000000003E-2</c:v>
                </c:pt>
                <c:pt idx="444">
                  <c:v>4.2500000000000003E-2</c:v>
                </c:pt>
                <c:pt idx="445">
                  <c:v>4.2500000000000003E-2</c:v>
                </c:pt>
                <c:pt idx="446">
                  <c:v>4.2500000000000003E-2</c:v>
                </c:pt>
                <c:pt idx="447">
                  <c:v>4.2500000000000003E-2</c:v>
                </c:pt>
                <c:pt idx="448">
                  <c:v>4.2500000000000003E-2</c:v>
                </c:pt>
                <c:pt idx="449">
                  <c:v>4.2500000000000003E-2</c:v>
                </c:pt>
                <c:pt idx="450">
                  <c:v>4.2500000000000003E-2</c:v>
                </c:pt>
                <c:pt idx="451">
                  <c:v>4.2500000000000003E-2</c:v>
                </c:pt>
                <c:pt idx="452">
                  <c:v>4.2500000000000003E-2</c:v>
                </c:pt>
                <c:pt idx="453">
                  <c:v>4.2500000000000003E-2</c:v>
                </c:pt>
                <c:pt idx="454">
                  <c:v>4.2500000000000003E-2</c:v>
                </c:pt>
                <c:pt idx="455">
                  <c:v>4.2500000000000003E-2</c:v>
                </c:pt>
                <c:pt idx="456">
                  <c:v>4.2500000000000003E-2</c:v>
                </c:pt>
                <c:pt idx="457">
                  <c:v>4.2500000000000003E-2</c:v>
                </c:pt>
                <c:pt idx="458">
                  <c:v>4.2500000000000003E-2</c:v>
                </c:pt>
                <c:pt idx="459">
                  <c:v>4.2500000000000003E-2</c:v>
                </c:pt>
                <c:pt idx="460">
                  <c:v>4.2500000000000003E-2</c:v>
                </c:pt>
                <c:pt idx="461">
                  <c:v>4.2500000000000003E-2</c:v>
                </c:pt>
                <c:pt idx="462">
                  <c:v>4.2500000000000003E-2</c:v>
                </c:pt>
                <c:pt idx="463">
                  <c:v>4.2500000000000003E-2</c:v>
                </c:pt>
                <c:pt idx="464">
                  <c:v>4.2500000000000003E-2</c:v>
                </c:pt>
                <c:pt idx="465">
                  <c:v>4.2500000000000003E-2</c:v>
                </c:pt>
                <c:pt idx="466">
                  <c:v>4.2500000000000003E-2</c:v>
                </c:pt>
                <c:pt idx="467">
                  <c:v>4.2500000000000003E-2</c:v>
                </c:pt>
                <c:pt idx="468">
                  <c:v>4.2500000000000003E-2</c:v>
                </c:pt>
                <c:pt idx="469">
                  <c:v>4.2500000000000003E-2</c:v>
                </c:pt>
                <c:pt idx="470">
                  <c:v>4.2500000000000003E-2</c:v>
                </c:pt>
                <c:pt idx="471">
                  <c:v>4.2500000000000003E-2</c:v>
                </c:pt>
                <c:pt idx="472">
                  <c:v>4.2500000000000003E-2</c:v>
                </c:pt>
                <c:pt idx="473">
                  <c:v>4.2500000000000003E-2</c:v>
                </c:pt>
                <c:pt idx="474">
                  <c:v>4.2500000000000003E-2</c:v>
                </c:pt>
                <c:pt idx="475">
                  <c:v>4.2500000000000003E-2</c:v>
                </c:pt>
                <c:pt idx="476">
                  <c:v>4.2500000000000003E-2</c:v>
                </c:pt>
                <c:pt idx="477">
                  <c:v>4.2500000000000003E-2</c:v>
                </c:pt>
                <c:pt idx="478">
                  <c:v>4.2500000000000003E-2</c:v>
                </c:pt>
                <c:pt idx="479">
                  <c:v>4.2500000000000003E-2</c:v>
                </c:pt>
                <c:pt idx="480">
                  <c:v>4.2500000000000003E-2</c:v>
                </c:pt>
                <c:pt idx="481">
                  <c:v>4.2500000000000003E-2</c:v>
                </c:pt>
                <c:pt idx="482">
                  <c:v>4.2500000000000003E-2</c:v>
                </c:pt>
                <c:pt idx="483">
                  <c:v>4.2500000000000003E-2</c:v>
                </c:pt>
                <c:pt idx="484">
                  <c:v>4.2500000000000003E-2</c:v>
                </c:pt>
                <c:pt idx="485">
                  <c:v>4.2500000000000003E-2</c:v>
                </c:pt>
                <c:pt idx="486">
                  <c:v>4.2500000000000003E-2</c:v>
                </c:pt>
                <c:pt idx="487">
                  <c:v>4.2500000000000003E-2</c:v>
                </c:pt>
                <c:pt idx="488">
                  <c:v>4.2500000000000003E-2</c:v>
                </c:pt>
                <c:pt idx="489">
                  <c:v>4.2500000000000003E-2</c:v>
                </c:pt>
                <c:pt idx="490">
                  <c:v>4.2500000000000003E-2</c:v>
                </c:pt>
                <c:pt idx="491">
                  <c:v>4.2500000000000003E-2</c:v>
                </c:pt>
                <c:pt idx="492">
                  <c:v>4.2500000000000003E-2</c:v>
                </c:pt>
                <c:pt idx="493">
                  <c:v>4.2500000000000003E-2</c:v>
                </c:pt>
                <c:pt idx="494">
                  <c:v>4.2500000000000003E-2</c:v>
                </c:pt>
                <c:pt idx="495">
                  <c:v>4.2500000000000003E-2</c:v>
                </c:pt>
                <c:pt idx="496">
                  <c:v>4.2500000000000003E-2</c:v>
                </c:pt>
                <c:pt idx="497">
                  <c:v>4.2500000000000003E-2</c:v>
                </c:pt>
                <c:pt idx="498">
                  <c:v>4.2500000000000003E-2</c:v>
                </c:pt>
                <c:pt idx="499">
                  <c:v>4.2500000000000003E-2</c:v>
                </c:pt>
                <c:pt idx="500">
                  <c:v>4.2500000000000003E-2</c:v>
                </c:pt>
                <c:pt idx="501">
                  <c:v>4.2500000000000003E-2</c:v>
                </c:pt>
                <c:pt idx="502">
                  <c:v>4.2500000000000003E-2</c:v>
                </c:pt>
                <c:pt idx="503">
                  <c:v>4.2500000000000003E-2</c:v>
                </c:pt>
                <c:pt idx="504">
                  <c:v>4.2500000000000003E-2</c:v>
                </c:pt>
                <c:pt idx="505">
                  <c:v>4.2500000000000003E-2</c:v>
                </c:pt>
                <c:pt idx="506">
                  <c:v>4.2500000000000003E-2</c:v>
                </c:pt>
                <c:pt idx="507">
                  <c:v>4.2500000000000003E-2</c:v>
                </c:pt>
                <c:pt idx="508">
                  <c:v>4.2500000000000003E-2</c:v>
                </c:pt>
                <c:pt idx="509">
                  <c:v>4.2500000000000003E-2</c:v>
                </c:pt>
                <c:pt idx="510">
                  <c:v>4.2500000000000003E-2</c:v>
                </c:pt>
                <c:pt idx="511">
                  <c:v>4.2500000000000003E-2</c:v>
                </c:pt>
                <c:pt idx="512">
                  <c:v>4.2500000000000003E-2</c:v>
                </c:pt>
                <c:pt idx="513">
                  <c:v>4.2500000000000003E-2</c:v>
                </c:pt>
                <c:pt idx="514">
                  <c:v>4.2500000000000003E-2</c:v>
                </c:pt>
                <c:pt idx="515">
                  <c:v>4.2500000000000003E-2</c:v>
                </c:pt>
                <c:pt idx="516">
                  <c:v>4.2500000000000003E-2</c:v>
                </c:pt>
                <c:pt idx="517">
                  <c:v>4.2500000000000003E-2</c:v>
                </c:pt>
                <c:pt idx="518">
                  <c:v>4.2500000000000003E-2</c:v>
                </c:pt>
                <c:pt idx="519">
                  <c:v>4.2500000000000003E-2</c:v>
                </c:pt>
                <c:pt idx="520">
                  <c:v>4.2500000000000003E-2</c:v>
                </c:pt>
                <c:pt idx="521">
                  <c:v>4.2500000000000003E-2</c:v>
                </c:pt>
                <c:pt idx="522">
                  <c:v>4.2500000000000003E-2</c:v>
                </c:pt>
                <c:pt idx="523">
                  <c:v>4.2500000000000003E-2</c:v>
                </c:pt>
                <c:pt idx="524">
                  <c:v>4.2500000000000003E-2</c:v>
                </c:pt>
                <c:pt idx="525">
                  <c:v>4.2500000000000003E-2</c:v>
                </c:pt>
                <c:pt idx="526">
                  <c:v>4.2500000000000003E-2</c:v>
                </c:pt>
                <c:pt idx="527">
                  <c:v>4.2500000000000003E-2</c:v>
                </c:pt>
                <c:pt idx="528">
                  <c:v>4.2500000000000003E-2</c:v>
                </c:pt>
                <c:pt idx="529">
                  <c:v>4.2500000000000003E-2</c:v>
                </c:pt>
                <c:pt idx="530">
                  <c:v>4.2500000000000003E-2</c:v>
                </c:pt>
                <c:pt idx="531">
                  <c:v>4.2500000000000003E-2</c:v>
                </c:pt>
                <c:pt idx="532">
                  <c:v>4.2500000000000003E-2</c:v>
                </c:pt>
                <c:pt idx="533">
                  <c:v>4.2500000000000003E-2</c:v>
                </c:pt>
                <c:pt idx="534">
                  <c:v>4.2500000000000003E-2</c:v>
                </c:pt>
                <c:pt idx="535">
                  <c:v>4.2500000000000003E-2</c:v>
                </c:pt>
                <c:pt idx="536">
                  <c:v>4.2500000000000003E-2</c:v>
                </c:pt>
                <c:pt idx="537">
                  <c:v>4.2500000000000003E-2</c:v>
                </c:pt>
                <c:pt idx="538">
                  <c:v>4.2500000000000003E-2</c:v>
                </c:pt>
                <c:pt idx="539">
                  <c:v>4.2500000000000003E-2</c:v>
                </c:pt>
                <c:pt idx="540">
                  <c:v>4.2500000000000003E-2</c:v>
                </c:pt>
                <c:pt idx="541">
                  <c:v>4.2500000000000003E-2</c:v>
                </c:pt>
                <c:pt idx="542">
                  <c:v>4.2500000000000003E-2</c:v>
                </c:pt>
                <c:pt idx="543">
                  <c:v>4.2500000000000003E-2</c:v>
                </c:pt>
                <c:pt idx="544">
                  <c:v>4.2500000000000003E-2</c:v>
                </c:pt>
                <c:pt idx="545">
                  <c:v>4.2500000000000003E-2</c:v>
                </c:pt>
                <c:pt idx="546">
                  <c:v>4.2500000000000003E-2</c:v>
                </c:pt>
                <c:pt idx="547">
                  <c:v>4.2500000000000003E-2</c:v>
                </c:pt>
                <c:pt idx="548">
                  <c:v>4.2500000000000003E-2</c:v>
                </c:pt>
                <c:pt idx="549">
                  <c:v>4.2500000000000003E-2</c:v>
                </c:pt>
                <c:pt idx="550">
                  <c:v>4.2500000000000003E-2</c:v>
                </c:pt>
                <c:pt idx="551">
                  <c:v>4.2500000000000003E-2</c:v>
                </c:pt>
                <c:pt idx="552">
                  <c:v>4.2500000000000003E-2</c:v>
                </c:pt>
                <c:pt idx="553">
                  <c:v>4.2500000000000003E-2</c:v>
                </c:pt>
                <c:pt idx="554">
                  <c:v>4.2500000000000003E-2</c:v>
                </c:pt>
                <c:pt idx="555">
                  <c:v>4.2500000000000003E-2</c:v>
                </c:pt>
                <c:pt idx="556">
                  <c:v>4.2500000000000003E-2</c:v>
                </c:pt>
                <c:pt idx="557">
                  <c:v>4.2500000000000003E-2</c:v>
                </c:pt>
                <c:pt idx="558">
                  <c:v>4.2500000000000003E-2</c:v>
                </c:pt>
                <c:pt idx="559">
                  <c:v>4.2500000000000003E-2</c:v>
                </c:pt>
                <c:pt idx="560">
                  <c:v>4.2500000000000003E-2</c:v>
                </c:pt>
                <c:pt idx="561">
                  <c:v>4.2500000000000003E-2</c:v>
                </c:pt>
                <c:pt idx="562">
                  <c:v>4.2500000000000003E-2</c:v>
                </c:pt>
                <c:pt idx="563">
                  <c:v>4.2500000000000003E-2</c:v>
                </c:pt>
                <c:pt idx="564">
                  <c:v>4.2500000000000003E-2</c:v>
                </c:pt>
                <c:pt idx="565">
                  <c:v>4.2500000000000003E-2</c:v>
                </c:pt>
                <c:pt idx="566">
                  <c:v>4.2500000000000003E-2</c:v>
                </c:pt>
                <c:pt idx="567">
                  <c:v>4.2500000000000003E-2</c:v>
                </c:pt>
                <c:pt idx="568">
                  <c:v>4.2500000000000003E-2</c:v>
                </c:pt>
                <c:pt idx="569">
                  <c:v>4.2500000000000003E-2</c:v>
                </c:pt>
                <c:pt idx="570">
                  <c:v>4.2500000000000003E-2</c:v>
                </c:pt>
                <c:pt idx="571">
                  <c:v>4.2500000000000003E-2</c:v>
                </c:pt>
                <c:pt idx="572">
                  <c:v>4.2500000000000003E-2</c:v>
                </c:pt>
                <c:pt idx="573">
                  <c:v>4.2500000000000003E-2</c:v>
                </c:pt>
                <c:pt idx="574">
                  <c:v>4.2500000000000003E-2</c:v>
                </c:pt>
                <c:pt idx="575">
                  <c:v>4.2500000000000003E-2</c:v>
                </c:pt>
                <c:pt idx="576">
                  <c:v>4.2500000000000003E-2</c:v>
                </c:pt>
                <c:pt idx="577">
                  <c:v>4.2500000000000003E-2</c:v>
                </c:pt>
                <c:pt idx="578">
                  <c:v>4.2500000000000003E-2</c:v>
                </c:pt>
                <c:pt idx="579">
                  <c:v>4.2500000000000003E-2</c:v>
                </c:pt>
                <c:pt idx="580">
                  <c:v>4.2500000000000003E-2</c:v>
                </c:pt>
                <c:pt idx="581">
                  <c:v>4.2500000000000003E-2</c:v>
                </c:pt>
                <c:pt idx="582">
                  <c:v>4.2500000000000003E-2</c:v>
                </c:pt>
                <c:pt idx="583">
                  <c:v>4.2500000000000003E-2</c:v>
                </c:pt>
                <c:pt idx="584">
                  <c:v>4.2500000000000003E-2</c:v>
                </c:pt>
                <c:pt idx="585">
                  <c:v>4.2500000000000003E-2</c:v>
                </c:pt>
                <c:pt idx="586">
                  <c:v>4.2500000000000003E-2</c:v>
                </c:pt>
                <c:pt idx="587">
                  <c:v>4.2500000000000003E-2</c:v>
                </c:pt>
                <c:pt idx="588">
                  <c:v>4.2500000000000003E-2</c:v>
                </c:pt>
                <c:pt idx="589">
                  <c:v>4.2500000000000003E-2</c:v>
                </c:pt>
                <c:pt idx="590">
                  <c:v>4.2500000000000003E-2</c:v>
                </c:pt>
                <c:pt idx="591">
                  <c:v>4.2500000000000003E-2</c:v>
                </c:pt>
                <c:pt idx="592">
                  <c:v>4.2500000000000003E-2</c:v>
                </c:pt>
                <c:pt idx="593">
                  <c:v>4.2500000000000003E-2</c:v>
                </c:pt>
                <c:pt idx="594">
                  <c:v>4.2500000000000003E-2</c:v>
                </c:pt>
                <c:pt idx="595">
                  <c:v>4.2500000000000003E-2</c:v>
                </c:pt>
                <c:pt idx="596">
                  <c:v>4.2500000000000003E-2</c:v>
                </c:pt>
                <c:pt idx="597">
                  <c:v>4.2500000000000003E-2</c:v>
                </c:pt>
                <c:pt idx="598">
                  <c:v>4.2500000000000003E-2</c:v>
                </c:pt>
                <c:pt idx="599">
                  <c:v>4.2500000000000003E-2</c:v>
                </c:pt>
                <c:pt idx="600">
                  <c:v>4.2500000000000003E-2</c:v>
                </c:pt>
                <c:pt idx="601">
                  <c:v>4.2500000000000003E-2</c:v>
                </c:pt>
                <c:pt idx="602">
                  <c:v>4.2500000000000003E-2</c:v>
                </c:pt>
                <c:pt idx="603">
                  <c:v>4.2500000000000003E-2</c:v>
                </c:pt>
                <c:pt idx="604">
                  <c:v>4.2500000000000003E-2</c:v>
                </c:pt>
                <c:pt idx="605">
                  <c:v>4.2500000000000003E-2</c:v>
                </c:pt>
                <c:pt idx="606">
                  <c:v>4.2500000000000003E-2</c:v>
                </c:pt>
                <c:pt idx="607">
                  <c:v>4.2500000000000003E-2</c:v>
                </c:pt>
                <c:pt idx="608">
                  <c:v>4.2500000000000003E-2</c:v>
                </c:pt>
                <c:pt idx="609">
                  <c:v>4.2500000000000003E-2</c:v>
                </c:pt>
                <c:pt idx="610">
                  <c:v>4.2500000000000003E-2</c:v>
                </c:pt>
                <c:pt idx="611">
                  <c:v>4.2500000000000003E-2</c:v>
                </c:pt>
                <c:pt idx="612">
                  <c:v>4.2500000000000003E-2</c:v>
                </c:pt>
                <c:pt idx="613">
                  <c:v>4.2500000000000003E-2</c:v>
                </c:pt>
                <c:pt idx="614">
                  <c:v>4.2500000000000003E-2</c:v>
                </c:pt>
                <c:pt idx="615">
                  <c:v>4.2500000000000003E-2</c:v>
                </c:pt>
                <c:pt idx="616">
                  <c:v>4.2500000000000003E-2</c:v>
                </c:pt>
                <c:pt idx="617">
                  <c:v>4.2500000000000003E-2</c:v>
                </c:pt>
                <c:pt idx="618">
                  <c:v>4.2500000000000003E-2</c:v>
                </c:pt>
                <c:pt idx="619">
                  <c:v>4.2500000000000003E-2</c:v>
                </c:pt>
                <c:pt idx="620">
                  <c:v>4.2500000000000003E-2</c:v>
                </c:pt>
                <c:pt idx="621">
                  <c:v>4.2500000000000003E-2</c:v>
                </c:pt>
                <c:pt idx="622">
                  <c:v>4.2500000000000003E-2</c:v>
                </c:pt>
                <c:pt idx="623">
                  <c:v>4.2500000000000003E-2</c:v>
                </c:pt>
                <c:pt idx="624">
                  <c:v>4.2500000000000003E-2</c:v>
                </c:pt>
                <c:pt idx="625">
                  <c:v>4.2500000000000003E-2</c:v>
                </c:pt>
                <c:pt idx="626">
                  <c:v>4.2500000000000003E-2</c:v>
                </c:pt>
                <c:pt idx="627">
                  <c:v>4.2500000000000003E-2</c:v>
                </c:pt>
                <c:pt idx="628">
                  <c:v>4.2500000000000003E-2</c:v>
                </c:pt>
                <c:pt idx="629">
                  <c:v>4.2500000000000003E-2</c:v>
                </c:pt>
                <c:pt idx="630">
                  <c:v>4.2500000000000003E-2</c:v>
                </c:pt>
                <c:pt idx="631">
                  <c:v>4.2500000000000003E-2</c:v>
                </c:pt>
                <c:pt idx="632">
                  <c:v>4.2500000000000003E-2</c:v>
                </c:pt>
                <c:pt idx="633">
                  <c:v>4.2500000000000003E-2</c:v>
                </c:pt>
                <c:pt idx="634">
                  <c:v>4.2500000000000003E-2</c:v>
                </c:pt>
                <c:pt idx="635">
                  <c:v>4.2500000000000003E-2</c:v>
                </c:pt>
                <c:pt idx="636">
                  <c:v>4.2500000000000003E-2</c:v>
                </c:pt>
                <c:pt idx="637">
                  <c:v>4.2500000000000003E-2</c:v>
                </c:pt>
                <c:pt idx="638">
                  <c:v>4.2500000000000003E-2</c:v>
                </c:pt>
                <c:pt idx="639">
                  <c:v>4.2500000000000003E-2</c:v>
                </c:pt>
                <c:pt idx="640">
                  <c:v>4.2500000000000003E-2</c:v>
                </c:pt>
                <c:pt idx="641">
                  <c:v>4.2500000000000003E-2</c:v>
                </c:pt>
                <c:pt idx="642">
                  <c:v>4.2500000000000003E-2</c:v>
                </c:pt>
                <c:pt idx="643">
                  <c:v>4.2500000000000003E-2</c:v>
                </c:pt>
                <c:pt idx="644">
                  <c:v>4.2500000000000003E-2</c:v>
                </c:pt>
                <c:pt idx="645">
                  <c:v>4.2500000000000003E-2</c:v>
                </c:pt>
                <c:pt idx="646">
                  <c:v>4.2500000000000003E-2</c:v>
                </c:pt>
                <c:pt idx="647">
                  <c:v>4.2500000000000003E-2</c:v>
                </c:pt>
                <c:pt idx="648">
                  <c:v>4.2500000000000003E-2</c:v>
                </c:pt>
                <c:pt idx="649">
                  <c:v>4.2500000000000003E-2</c:v>
                </c:pt>
                <c:pt idx="650">
                  <c:v>4.2500000000000003E-2</c:v>
                </c:pt>
                <c:pt idx="651">
                  <c:v>4.2500000000000003E-2</c:v>
                </c:pt>
                <c:pt idx="652">
                  <c:v>4.2500000000000003E-2</c:v>
                </c:pt>
                <c:pt idx="653">
                  <c:v>4.2500000000000003E-2</c:v>
                </c:pt>
                <c:pt idx="654">
                  <c:v>4.2500000000000003E-2</c:v>
                </c:pt>
                <c:pt idx="655">
                  <c:v>4.2500000000000003E-2</c:v>
                </c:pt>
                <c:pt idx="656">
                  <c:v>4.2500000000000003E-2</c:v>
                </c:pt>
                <c:pt idx="657">
                  <c:v>4.2500000000000003E-2</c:v>
                </c:pt>
                <c:pt idx="658">
                  <c:v>4.2500000000000003E-2</c:v>
                </c:pt>
                <c:pt idx="659">
                  <c:v>4.2500000000000003E-2</c:v>
                </c:pt>
                <c:pt idx="660">
                  <c:v>4.2500000000000003E-2</c:v>
                </c:pt>
                <c:pt idx="661">
                  <c:v>4.2500000000000003E-2</c:v>
                </c:pt>
                <c:pt idx="662">
                  <c:v>4.2500000000000003E-2</c:v>
                </c:pt>
                <c:pt idx="663">
                  <c:v>4.2500000000000003E-2</c:v>
                </c:pt>
                <c:pt idx="664">
                  <c:v>4.2500000000000003E-2</c:v>
                </c:pt>
                <c:pt idx="665">
                  <c:v>4.2500000000000003E-2</c:v>
                </c:pt>
                <c:pt idx="666">
                  <c:v>4.2500000000000003E-2</c:v>
                </c:pt>
                <c:pt idx="667">
                  <c:v>4.2500000000000003E-2</c:v>
                </c:pt>
                <c:pt idx="668">
                  <c:v>4.2500000000000003E-2</c:v>
                </c:pt>
                <c:pt idx="669">
                  <c:v>4.2500000000000003E-2</c:v>
                </c:pt>
                <c:pt idx="670">
                  <c:v>4.2500000000000003E-2</c:v>
                </c:pt>
                <c:pt idx="671">
                  <c:v>4.2500000000000003E-2</c:v>
                </c:pt>
                <c:pt idx="672">
                  <c:v>4.2500000000000003E-2</c:v>
                </c:pt>
                <c:pt idx="673">
                  <c:v>4.2500000000000003E-2</c:v>
                </c:pt>
                <c:pt idx="674">
                  <c:v>4.2500000000000003E-2</c:v>
                </c:pt>
                <c:pt idx="675">
                  <c:v>4.2500000000000003E-2</c:v>
                </c:pt>
                <c:pt idx="676">
                  <c:v>4.2500000000000003E-2</c:v>
                </c:pt>
                <c:pt idx="677">
                  <c:v>4.2500000000000003E-2</c:v>
                </c:pt>
                <c:pt idx="678">
                  <c:v>4.2500000000000003E-2</c:v>
                </c:pt>
                <c:pt idx="679">
                  <c:v>4.2500000000000003E-2</c:v>
                </c:pt>
                <c:pt idx="680">
                  <c:v>4.2500000000000003E-2</c:v>
                </c:pt>
                <c:pt idx="681">
                  <c:v>4.2500000000000003E-2</c:v>
                </c:pt>
                <c:pt idx="682">
                  <c:v>4.2500000000000003E-2</c:v>
                </c:pt>
                <c:pt idx="683">
                  <c:v>4.2500000000000003E-2</c:v>
                </c:pt>
                <c:pt idx="684">
                  <c:v>4.2500000000000003E-2</c:v>
                </c:pt>
                <c:pt idx="685">
                  <c:v>4.2500000000000003E-2</c:v>
                </c:pt>
                <c:pt idx="686">
                  <c:v>4.2500000000000003E-2</c:v>
                </c:pt>
                <c:pt idx="687">
                  <c:v>4.2500000000000003E-2</c:v>
                </c:pt>
                <c:pt idx="688">
                  <c:v>4.2500000000000003E-2</c:v>
                </c:pt>
                <c:pt idx="689">
                  <c:v>4.2500000000000003E-2</c:v>
                </c:pt>
                <c:pt idx="690">
                  <c:v>4.2500000000000003E-2</c:v>
                </c:pt>
                <c:pt idx="691">
                  <c:v>4.2500000000000003E-2</c:v>
                </c:pt>
                <c:pt idx="692">
                  <c:v>4.2500000000000003E-2</c:v>
                </c:pt>
                <c:pt idx="693">
                  <c:v>4.2500000000000003E-2</c:v>
                </c:pt>
                <c:pt idx="694">
                  <c:v>4.2500000000000003E-2</c:v>
                </c:pt>
                <c:pt idx="695">
                  <c:v>4.2500000000000003E-2</c:v>
                </c:pt>
                <c:pt idx="696">
                  <c:v>4.2500000000000003E-2</c:v>
                </c:pt>
                <c:pt idx="697">
                  <c:v>4.2500000000000003E-2</c:v>
                </c:pt>
                <c:pt idx="698">
                  <c:v>4.2500000000000003E-2</c:v>
                </c:pt>
                <c:pt idx="699">
                  <c:v>4.2500000000000003E-2</c:v>
                </c:pt>
                <c:pt idx="700">
                  <c:v>4.2500000000000003E-2</c:v>
                </c:pt>
                <c:pt idx="701">
                  <c:v>4.2500000000000003E-2</c:v>
                </c:pt>
                <c:pt idx="702">
                  <c:v>4.2500000000000003E-2</c:v>
                </c:pt>
                <c:pt idx="703">
                  <c:v>4.2500000000000003E-2</c:v>
                </c:pt>
                <c:pt idx="704">
                  <c:v>4.2500000000000003E-2</c:v>
                </c:pt>
                <c:pt idx="705">
                  <c:v>4.2500000000000003E-2</c:v>
                </c:pt>
                <c:pt idx="706">
                  <c:v>4.2500000000000003E-2</c:v>
                </c:pt>
                <c:pt idx="707">
                  <c:v>4.2500000000000003E-2</c:v>
                </c:pt>
                <c:pt idx="708">
                  <c:v>4.2500000000000003E-2</c:v>
                </c:pt>
                <c:pt idx="709">
                  <c:v>4.2500000000000003E-2</c:v>
                </c:pt>
                <c:pt idx="710">
                  <c:v>4.2500000000000003E-2</c:v>
                </c:pt>
                <c:pt idx="711">
                  <c:v>4.2500000000000003E-2</c:v>
                </c:pt>
                <c:pt idx="712">
                  <c:v>4.2500000000000003E-2</c:v>
                </c:pt>
                <c:pt idx="713">
                  <c:v>4.2500000000000003E-2</c:v>
                </c:pt>
                <c:pt idx="714">
                  <c:v>4.2500000000000003E-2</c:v>
                </c:pt>
                <c:pt idx="715">
                  <c:v>4.2500000000000003E-2</c:v>
                </c:pt>
                <c:pt idx="716">
                  <c:v>4.2500000000000003E-2</c:v>
                </c:pt>
                <c:pt idx="717">
                  <c:v>4.2500000000000003E-2</c:v>
                </c:pt>
                <c:pt idx="718">
                  <c:v>4.2500000000000003E-2</c:v>
                </c:pt>
                <c:pt idx="719">
                  <c:v>4.2500000000000003E-2</c:v>
                </c:pt>
                <c:pt idx="720">
                  <c:v>4.2500000000000003E-2</c:v>
                </c:pt>
                <c:pt idx="721">
                  <c:v>4.2500000000000003E-2</c:v>
                </c:pt>
                <c:pt idx="722">
                  <c:v>4.2500000000000003E-2</c:v>
                </c:pt>
                <c:pt idx="723">
                  <c:v>4.2500000000000003E-2</c:v>
                </c:pt>
                <c:pt idx="724">
                  <c:v>4.2500000000000003E-2</c:v>
                </c:pt>
                <c:pt idx="725">
                  <c:v>4.2500000000000003E-2</c:v>
                </c:pt>
                <c:pt idx="726">
                  <c:v>4.2500000000000003E-2</c:v>
                </c:pt>
                <c:pt idx="727">
                  <c:v>4.2500000000000003E-2</c:v>
                </c:pt>
                <c:pt idx="728">
                  <c:v>4.2500000000000003E-2</c:v>
                </c:pt>
                <c:pt idx="729">
                  <c:v>4.2500000000000003E-2</c:v>
                </c:pt>
                <c:pt idx="730">
                  <c:v>4.2500000000000003E-2</c:v>
                </c:pt>
                <c:pt idx="731">
                  <c:v>4.2500000000000003E-2</c:v>
                </c:pt>
                <c:pt idx="732">
                  <c:v>4.2500000000000003E-2</c:v>
                </c:pt>
                <c:pt idx="733">
                  <c:v>4.2500000000000003E-2</c:v>
                </c:pt>
                <c:pt idx="734">
                  <c:v>4.2500000000000003E-2</c:v>
                </c:pt>
                <c:pt idx="735">
                  <c:v>4.2500000000000003E-2</c:v>
                </c:pt>
                <c:pt idx="736">
                  <c:v>4.2500000000000003E-2</c:v>
                </c:pt>
                <c:pt idx="737">
                  <c:v>4.2500000000000003E-2</c:v>
                </c:pt>
                <c:pt idx="738">
                  <c:v>4.2500000000000003E-2</c:v>
                </c:pt>
                <c:pt idx="739">
                  <c:v>4.2500000000000003E-2</c:v>
                </c:pt>
                <c:pt idx="740">
                  <c:v>4.2500000000000003E-2</c:v>
                </c:pt>
                <c:pt idx="741">
                  <c:v>4.2500000000000003E-2</c:v>
                </c:pt>
                <c:pt idx="742">
                  <c:v>4.2500000000000003E-2</c:v>
                </c:pt>
                <c:pt idx="743">
                  <c:v>4.2500000000000003E-2</c:v>
                </c:pt>
                <c:pt idx="744">
                  <c:v>4.2500000000000003E-2</c:v>
                </c:pt>
                <c:pt idx="745">
                  <c:v>4.2500000000000003E-2</c:v>
                </c:pt>
                <c:pt idx="746">
                  <c:v>4.2500000000000003E-2</c:v>
                </c:pt>
                <c:pt idx="747">
                  <c:v>4.2500000000000003E-2</c:v>
                </c:pt>
                <c:pt idx="748">
                  <c:v>4.2500000000000003E-2</c:v>
                </c:pt>
                <c:pt idx="749">
                  <c:v>4.2500000000000003E-2</c:v>
                </c:pt>
                <c:pt idx="750">
                  <c:v>4.2500000000000003E-2</c:v>
                </c:pt>
                <c:pt idx="751">
                  <c:v>4.2500000000000003E-2</c:v>
                </c:pt>
                <c:pt idx="752">
                  <c:v>4.2500000000000003E-2</c:v>
                </c:pt>
                <c:pt idx="753">
                  <c:v>4.2500000000000003E-2</c:v>
                </c:pt>
                <c:pt idx="754">
                  <c:v>4.2500000000000003E-2</c:v>
                </c:pt>
                <c:pt idx="755">
                  <c:v>4.2500000000000003E-2</c:v>
                </c:pt>
                <c:pt idx="756">
                  <c:v>4.2500000000000003E-2</c:v>
                </c:pt>
                <c:pt idx="757">
                  <c:v>4.2500000000000003E-2</c:v>
                </c:pt>
                <c:pt idx="758">
                  <c:v>4.2500000000000003E-2</c:v>
                </c:pt>
                <c:pt idx="759">
                  <c:v>4.2500000000000003E-2</c:v>
                </c:pt>
                <c:pt idx="760">
                  <c:v>4.2500000000000003E-2</c:v>
                </c:pt>
                <c:pt idx="761">
                  <c:v>4.2500000000000003E-2</c:v>
                </c:pt>
                <c:pt idx="762">
                  <c:v>4.2500000000000003E-2</c:v>
                </c:pt>
                <c:pt idx="763">
                  <c:v>4.2500000000000003E-2</c:v>
                </c:pt>
                <c:pt idx="764">
                  <c:v>4.2500000000000003E-2</c:v>
                </c:pt>
                <c:pt idx="765">
                  <c:v>4.2500000000000003E-2</c:v>
                </c:pt>
                <c:pt idx="766">
                  <c:v>4.2500000000000003E-2</c:v>
                </c:pt>
                <c:pt idx="767">
                  <c:v>4.2500000000000003E-2</c:v>
                </c:pt>
                <c:pt idx="768">
                  <c:v>4.2500000000000003E-2</c:v>
                </c:pt>
                <c:pt idx="769">
                  <c:v>4.2500000000000003E-2</c:v>
                </c:pt>
                <c:pt idx="770">
                  <c:v>4.2500000000000003E-2</c:v>
                </c:pt>
                <c:pt idx="771">
                  <c:v>4.2500000000000003E-2</c:v>
                </c:pt>
                <c:pt idx="772">
                  <c:v>4.2500000000000003E-2</c:v>
                </c:pt>
                <c:pt idx="773">
                  <c:v>4.2500000000000003E-2</c:v>
                </c:pt>
                <c:pt idx="774">
                  <c:v>4.2500000000000003E-2</c:v>
                </c:pt>
                <c:pt idx="775">
                  <c:v>4.2500000000000003E-2</c:v>
                </c:pt>
                <c:pt idx="776">
                  <c:v>4.2500000000000003E-2</c:v>
                </c:pt>
                <c:pt idx="777">
                  <c:v>4.2500000000000003E-2</c:v>
                </c:pt>
                <c:pt idx="778">
                  <c:v>4.2500000000000003E-2</c:v>
                </c:pt>
                <c:pt idx="779">
                  <c:v>4.2500000000000003E-2</c:v>
                </c:pt>
                <c:pt idx="780">
                  <c:v>4.2500000000000003E-2</c:v>
                </c:pt>
                <c:pt idx="781">
                  <c:v>4.2500000000000003E-2</c:v>
                </c:pt>
                <c:pt idx="782">
                  <c:v>4.2500000000000003E-2</c:v>
                </c:pt>
                <c:pt idx="783">
                  <c:v>4.2500000000000003E-2</c:v>
                </c:pt>
                <c:pt idx="784">
                  <c:v>4.2500000000000003E-2</c:v>
                </c:pt>
                <c:pt idx="785">
                  <c:v>4.2500000000000003E-2</c:v>
                </c:pt>
                <c:pt idx="786">
                  <c:v>4.2500000000000003E-2</c:v>
                </c:pt>
                <c:pt idx="787">
                  <c:v>4.2500000000000003E-2</c:v>
                </c:pt>
                <c:pt idx="788">
                  <c:v>4.2500000000000003E-2</c:v>
                </c:pt>
                <c:pt idx="789">
                  <c:v>4.2500000000000003E-2</c:v>
                </c:pt>
                <c:pt idx="790">
                  <c:v>4.2500000000000003E-2</c:v>
                </c:pt>
                <c:pt idx="791">
                  <c:v>4.2500000000000003E-2</c:v>
                </c:pt>
                <c:pt idx="792">
                  <c:v>4.2500000000000003E-2</c:v>
                </c:pt>
                <c:pt idx="793">
                  <c:v>4.2500000000000003E-2</c:v>
                </c:pt>
                <c:pt idx="794">
                  <c:v>4.2500000000000003E-2</c:v>
                </c:pt>
                <c:pt idx="795">
                  <c:v>4.2500000000000003E-2</c:v>
                </c:pt>
                <c:pt idx="796">
                  <c:v>4.2500000000000003E-2</c:v>
                </c:pt>
                <c:pt idx="797">
                  <c:v>4.2500000000000003E-2</c:v>
                </c:pt>
                <c:pt idx="798">
                  <c:v>4.2500000000000003E-2</c:v>
                </c:pt>
                <c:pt idx="799">
                  <c:v>4.2500000000000003E-2</c:v>
                </c:pt>
                <c:pt idx="800">
                  <c:v>4.2500000000000003E-2</c:v>
                </c:pt>
                <c:pt idx="801">
                  <c:v>4.2500000000000003E-2</c:v>
                </c:pt>
                <c:pt idx="802">
                  <c:v>4.2500000000000003E-2</c:v>
                </c:pt>
                <c:pt idx="803">
                  <c:v>4.2500000000000003E-2</c:v>
                </c:pt>
                <c:pt idx="804">
                  <c:v>4.2500000000000003E-2</c:v>
                </c:pt>
                <c:pt idx="805">
                  <c:v>4.2500000000000003E-2</c:v>
                </c:pt>
                <c:pt idx="806">
                  <c:v>4.2500000000000003E-2</c:v>
                </c:pt>
                <c:pt idx="807">
                  <c:v>4.2500000000000003E-2</c:v>
                </c:pt>
                <c:pt idx="808">
                  <c:v>4.2500000000000003E-2</c:v>
                </c:pt>
                <c:pt idx="809">
                  <c:v>4.2500000000000003E-2</c:v>
                </c:pt>
                <c:pt idx="810">
                  <c:v>4.2500000000000003E-2</c:v>
                </c:pt>
                <c:pt idx="811">
                  <c:v>4.2500000000000003E-2</c:v>
                </c:pt>
                <c:pt idx="812">
                  <c:v>4.2500000000000003E-2</c:v>
                </c:pt>
                <c:pt idx="813">
                  <c:v>4.2500000000000003E-2</c:v>
                </c:pt>
                <c:pt idx="814">
                  <c:v>4.2500000000000003E-2</c:v>
                </c:pt>
                <c:pt idx="815">
                  <c:v>4.2500000000000003E-2</c:v>
                </c:pt>
                <c:pt idx="816">
                  <c:v>4.2500000000000003E-2</c:v>
                </c:pt>
                <c:pt idx="817">
                  <c:v>4.2500000000000003E-2</c:v>
                </c:pt>
                <c:pt idx="818">
                  <c:v>4.2500000000000003E-2</c:v>
                </c:pt>
                <c:pt idx="819">
                  <c:v>4.2500000000000003E-2</c:v>
                </c:pt>
                <c:pt idx="820">
                  <c:v>4.2500000000000003E-2</c:v>
                </c:pt>
                <c:pt idx="821">
                  <c:v>4.2500000000000003E-2</c:v>
                </c:pt>
                <c:pt idx="822">
                  <c:v>4.2500000000000003E-2</c:v>
                </c:pt>
                <c:pt idx="823">
                  <c:v>4.2500000000000003E-2</c:v>
                </c:pt>
                <c:pt idx="824">
                  <c:v>4.2500000000000003E-2</c:v>
                </c:pt>
                <c:pt idx="825">
                  <c:v>4.2500000000000003E-2</c:v>
                </c:pt>
                <c:pt idx="826">
                  <c:v>4.2500000000000003E-2</c:v>
                </c:pt>
                <c:pt idx="827">
                  <c:v>4.2500000000000003E-2</c:v>
                </c:pt>
                <c:pt idx="828">
                  <c:v>4.2500000000000003E-2</c:v>
                </c:pt>
                <c:pt idx="829">
                  <c:v>4.2500000000000003E-2</c:v>
                </c:pt>
                <c:pt idx="830">
                  <c:v>4.2500000000000003E-2</c:v>
                </c:pt>
                <c:pt idx="831">
                  <c:v>4.2500000000000003E-2</c:v>
                </c:pt>
                <c:pt idx="832">
                  <c:v>4.2500000000000003E-2</c:v>
                </c:pt>
                <c:pt idx="833">
                  <c:v>4.2500000000000003E-2</c:v>
                </c:pt>
                <c:pt idx="834">
                  <c:v>4.2500000000000003E-2</c:v>
                </c:pt>
                <c:pt idx="835">
                  <c:v>4.2500000000000003E-2</c:v>
                </c:pt>
                <c:pt idx="836">
                  <c:v>4.2500000000000003E-2</c:v>
                </c:pt>
                <c:pt idx="837">
                  <c:v>4.2500000000000003E-2</c:v>
                </c:pt>
                <c:pt idx="838">
                  <c:v>4.2500000000000003E-2</c:v>
                </c:pt>
                <c:pt idx="839">
                  <c:v>4.2500000000000003E-2</c:v>
                </c:pt>
                <c:pt idx="840">
                  <c:v>4.2500000000000003E-2</c:v>
                </c:pt>
                <c:pt idx="841">
                  <c:v>4.2500000000000003E-2</c:v>
                </c:pt>
                <c:pt idx="842">
                  <c:v>4.2500000000000003E-2</c:v>
                </c:pt>
                <c:pt idx="843">
                  <c:v>4.2500000000000003E-2</c:v>
                </c:pt>
                <c:pt idx="844">
                  <c:v>4.2500000000000003E-2</c:v>
                </c:pt>
                <c:pt idx="845">
                  <c:v>4.2500000000000003E-2</c:v>
                </c:pt>
                <c:pt idx="846">
                  <c:v>4.2500000000000003E-2</c:v>
                </c:pt>
                <c:pt idx="847">
                  <c:v>4.2500000000000003E-2</c:v>
                </c:pt>
                <c:pt idx="848">
                  <c:v>4.2500000000000003E-2</c:v>
                </c:pt>
                <c:pt idx="849">
                  <c:v>4.2500000000000003E-2</c:v>
                </c:pt>
                <c:pt idx="850">
                  <c:v>4.2500000000000003E-2</c:v>
                </c:pt>
                <c:pt idx="851">
                  <c:v>4.2500000000000003E-2</c:v>
                </c:pt>
                <c:pt idx="852">
                  <c:v>4.2500000000000003E-2</c:v>
                </c:pt>
                <c:pt idx="853">
                  <c:v>4.2500000000000003E-2</c:v>
                </c:pt>
                <c:pt idx="854">
                  <c:v>4.2500000000000003E-2</c:v>
                </c:pt>
                <c:pt idx="855">
                  <c:v>4.2500000000000003E-2</c:v>
                </c:pt>
                <c:pt idx="856">
                  <c:v>4.2500000000000003E-2</c:v>
                </c:pt>
                <c:pt idx="857">
                  <c:v>4.2500000000000003E-2</c:v>
                </c:pt>
                <c:pt idx="858">
                  <c:v>4.2500000000000003E-2</c:v>
                </c:pt>
                <c:pt idx="859">
                  <c:v>4.2500000000000003E-2</c:v>
                </c:pt>
                <c:pt idx="860">
                  <c:v>4.2500000000000003E-2</c:v>
                </c:pt>
                <c:pt idx="861">
                  <c:v>4.2500000000000003E-2</c:v>
                </c:pt>
                <c:pt idx="862">
                  <c:v>4.2500000000000003E-2</c:v>
                </c:pt>
                <c:pt idx="863">
                  <c:v>4.2500000000000003E-2</c:v>
                </c:pt>
                <c:pt idx="864">
                  <c:v>4.2500000000000003E-2</c:v>
                </c:pt>
                <c:pt idx="865">
                  <c:v>4.2500000000000003E-2</c:v>
                </c:pt>
                <c:pt idx="866">
                  <c:v>4.2500000000000003E-2</c:v>
                </c:pt>
                <c:pt idx="867">
                  <c:v>4.2500000000000003E-2</c:v>
                </c:pt>
                <c:pt idx="868">
                  <c:v>4.2500000000000003E-2</c:v>
                </c:pt>
                <c:pt idx="869">
                  <c:v>4.2500000000000003E-2</c:v>
                </c:pt>
                <c:pt idx="870">
                  <c:v>4.2500000000000003E-2</c:v>
                </c:pt>
                <c:pt idx="871">
                  <c:v>4.2500000000000003E-2</c:v>
                </c:pt>
                <c:pt idx="872">
                  <c:v>4.2500000000000003E-2</c:v>
                </c:pt>
                <c:pt idx="873">
                  <c:v>4.2500000000000003E-2</c:v>
                </c:pt>
                <c:pt idx="874">
                  <c:v>4.2500000000000003E-2</c:v>
                </c:pt>
                <c:pt idx="875">
                  <c:v>4.2500000000000003E-2</c:v>
                </c:pt>
                <c:pt idx="876">
                  <c:v>4.2500000000000003E-2</c:v>
                </c:pt>
                <c:pt idx="877">
                  <c:v>4.2500000000000003E-2</c:v>
                </c:pt>
                <c:pt idx="878">
                  <c:v>4.2500000000000003E-2</c:v>
                </c:pt>
                <c:pt idx="879">
                  <c:v>4.2500000000000003E-2</c:v>
                </c:pt>
                <c:pt idx="880">
                  <c:v>4.2500000000000003E-2</c:v>
                </c:pt>
                <c:pt idx="881">
                  <c:v>4.2500000000000003E-2</c:v>
                </c:pt>
                <c:pt idx="882">
                  <c:v>4.2500000000000003E-2</c:v>
                </c:pt>
                <c:pt idx="883">
                  <c:v>4.2500000000000003E-2</c:v>
                </c:pt>
                <c:pt idx="884">
                  <c:v>4.2500000000000003E-2</c:v>
                </c:pt>
                <c:pt idx="885">
                  <c:v>4.2500000000000003E-2</c:v>
                </c:pt>
                <c:pt idx="886">
                  <c:v>4.2500000000000003E-2</c:v>
                </c:pt>
                <c:pt idx="887">
                  <c:v>4.2500000000000003E-2</c:v>
                </c:pt>
                <c:pt idx="888">
                  <c:v>4.2500000000000003E-2</c:v>
                </c:pt>
                <c:pt idx="889">
                  <c:v>4.2500000000000003E-2</c:v>
                </c:pt>
                <c:pt idx="890">
                  <c:v>4.2500000000000003E-2</c:v>
                </c:pt>
                <c:pt idx="891">
                  <c:v>4.2500000000000003E-2</c:v>
                </c:pt>
                <c:pt idx="892">
                  <c:v>4.2500000000000003E-2</c:v>
                </c:pt>
                <c:pt idx="893">
                  <c:v>4.2500000000000003E-2</c:v>
                </c:pt>
                <c:pt idx="894">
                  <c:v>4.2500000000000003E-2</c:v>
                </c:pt>
                <c:pt idx="895">
                  <c:v>4.2500000000000003E-2</c:v>
                </c:pt>
                <c:pt idx="896">
                  <c:v>4.2500000000000003E-2</c:v>
                </c:pt>
                <c:pt idx="897">
                  <c:v>4.2500000000000003E-2</c:v>
                </c:pt>
                <c:pt idx="898">
                  <c:v>4.2500000000000003E-2</c:v>
                </c:pt>
                <c:pt idx="899">
                  <c:v>4.2500000000000003E-2</c:v>
                </c:pt>
                <c:pt idx="900">
                  <c:v>4.2500000000000003E-2</c:v>
                </c:pt>
                <c:pt idx="901">
                  <c:v>4.2500000000000003E-2</c:v>
                </c:pt>
                <c:pt idx="902">
                  <c:v>4.2500000000000003E-2</c:v>
                </c:pt>
                <c:pt idx="903">
                  <c:v>4.2500000000000003E-2</c:v>
                </c:pt>
                <c:pt idx="904">
                  <c:v>4.2500000000000003E-2</c:v>
                </c:pt>
                <c:pt idx="905">
                  <c:v>4.2500000000000003E-2</c:v>
                </c:pt>
                <c:pt idx="906">
                  <c:v>4.2500000000000003E-2</c:v>
                </c:pt>
                <c:pt idx="907">
                  <c:v>4.2500000000000003E-2</c:v>
                </c:pt>
                <c:pt idx="908">
                  <c:v>4.2500000000000003E-2</c:v>
                </c:pt>
                <c:pt idx="909">
                  <c:v>4.2500000000000003E-2</c:v>
                </c:pt>
                <c:pt idx="910">
                  <c:v>4.2500000000000003E-2</c:v>
                </c:pt>
                <c:pt idx="911">
                  <c:v>4.2500000000000003E-2</c:v>
                </c:pt>
                <c:pt idx="912">
                  <c:v>4.2500000000000003E-2</c:v>
                </c:pt>
                <c:pt idx="913">
                  <c:v>4.2500000000000003E-2</c:v>
                </c:pt>
                <c:pt idx="914">
                  <c:v>4.2500000000000003E-2</c:v>
                </c:pt>
                <c:pt idx="915">
                  <c:v>4.2500000000000003E-2</c:v>
                </c:pt>
                <c:pt idx="916">
                  <c:v>4.2500000000000003E-2</c:v>
                </c:pt>
                <c:pt idx="917">
                  <c:v>4.2500000000000003E-2</c:v>
                </c:pt>
                <c:pt idx="918">
                  <c:v>4.2500000000000003E-2</c:v>
                </c:pt>
                <c:pt idx="919">
                  <c:v>4.2500000000000003E-2</c:v>
                </c:pt>
                <c:pt idx="920">
                  <c:v>4.2500000000000003E-2</c:v>
                </c:pt>
                <c:pt idx="921">
                  <c:v>4.2500000000000003E-2</c:v>
                </c:pt>
                <c:pt idx="922">
                  <c:v>4.2500000000000003E-2</c:v>
                </c:pt>
                <c:pt idx="923">
                  <c:v>4.2500000000000003E-2</c:v>
                </c:pt>
                <c:pt idx="924">
                  <c:v>4.2500000000000003E-2</c:v>
                </c:pt>
                <c:pt idx="925">
                  <c:v>4.2500000000000003E-2</c:v>
                </c:pt>
                <c:pt idx="926">
                  <c:v>4.2500000000000003E-2</c:v>
                </c:pt>
                <c:pt idx="927">
                  <c:v>4.2500000000000003E-2</c:v>
                </c:pt>
                <c:pt idx="928">
                  <c:v>4.2500000000000003E-2</c:v>
                </c:pt>
                <c:pt idx="929">
                  <c:v>4.2500000000000003E-2</c:v>
                </c:pt>
                <c:pt idx="930">
                  <c:v>4.2500000000000003E-2</c:v>
                </c:pt>
                <c:pt idx="931">
                  <c:v>4.2500000000000003E-2</c:v>
                </c:pt>
                <c:pt idx="932">
                  <c:v>4.2500000000000003E-2</c:v>
                </c:pt>
                <c:pt idx="933">
                  <c:v>4.2500000000000003E-2</c:v>
                </c:pt>
                <c:pt idx="934">
                  <c:v>4.2500000000000003E-2</c:v>
                </c:pt>
                <c:pt idx="935">
                  <c:v>4.2500000000000003E-2</c:v>
                </c:pt>
                <c:pt idx="936">
                  <c:v>4.2500000000000003E-2</c:v>
                </c:pt>
                <c:pt idx="937">
                  <c:v>4.2500000000000003E-2</c:v>
                </c:pt>
                <c:pt idx="938">
                  <c:v>4.2500000000000003E-2</c:v>
                </c:pt>
                <c:pt idx="939">
                  <c:v>4.2500000000000003E-2</c:v>
                </c:pt>
                <c:pt idx="940">
                  <c:v>4.2500000000000003E-2</c:v>
                </c:pt>
                <c:pt idx="941">
                  <c:v>4.2500000000000003E-2</c:v>
                </c:pt>
                <c:pt idx="942">
                  <c:v>4.2500000000000003E-2</c:v>
                </c:pt>
                <c:pt idx="943">
                  <c:v>4.2500000000000003E-2</c:v>
                </c:pt>
                <c:pt idx="944">
                  <c:v>4.2500000000000003E-2</c:v>
                </c:pt>
                <c:pt idx="945">
                  <c:v>4.2500000000000003E-2</c:v>
                </c:pt>
                <c:pt idx="946">
                  <c:v>4.2500000000000003E-2</c:v>
                </c:pt>
                <c:pt idx="947">
                  <c:v>4.2500000000000003E-2</c:v>
                </c:pt>
                <c:pt idx="948">
                  <c:v>4.2500000000000003E-2</c:v>
                </c:pt>
                <c:pt idx="949">
                  <c:v>4.2500000000000003E-2</c:v>
                </c:pt>
                <c:pt idx="950">
                  <c:v>4.2500000000000003E-2</c:v>
                </c:pt>
                <c:pt idx="951">
                  <c:v>4.2500000000000003E-2</c:v>
                </c:pt>
                <c:pt idx="952">
                  <c:v>4.2500000000000003E-2</c:v>
                </c:pt>
                <c:pt idx="953">
                  <c:v>4.2500000000000003E-2</c:v>
                </c:pt>
                <c:pt idx="954">
                  <c:v>4.2500000000000003E-2</c:v>
                </c:pt>
                <c:pt idx="955">
                  <c:v>4.2500000000000003E-2</c:v>
                </c:pt>
                <c:pt idx="956">
                  <c:v>4.2500000000000003E-2</c:v>
                </c:pt>
                <c:pt idx="957">
                  <c:v>4.2500000000000003E-2</c:v>
                </c:pt>
                <c:pt idx="958">
                  <c:v>4.2500000000000003E-2</c:v>
                </c:pt>
                <c:pt idx="959">
                  <c:v>4.2500000000000003E-2</c:v>
                </c:pt>
                <c:pt idx="960">
                  <c:v>4.2500000000000003E-2</c:v>
                </c:pt>
                <c:pt idx="961">
                  <c:v>4.2500000000000003E-2</c:v>
                </c:pt>
                <c:pt idx="962">
                  <c:v>4.2500000000000003E-2</c:v>
                </c:pt>
                <c:pt idx="963">
                  <c:v>4.2500000000000003E-2</c:v>
                </c:pt>
                <c:pt idx="964">
                  <c:v>4.2500000000000003E-2</c:v>
                </c:pt>
                <c:pt idx="965">
                  <c:v>4.2500000000000003E-2</c:v>
                </c:pt>
                <c:pt idx="966">
                  <c:v>4.2500000000000003E-2</c:v>
                </c:pt>
                <c:pt idx="967">
                  <c:v>4.2500000000000003E-2</c:v>
                </c:pt>
                <c:pt idx="968">
                  <c:v>4.2500000000000003E-2</c:v>
                </c:pt>
                <c:pt idx="969">
                  <c:v>4.2500000000000003E-2</c:v>
                </c:pt>
                <c:pt idx="970">
                  <c:v>4.2500000000000003E-2</c:v>
                </c:pt>
                <c:pt idx="971">
                  <c:v>4.2500000000000003E-2</c:v>
                </c:pt>
                <c:pt idx="972">
                  <c:v>4.2500000000000003E-2</c:v>
                </c:pt>
                <c:pt idx="973">
                  <c:v>4.2500000000000003E-2</c:v>
                </c:pt>
                <c:pt idx="974">
                  <c:v>4.2500000000000003E-2</c:v>
                </c:pt>
                <c:pt idx="975">
                  <c:v>4.2500000000000003E-2</c:v>
                </c:pt>
                <c:pt idx="976">
                  <c:v>4.2500000000000003E-2</c:v>
                </c:pt>
                <c:pt idx="977">
                  <c:v>4.2500000000000003E-2</c:v>
                </c:pt>
                <c:pt idx="978">
                  <c:v>4.2500000000000003E-2</c:v>
                </c:pt>
                <c:pt idx="979">
                  <c:v>4.2500000000000003E-2</c:v>
                </c:pt>
                <c:pt idx="980">
                  <c:v>4.2500000000000003E-2</c:v>
                </c:pt>
                <c:pt idx="981">
                  <c:v>4.2500000000000003E-2</c:v>
                </c:pt>
                <c:pt idx="982">
                  <c:v>4.2500000000000003E-2</c:v>
                </c:pt>
                <c:pt idx="983">
                  <c:v>4.2500000000000003E-2</c:v>
                </c:pt>
                <c:pt idx="984">
                  <c:v>4.2500000000000003E-2</c:v>
                </c:pt>
                <c:pt idx="985">
                  <c:v>4.2500000000000003E-2</c:v>
                </c:pt>
                <c:pt idx="986">
                  <c:v>4.2500000000000003E-2</c:v>
                </c:pt>
                <c:pt idx="987">
                  <c:v>4.2500000000000003E-2</c:v>
                </c:pt>
                <c:pt idx="988">
                  <c:v>4.2500000000000003E-2</c:v>
                </c:pt>
                <c:pt idx="989">
                  <c:v>4.2500000000000003E-2</c:v>
                </c:pt>
                <c:pt idx="990">
                  <c:v>4.2500000000000003E-2</c:v>
                </c:pt>
                <c:pt idx="991">
                  <c:v>4.2500000000000003E-2</c:v>
                </c:pt>
                <c:pt idx="992">
                  <c:v>4.2500000000000003E-2</c:v>
                </c:pt>
                <c:pt idx="993">
                  <c:v>4.2500000000000003E-2</c:v>
                </c:pt>
                <c:pt idx="994">
                  <c:v>4.2500000000000003E-2</c:v>
                </c:pt>
                <c:pt idx="995">
                  <c:v>4.2500000000000003E-2</c:v>
                </c:pt>
                <c:pt idx="996">
                  <c:v>4.2500000000000003E-2</c:v>
                </c:pt>
                <c:pt idx="997">
                  <c:v>4.2500000000000003E-2</c:v>
                </c:pt>
                <c:pt idx="998">
                  <c:v>4.2500000000000003E-2</c:v>
                </c:pt>
                <c:pt idx="999">
                  <c:v>4.2500000000000003E-2</c:v>
                </c:pt>
                <c:pt idx="1000">
                  <c:v>4.2500000000000003E-2</c:v>
                </c:pt>
                <c:pt idx="1001">
                  <c:v>4.2500000000000003E-2</c:v>
                </c:pt>
                <c:pt idx="1002">
                  <c:v>4.2500000000000003E-2</c:v>
                </c:pt>
                <c:pt idx="1003">
                  <c:v>4.2500000000000003E-2</c:v>
                </c:pt>
                <c:pt idx="1004">
                  <c:v>4.2500000000000003E-2</c:v>
                </c:pt>
                <c:pt idx="1005">
                  <c:v>4.2500000000000003E-2</c:v>
                </c:pt>
                <c:pt idx="1006">
                  <c:v>4.2500000000000003E-2</c:v>
                </c:pt>
                <c:pt idx="1007">
                  <c:v>4.2500000000000003E-2</c:v>
                </c:pt>
                <c:pt idx="1008">
                  <c:v>4.2500000000000003E-2</c:v>
                </c:pt>
                <c:pt idx="1009">
                  <c:v>4.2500000000000003E-2</c:v>
                </c:pt>
                <c:pt idx="1010">
                  <c:v>4.2500000000000003E-2</c:v>
                </c:pt>
                <c:pt idx="1011">
                  <c:v>4.2500000000000003E-2</c:v>
                </c:pt>
                <c:pt idx="1012">
                  <c:v>4.2500000000000003E-2</c:v>
                </c:pt>
                <c:pt idx="1013">
                  <c:v>4.2500000000000003E-2</c:v>
                </c:pt>
                <c:pt idx="1014">
                  <c:v>4.2500000000000003E-2</c:v>
                </c:pt>
                <c:pt idx="1015">
                  <c:v>4.2500000000000003E-2</c:v>
                </c:pt>
                <c:pt idx="1016">
                  <c:v>4.2500000000000003E-2</c:v>
                </c:pt>
                <c:pt idx="1017">
                  <c:v>4.2500000000000003E-2</c:v>
                </c:pt>
                <c:pt idx="1018">
                  <c:v>4.2500000000000003E-2</c:v>
                </c:pt>
                <c:pt idx="1019">
                  <c:v>4.2500000000000003E-2</c:v>
                </c:pt>
                <c:pt idx="1020">
                  <c:v>4.2500000000000003E-2</c:v>
                </c:pt>
                <c:pt idx="1021">
                  <c:v>4.2500000000000003E-2</c:v>
                </c:pt>
                <c:pt idx="1022">
                  <c:v>4.2500000000000003E-2</c:v>
                </c:pt>
                <c:pt idx="1023">
                  <c:v>4.2500000000000003E-2</c:v>
                </c:pt>
                <c:pt idx="1024">
                  <c:v>4.2500000000000003E-2</c:v>
                </c:pt>
                <c:pt idx="1025">
                  <c:v>4.2500000000000003E-2</c:v>
                </c:pt>
                <c:pt idx="1026">
                  <c:v>4.2500000000000003E-2</c:v>
                </c:pt>
                <c:pt idx="1027">
                  <c:v>4.2500000000000003E-2</c:v>
                </c:pt>
                <c:pt idx="1028">
                  <c:v>4.2500000000000003E-2</c:v>
                </c:pt>
                <c:pt idx="1029">
                  <c:v>4.2500000000000003E-2</c:v>
                </c:pt>
                <c:pt idx="1030">
                  <c:v>4.2500000000000003E-2</c:v>
                </c:pt>
                <c:pt idx="1031">
                  <c:v>4.2500000000000003E-2</c:v>
                </c:pt>
                <c:pt idx="1032">
                  <c:v>4.2500000000000003E-2</c:v>
                </c:pt>
                <c:pt idx="1033">
                  <c:v>4.2500000000000003E-2</c:v>
                </c:pt>
                <c:pt idx="1034">
                  <c:v>4.2500000000000003E-2</c:v>
                </c:pt>
                <c:pt idx="1035">
                  <c:v>4.2500000000000003E-2</c:v>
                </c:pt>
                <c:pt idx="1036">
                  <c:v>4.2500000000000003E-2</c:v>
                </c:pt>
                <c:pt idx="1037">
                  <c:v>4.2500000000000003E-2</c:v>
                </c:pt>
                <c:pt idx="1038">
                  <c:v>4.2500000000000003E-2</c:v>
                </c:pt>
                <c:pt idx="1039">
                  <c:v>4.2500000000000003E-2</c:v>
                </c:pt>
                <c:pt idx="1040">
                  <c:v>4.2500000000000003E-2</c:v>
                </c:pt>
                <c:pt idx="1041">
                  <c:v>4.2500000000000003E-2</c:v>
                </c:pt>
                <c:pt idx="1042">
                  <c:v>4.2500000000000003E-2</c:v>
                </c:pt>
                <c:pt idx="1043">
                  <c:v>4.2500000000000003E-2</c:v>
                </c:pt>
                <c:pt idx="1044">
                  <c:v>4.2500000000000003E-2</c:v>
                </c:pt>
                <c:pt idx="1045">
                  <c:v>4.2500000000000003E-2</c:v>
                </c:pt>
                <c:pt idx="1046">
                  <c:v>4.2500000000000003E-2</c:v>
                </c:pt>
                <c:pt idx="1047">
                  <c:v>4.2500000000000003E-2</c:v>
                </c:pt>
                <c:pt idx="1048">
                  <c:v>4.2500000000000003E-2</c:v>
                </c:pt>
                <c:pt idx="1049">
                  <c:v>4.2500000000000003E-2</c:v>
                </c:pt>
                <c:pt idx="1050">
                  <c:v>4.2500000000000003E-2</c:v>
                </c:pt>
                <c:pt idx="1051">
                  <c:v>4.2500000000000003E-2</c:v>
                </c:pt>
                <c:pt idx="1052">
                  <c:v>4.2500000000000003E-2</c:v>
                </c:pt>
                <c:pt idx="1053">
                  <c:v>4.2500000000000003E-2</c:v>
                </c:pt>
                <c:pt idx="1054">
                  <c:v>4.2500000000000003E-2</c:v>
                </c:pt>
                <c:pt idx="1055">
                  <c:v>4.2500000000000003E-2</c:v>
                </c:pt>
                <c:pt idx="1056">
                  <c:v>4.2500000000000003E-2</c:v>
                </c:pt>
                <c:pt idx="1057">
                  <c:v>4.2500000000000003E-2</c:v>
                </c:pt>
                <c:pt idx="1058">
                  <c:v>4.2500000000000003E-2</c:v>
                </c:pt>
                <c:pt idx="1059">
                  <c:v>4.2500000000000003E-2</c:v>
                </c:pt>
                <c:pt idx="1060">
                  <c:v>4.2500000000000003E-2</c:v>
                </c:pt>
                <c:pt idx="1061">
                  <c:v>4.2500000000000003E-2</c:v>
                </c:pt>
                <c:pt idx="1062">
                  <c:v>4.2500000000000003E-2</c:v>
                </c:pt>
                <c:pt idx="1063">
                  <c:v>4.2500000000000003E-2</c:v>
                </c:pt>
                <c:pt idx="1064">
                  <c:v>4.2500000000000003E-2</c:v>
                </c:pt>
                <c:pt idx="1065">
                  <c:v>4.2500000000000003E-2</c:v>
                </c:pt>
                <c:pt idx="1066">
                  <c:v>4.2500000000000003E-2</c:v>
                </c:pt>
                <c:pt idx="1067">
                  <c:v>4.2500000000000003E-2</c:v>
                </c:pt>
                <c:pt idx="1068">
                  <c:v>4.2500000000000003E-2</c:v>
                </c:pt>
                <c:pt idx="1069">
                  <c:v>4.2500000000000003E-2</c:v>
                </c:pt>
                <c:pt idx="1070">
                  <c:v>4.2500000000000003E-2</c:v>
                </c:pt>
                <c:pt idx="1071">
                  <c:v>4.2500000000000003E-2</c:v>
                </c:pt>
                <c:pt idx="1072">
                  <c:v>4.2500000000000003E-2</c:v>
                </c:pt>
                <c:pt idx="1073">
                  <c:v>4.2500000000000003E-2</c:v>
                </c:pt>
                <c:pt idx="1074">
                  <c:v>4.2500000000000003E-2</c:v>
                </c:pt>
                <c:pt idx="1075">
                  <c:v>4.2500000000000003E-2</c:v>
                </c:pt>
                <c:pt idx="1076">
                  <c:v>4.2500000000000003E-2</c:v>
                </c:pt>
                <c:pt idx="1077">
                  <c:v>4.2500000000000003E-2</c:v>
                </c:pt>
                <c:pt idx="1078">
                  <c:v>4.2500000000000003E-2</c:v>
                </c:pt>
                <c:pt idx="1079">
                  <c:v>4.2500000000000003E-2</c:v>
                </c:pt>
                <c:pt idx="1080">
                  <c:v>4.2500000000000003E-2</c:v>
                </c:pt>
                <c:pt idx="1081">
                  <c:v>4.2500000000000003E-2</c:v>
                </c:pt>
                <c:pt idx="1082">
                  <c:v>4.2500000000000003E-2</c:v>
                </c:pt>
                <c:pt idx="1083">
                  <c:v>4.2500000000000003E-2</c:v>
                </c:pt>
                <c:pt idx="1084">
                  <c:v>4.2500000000000003E-2</c:v>
                </c:pt>
                <c:pt idx="1085">
                  <c:v>4.2500000000000003E-2</c:v>
                </c:pt>
                <c:pt idx="1086">
                  <c:v>4.2500000000000003E-2</c:v>
                </c:pt>
                <c:pt idx="1087">
                  <c:v>4.2500000000000003E-2</c:v>
                </c:pt>
                <c:pt idx="1088">
                  <c:v>4.2500000000000003E-2</c:v>
                </c:pt>
                <c:pt idx="1089">
                  <c:v>4.2500000000000003E-2</c:v>
                </c:pt>
                <c:pt idx="1090">
                  <c:v>4.2500000000000003E-2</c:v>
                </c:pt>
                <c:pt idx="1091">
                  <c:v>4.2500000000000003E-2</c:v>
                </c:pt>
                <c:pt idx="1092">
                  <c:v>4.2500000000000003E-2</c:v>
                </c:pt>
                <c:pt idx="1093">
                  <c:v>4.2500000000000003E-2</c:v>
                </c:pt>
                <c:pt idx="1094">
                  <c:v>4.2500000000000003E-2</c:v>
                </c:pt>
                <c:pt idx="1095">
                  <c:v>4.2500000000000003E-2</c:v>
                </c:pt>
                <c:pt idx="1096">
                  <c:v>4.2500000000000003E-2</c:v>
                </c:pt>
                <c:pt idx="1097">
                  <c:v>4.2500000000000003E-2</c:v>
                </c:pt>
                <c:pt idx="1098">
                  <c:v>4.2500000000000003E-2</c:v>
                </c:pt>
                <c:pt idx="1099">
                  <c:v>4.2500000000000003E-2</c:v>
                </c:pt>
                <c:pt idx="1100">
                  <c:v>4.2500000000000003E-2</c:v>
                </c:pt>
                <c:pt idx="1101">
                  <c:v>4.2500000000000003E-2</c:v>
                </c:pt>
                <c:pt idx="1102">
                  <c:v>4.2500000000000003E-2</c:v>
                </c:pt>
                <c:pt idx="1103">
                  <c:v>4.2500000000000003E-2</c:v>
                </c:pt>
                <c:pt idx="1104">
                  <c:v>4.2500000000000003E-2</c:v>
                </c:pt>
                <c:pt idx="1105">
                  <c:v>4.2500000000000003E-2</c:v>
                </c:pt>
                <c:pt idx="1106">
                  <c:v>4.2500000000000003E-2</c:v>
                </c:pt>
                <c:pt idx="1107">
                  <c:v>4.2500000000000003E-2</c:v>
                </c:pt>
                <c:pt idx="1108">
                  <c:v>4.2500000000000003E-2</c:v>
                </c:pt>
                <c:pt idx="1109">
                  <c:v>4.2500000000000003E-2</c:v>
                </c:pt>
                <c:pt idx="1110">
                  <c:v>4.2500000000000003E-2</c:v>
                </c:pt>
                <c:pt idx="1111">
                  <c:v>4.2500000000000003E-2</c:v>
                </c:pt>
                <c:pt idx="1112">
                  <c:v>4.2500000000000003E-2</c:v>
                </c:pt>
                <c:pt idx="1113">
                  <c:v>4.2500000000000003E-2</c:v>
                </c:pt>
                <c:pt idx="1114">
                  <c:v>4.2500000000000003E-2</c:v>
                </c:pt>
                <c:pt idx="1115">
                  <c:v>4.2500000000000003E-2</c:v>
                </c:pt>
                <c:pt idx="1116">
                  <c:v>4.2500000000000003E-2</c:v>
                </c:pt>
                <c:pt idx="1117">
                  <c:v>4.2500000000000003E-2</c:v>
                </c:pt>
                <c:pt idx="1118">
                  <c:v>4.2500000000000003E-2</c:v>
                </c:pt>
                <c:pt idx="1119">
                  <c:v>4.2500000000000003E-2</c:v>
                </c:pt>
                <c:pt idx="1120">
                  <c:v>4.2500000000000003E-2</c:v>
                </c:pt>
                <c:pt idx="1121">
                  <c:v>4.2500000000000003E-2</c:v>
                </c:pt>
                <c:pt idx="1122">
                  <c:v>4.2500000000000003E-2</c:v>
                </c:pt>
                <c:pt idx="1123">
                  <c:v>4.2500000000000003E-2</c:v>
                </c:pt>
                <c:pt idx="1124">
                  <c:v>4.2500000000000003E-2</c:v>
                </c:pt>
                <c:pt idx="1125">
                  <c:v>4.2500000000000003E-2</c:v>
                </c:pt>
                <c:pt idx="1126">
                  <c:v>4.2500000000000003E-2</c:v>
                </c:pt>
                <c:pt idx="1127">
                  <c:v>4.2500000000000003E-2</c:v>
                </c:pt>
                <c:pt idx="1128">
                  <c:v>4.2500000000000003E-2</c:v>
                </c:pt>
                <c:pt idx="1129">
                  <c:v>4.2500000000000003E-2</c:v>
                </c:pt>
                <c:pt idx="1130">
                  <c:v>4.2500000000000003E-2</c:v>
                </c:pt>
                <c:pt idx="1131">
                  <c:v>4.2500000000000003E-2</c:v>
                </c:pt>
                <c:pt idx="1132">
                  <c:v>4.2500000000000003E-2</c:v>
                </c:pt>
                <c:pt idx="1133">
                  <c:v>4.2500000000000003E-2</c:v>
                </c:pt>
                <c:pt idx="1134">
                  <c:v>4.2500000000000003E-2</c:v>
                </c:pt>
                <c:pt idx="1135">
                  <c:v>4.2500000000000003E-2</c:v>
                </c:pt>
                <c:pt idx="1136">
                  <c:v>4.2500000000000003E-2</c:v>
                </c:pt>
                <c:pt idx="1137">
                  <c:v>4.2500000000000003E-2</c:v>
                </c:pt>
                <c:pt idx="1138">
                  <c:v>4.2500000000000003E-2</c:v>
                </c:pt>
                <c:pt idx="1139">
                  <c:v>4.2500000000000003E-2</c:v>
                </c:pt>
                <c:pt idx="1140">
                  <c:v>4.2500000000000003E-2</c:v>
                </c:pt>
                <c:pt idx="1141">
                  <c:v>4.2500000000000003E-2</c:v>
                </c:pt>
                <c:pt idx="1142">
                  <c:v>4.2500000000000003E-2</c:v>
                </c:pt>
                <c:pt idx="1143">
                  <c:v>4.2500000000000003E-2</c:v>
                </c:pt>
                <c:pt idx="1144">
                  <c:v>4.2500000000000003E-2</c:v>
                </c:pt>
                <c:pt idx="1145">
                  <c:v>4.2500000000000003E-2</c:v>
                </c:pt>
                <c:pt idx="1146">
                  <c:v>4.2500000000000003E-2</c:v>
                </c:pt>
                <c:pt idx="1147">
                  <c:v>4.2500000000000003E-2</c:v>
                </c:pt>
                <c:pt idx="1148">
                  <c:v>4.2500000000000003E-2</c:v>
                </c:pt>
                <c:pt idx="1149">
                  <c:v>4.2500000000000003E-2</c:v>
                </c:pt>
                <c:pt idx="1150">
                  <c:v>4.2500000000000003E-2</c:v>
                </c:pt>
                <c:pt idx="1151">
                  <c:v>4.2500000000000003E-2</c:v>
                </c:pt>
                <c:pt idx="1152">
                  <c:v>4.2500000000000003E-2</c:v>
                </c:pt>
                <c:pt idx="1153">
                  <c:v>4.2500000000000003E-2</c:v>
                </c:pt>
                <c:pt idx="1154">
                  <c:v>4.2500000000000003E-2</c:v>
                </c:pt>
                <c:pt idx="1155">
                  <c:v>4.2500000000000003E-2</c:v>
                </c:pt>
                <c:pt idx="1156">
                  <c:v>4.2500000000000003E-2</c:v>
                </c:pt>
                <c:pt idx="1157">
                  <c:v>4.2500000000000003E-2</c:v>
                </c:pt>
                <c:pt idx="1158">
                  <c:v>4.2500000000000003E-2</c:v>
                </c:pt>
                <c:pt idx="1159">
                  <c:v>4.2500000000000003E-2</c:v>
                </c:pt>
                <c:pt idx="1160">
                  <c:v>4.2500000000000003E-2</c:v>
                </c:pt>
                <c:pt idx="1161">
                  <c:v>4.2500000000000003E-2</c:v>
                </c:pt>
                <c:pt idx="1162">
                  <c:v>4.2500000000000003E-2</c:v>
                </c:pt>
                <c:pt idx="1163">
                  <c:v>4.2500000000000003E-2</c:v>
                </c:pt>
                <c:pt idx="1164">
                  <c:v>4.2500000000000003E-2</c:v>
                </c:pt>
                <c:pt idx="1165">
                  <c:v>4.2500000000000003E-2</c:v>
                </c:pt>
                <c:pt idx="1166">
                  <c:v>4.2500000000000003E-2</c:v>
                </c:pt>
                <c:pt idx="1167">
                  <c:v>4.2500000000000003E-2</c:v>
                </c:pt>
                <c:pt idx="1168">
                  <c:v>4.2500000000000003E-2</c:v>
                </c:pt>
                <c:pt idx="1169">
                  <c:v>4.2500000000000003E-2</c:v>
                </c:pt>
                <c:pt idx="1170">
                  <c:v>4.2500000000000003E-2</c:v>
                </c:pt>
                <c:pt idx="1171">
                  <c:v>4.2500000000000003E-2</c:v>
                </c:pt>
                <c:pt idx="1172">
                  <c:v>4.2500000000000003E-2</c:v>
                </c:pt>
                <c:pt idx="1173">
                  <c:v>4.2500000000000003E-2</c:v>
                </c:pt>
                <c:pt idx="1174">
                  <c:v>4.2500000000000003E-2</c:v>
                </c:pt>
                <c:pt idx="1175">
                  <c:v>4.2500000000000003E-2</c:v>
                </c:pt>
                <c:pt idx="1176">
                  <c:v>4.2500000000000003E-2</c:v>
                </c:pt>
                <c:pt idx="1177">
                  <c:v>4.2500000000000003E-2</c:v>
                </c:pt>
                <c:pt idx="1178">
                  <c:v>4.2500000000000003E-2</c:v>
                </c:pt>
                <c:pt idx="1179">
                  <c:v>4.2500000000000003E-2</c:v>
                </c:pt>
                <c:pt idx="1180">
                  <c:v>4.2500000000000003E-2</c:v>
                </c:pt>
                <c:pt idx="1181">
                  <c:v>4.2500000000000003E-2</c:v>
                </c:pt>
                <c:pt idx="1182">
                  <c:v>4.2500000000000003E-2</c:v>
                </c:pt>
                <c:pt idx="1183">
                  <c:v>4.2500000000000003E-2</c:v>
                </c:pt>
                <c:pt idx="1184">
                  <c:v>4.2500000000000003E-2</c:v>
                </c:pt>
                <c:pt idx="1185">
                  <c:v>4.2500000000000003E-2</c:v>
                </c:pt>
                <c:pt idx="1186">
                  <c:v>4.2500000000000003E-2</c:v>
                </c:pt>
                <c:pt idx="1187">
                  <c:v>4.2500000000000003E-2</c:v>
                </c:pt>
                <c:pt idx="1188">
                  <c:v>4.2500000000000003E-2</c:v>
                </c:pt>
                <c:pt idx="1189">
                  <c:v>4.2500000000000003E-2</c:v>
                </c:pt>
                <c:pt idx="1190">
                  <c:v>4.2500000000000003E-2</c:v>
                </c:pt>
                <c:pt idx="1191">
                  <c:v>4.2500000000000003E-2</c:v>
                </c:pt>
                <c:pt idx="1192">
                  <c:v>4.2500000000000003E-2</c:v>
                </c:pt>
                <c:pt idx="1193">
                  <c:v>4.2500000000000003E-2</c:v>
                </c:pt>
                <c:pt idx="1194">
                  <c:v>4.2500000000000003E-2</c:v>
                </c:pt>
                <c:pt idx="1195">
                  <c:v>4.2500000000000003E-2</c:v>
                </c:pt>
                <c:pt idx="1196">
                  <c:v>4.2500000000000003E-2</c:v>
                </c:pt>
                <c:pt idx="1197">
                  <c:v>4.2500000000000003E-2</c:v>
                </c:pt>
                <c:pt idx="1198">
                  <c:v>4.2500000000000003E-2</c:v>
                </c:pt>
                <c:pt idx="1199">
                  <c:v>4.2500000000000003E-2</c:v>
                </c:pt>
                <c:pt idx="1200">
                  <c:v>4.2500000000000003E-2</c:v>
                </c:pt>
                <c:pt idx="1201">
                  <c:v>4.2500000000000003E-2</c:v>
                </c:pt>
                <c:pt idx="1202">
                  <c:v>4.2500000000000003E-2</c:v>
                </c:pt>
                <c:pt idx="1203">
                  <c:v>4.2500000000000003E-2</c:v>
                </c:pt>
                <c:pt idx="1204">
                  <c:v>4.2500000000000003E-2</c:v>
                </c:pt>
                <c:pt idx="1205">
                  <c:v>4.2500000000000003E-2</c:v>
                </c:pt>
                <c:pt idx="1206">
                  <c:v>4.2500000000000003E-2</c:v>
                </c:pt>
                <c:pt idx="1207">
                  <c:v>4.2500000000000003E-2</c:v>
                </c:pt>
                <c:pt idx="1208">
                  <c:v>4.2500000000000003E-2</c:v>
                </c:pt>
                <c:pt idx="1209">
                  <c:v>4.2500000000000003E-2</c:v>
                </c:pt>
                <c:pt idx="1210">
                  <c:v>4.2500000000000003E-2</c:v>
                </c:pt>
                <c:pt idx="1211">
                  <c:v>4.2500000000000003E-2</c:v>
                </c:pt>
                <c:pt idx="1212">
                  <c:v>4.2500000000000003E-2</c:v>
                </c:pt>
                <c:pt idx="1213">
                  <c:v>4.2500000000000003E-2</c:v>
                </c:pt>
                <c:pt idx="1214">
                  <c:v>4.2500000000000003E-2</c:v>
                </c:pt>
                <c:pt idx="1215">
                  <c:v>4.2500000000000003E-2</c:v>
                </c:pt>
                <c:pt idx="1216">
                  <c:v>4.2500000000000003E-2</c:v>
                </c:pt>
                <c:pt idx="1217">
                  <c:v>4.2500000000000003E-2</c:v>
                </c:pt>
                <c:pt idx="1218">
                  <c:v>4.2500000000000003E-2</c:v>
                </c:pt>
                <c:pt idx="1219">
                  <c:v>4.2500000000000003E-2</c:v>
                </c:pt>
                <c:pt idx="1220">
                  <c:v>4.2500000000000003E-2</c:v>
                </c:pt>
                <c:pt idx="1221">
                  <c:v>4.2500000000000003E-2</c:v>
                </c:pt>
                <c:pt idx="1222">
                  <c:v>4.2500000000000003E-2</c:v>
                </c:pt>
                <c:pt idx="1223">
                  <c:v>4.2500000000000003E-2</c:v>
                </c:pt>
                <c:pt idx="1224">
                  <c:v>4.2500000000000003E-2</c:v>
                </c:pt>
                <c:pt idx="1225">
                  <c:v>4.2500000000000003E-2</c:v>
                </c:pt>
                <c:pt idx="1226">
                  <c:v>4.2500000000000003E-2</c:v>
                </c:pt>
                <c:pt idx="1227">
                  <c:v>4.2500000000000003E-2</c:v>
                </c:pt>
                <c:pt idx="1228">
                  <c:v>4.2500000000000003E-2</c:v>
                </c:pt>
                <c:pt idx="1229">
                  <c:v>4.2500000000000003E-2</c:v>
                </c:pt>
                <c:pt idx="1230">
                  <c:v>4.2500000000000003E-2</c:v>
                </c:pt>
                <c:pt idx="1231">
                  <c:v>4.2500000000000003E-2</c:v>
                </c:pt>
                <c:pt idx="1232">
                  <c:v>4.2500000000000003E-2</c:v>
                </c:pt>
                <c:pt idx="1233">
                  <c:v>4.2500000000000003E-2</c:v>
                </c:pt>
                <c:pt idx="1234">
                  <c:v>4.2500000000000003E-2</c:v>
                </c:pt>
                <c:pt idx="1235">
                  <c:v>4.2500000000000003E-2</c:v>
                </c:pt>
                <c:pt idx="1236">
                  <c:v>4.2500000000000003E-2</c:v>
                </c:pt>
                <c:pt idx="1237">
                  <c:v>4.2500000000000003E-2</c:v>
                </c:pt>
                <c:pt idx="1238">
                  <c:v>4.2500000000000003E-2</c:v>
                </c:pt>
                <c:pt idx="1239">
                  <c:v>4.2500000000000003E-2</c:v>
                </c:pt>
                <c:pt idx="1240">
                  <c:v>4.2500000000000003E-2</c:v>
                </c:pt>
                <c:pt idx="1241">
                  <c:v>4.2500000000000003E-2</c:v>
                </c:pt>
                <c:pt idx="1242">
                  <c:v>4.2500000000000003E-2</c:v>
                </c:pt>
                <c:pt idx="1243">
                  <c:v>4.2500000000000003E-2</c:v>
                </c:pt>
                <c:pt idx="1244">
                  <c:v>4.2500000000000003E-2</c:v>
                </c:pt>
                <c:pt idx="1245">
                  <c:v>4.2500000000000003E-2</c:v>
                </c:pt>
                <c:pt idx="1246">
                  <c:v>4.2500000000000003E-2</c:v>
                </c:pt>
                <c:pt idx="1247">
                  <c:v>4.2500000000000003E-2</c:v>
                </c:pt>
                <c:pt idx="1248">
                  <c:v>4.2500000000000003E-2</c:v>
                </c:pt>
                <c:pt idx="1249">
                  <c:v>4.2500000000000003E-2</c:v>
                </c:pt>
                <c:pt idx="1250">
                  <c:v>4.2500000000000003E-2</c:v>
                </c:pt>
                <c:pt idx="1251">
                  <c:v>4.2500000000000003E-2</c:v>
                </c:pt>
                <c:pt idx="1252">
                  <c:v>4.2500000000000003E-2</c:v>
                </c:pt>
                <c:pt idx="1253">
                  <c:v>4.2500000000000003E-2</c:v>
                </c:pt>
                <c:pt idx="1254">
                  <c:v>4.2500000000000003E-2</c:v>
                </c:pt>
                <c:pt idx="1255">
                  <c:v>4.2500000000000003E-2</c:v>
                </c:pt>
                <c:pt idx="1256">
                  <c:v>4.2500000000000003E-2</c:v>
                </c:pt>
                <c:pt idx="1257">
                  <c:v>4.2500000000000003E-2</c:v>
                </c:pt>
                <c:pt idx="1258">
                  <c:v>4.2500000000000003E-2</c:v>
                </c:pt>
                <c:pt idx="1259">
                  <c:v>4.2500000000000003E-2</c:v>
                </c:pt>
                <c:pt idx="1260">
                  <c:v>4.2500000000000003E-2</c:v>
                </c:pt>
                <c:pt idx="1261">
                  <c:v>4.2500000000000003E-2</c:v>
                </c:pt>
                <c:pt idx="1262">
                  <c:v>4.2500000000000003E-2</c:v>
                </c:pt>
                <c:pt idx="1263">
                  <c:v>4.2500000000000003E-2</c:v>
                </c:pt>
                <c:pt idx="1264">
                  <c:v>4.2500000000000003E-2</c:v>
                </c:pt>
                <c:pt idx="1265">
                  <c:v>4.2500000000000003E-2</c:v>
                </c:pt>
                <c:pt idx="1266">
                  <c:v>4.2500000000000003E-2</c:v>
                </c:pt>
                <c:pt idx="1267">
                  <c:v>4.2500000000000003E-2</c:v>
                </c:pt>
                <c:pt idx="1268">
                  <c:v>4.2500000000000003E-2</c:v>
                </c:pt>
                <c:pt idx="1269">
                  <c:v>4.2500000000000003E-2</c:v>
                </c:pt>
                <c:pt idx="1270">
                  <c:v>4.2500000000000003E-2</c:v>
                </c:pt>
                <c:pt idx="1271">
                  <c:v>4.2500000000000003E-2</c:v>
                </c:pt>
                <c:pt idx="1272">
                  <c:v>4.2500000000000003E-2</c:v>
                </c:pt>
                <c:pt idx="1273">
                  <c:v>4.2500000000000003E-2</c:v>
                </c:pt>
                <c:pt idx="1274">
                  <c:v>4.2500000000000003E-2</c:v>
                </c:pt>
                <c:pt idx="1275">
                  <c:v>4.2500000000000003E-2</c:v>
                </c:pt>
                <c:pt idx="1276">
                  <c:v>4.2500000000000003E-2</c:v>
                </c:pt>
                <c:pt idx="1277">
                  <c:v>4.2500000000000003E-2</c:v>
                </c:pt>
                <c:pt idx="1278">
                  <c:v>4.2500000000000003E-2</c:v>
                </c:pt>
                <c:pt idx="1279">
                  <c:v>4.2500000000000003E-2</c:v>
                </c:pt>
                <c:pt idx="1280">
                  <c:v>4.2500000000000003E-2</c:v>
                </c:pt>
                <c:pt idx="1281">
                  <c:v>4.2500000000000003E-2</c:v>
                </c:pt>
                <c:pt idx="1282">
                  <c:v>4.2500000000000003E-2</c:v>
                </c:pt>
                <c:pt idx="1283">
                  <c:v>4.2500000000000003E-2</c:v>
                </c:pt>
                <c:pt idx="1284">
                  <c:v>4.2500000000000003E-2</c:v>
                </c:pt>
                <c:pt idx="1285">
                  <c:v>4.2500000000000003E-2</c:v>
                </c:pt>
                <c:pt idx="1286">
                  <c:v>4.2500000000000003E-2</c:v>
                </c:pt>
                <c:pt idx="1287">
                  <c:v>4.2500000000000003E-2</c:v>
                </c:pt>
                <c:pt idx="1288">
                  <c:v>4.2500000000000003E-2</c:v>
                </c:pt>
                <c:pt idx="1289">
                  <c:v>4.2500000000000003E-2</c:v>
                </c:pt>
                <c:pt idx="1290">
                  <c:v>4.2500000000000003E-2</c:v>
                </c:pt>
                <c:pt idx="1291">
                  <c:v>4.2500000000000003E-2</c:v>
                </c:pt>
                <c:pt idx="1292">
                  <c:v>4.2500000000000003E-2</c:v>
                </c:pt>
                <c:pt idx="1293">
                  <c:v>4.2500000000000003E-2</c:v>
                </c:pt>
                <c:pt idx="1294">
                  <c:v>4.2500000000000003E-2</c:v>
                </c:pt>
                <c:pt idx="1295">
                  <c:v>4.2500000000000003E-2</c:v>
                </c:pt>
                <c:pt idx="1296">
                  <c:v>4.2500000000000003E-2</c:v>
                </c:pt>
                <c:pt idx="1297">
                  <c:v>4.2500000000000003E-2</c:v>
                </c:pt>
                <c:pt idx="1298">
                  <c:v>4.2500000000000003E-2</c:v>
                </c:pt>
                <c:pt idx="1299">
                  <c:v>4.2500000000000003E-2</c:v>
                </c:pt>
                <c:pt idx="1300">
                  <c:v>4.2500000000000003E-2</c:v>
                </c:pt>
                <c:pt idx="1301">
                  <c:v>4.2500000000000003E-2</c:v>
                </c:pt>
                <c:pt idx="1302">
                  <c:v>4.2500000000000003E-2</c:v>
                </c:pt>
                <c:pt idx="1303">
                  <c:v>4.2500000000000003E-2</c:v>
                </c:pt>
                <c:pt idx="1304">
                  <c:v>4.2500000000000003E-2</c:v>
                </c:pt>
                <c:pt idx="1305">
                  <c:v>4.2500000000000003E-2</c:v>
                </c:pt>
                <c:pt idx="1306">
                  <c:v>4.2500000000000003E-2</c:v>
                </c:pt>
                <c:pt idx="1307">
                  <c:v>4.2500000000000003E-2</c:v>
                </c:pt>
                <c:pt idx="1308">
                  <c:v>4.2500000000000003E-2</c:v>
                </c:pt>
                <c:pt idx="1309">
                  <c:v>4.2500000000000003E-2</c:v>
                </c:pt>
                <c:pt idx="1310">
                  <c:v>4.2500000000000003E-2</c:v>
                </c:pt>
                <c:pt idx="1311">
                  <c:v>4.2500000000000003E-2</c:v>
                </c:pt>
                <c:pt idx="1312">
                  <c:v>4.2500000000000003E-2</c:v>
                </c:pt>
                <c:pt idx="1313">
                  <c:v>4.2500000000000003E-2</c:v>
                </c:pt>
                <c:pt idx="1314">
                  <c:v>4.2500000000000003E-2</c:v>
                </c:pt>
                <c:pt idx="1315">
                  <c:v>4.2500000000000003E-2</c:v>
                </c:pt>
                <c:pt idx="1316">
                  <c:v>4.2500000000000003E-2</c:v>
                </c:pt>
                <c:pt idx="1317">
                  <c:v>4.2500000000000003E-2</c:v>
                </c:pt>
                <c:pt idx="1318">
                  <c:v>4.2500000000000003E-2</c:v>
                </c:pt>
                <c:pt idx="1319">
                  <c:v>4.2500000000000003E-2</c:v>
                </c:pt>
                <c:pt idx="1320">
                  <c:v>4.2500000000000003E-2</c:v>
                </c:pt>
                <c:pt idx="1321">
                  <c:v>4.2500000000000003E-2</c:v>
                </c:pt>
                <c:pt idx="1322">
                  <c:v>4.2500000000000003E-2</c:v>
                </c:pt>
                <c:pt idx="1323">
                  <c:v>4.2500000000000003E-2</c:v>
                </c:pt>
                <c:pt idx="1324">
                  <c:v>4.2500000000000003E-2</c:v>
                </c:pt>
                <c:pt idx="1325">
                  <c:v>4.2500000000000003E-2</c:v>
                </c:pt>
                <c:pt idx="1326">
                  <c:v>4.2500000000000003E-2</c:v>
                </c:pt>
                <c:pt idx="1327">
                  <c:v>4.2500000000000003E-2</c:v>
                </c:pt>
                <c:pt idx="1328">
                  <c:v>4.2500000000000003E-2</c:v>
                </c:pt>
                <c:pt idx="1329">
                  <c:v>4.2500000000000003E-2</c:v>
                </c:pt>
                <c:pt idx="1330">
                  <c:v>4.2500000000000003E-2</c:v>
                </c:pt>
                <c:pt idx="1331">
                  <c:v>4.2500000000000003E-2</c:v>
                </c:pt>
                <c:pt idx="1332">
                  <c:v>4.2500000000000003E-2</c:v>
                </c:pt>
                <c:pt idx="1333">
                  <c:v>4.2500000000000003E-2</c:v>
                </c:pt>
                <c:pt idx="1334">
                  <c:v>4.2500000000000003E-2</c:v>
                </c:pt>
                <c:pt idx="1335">
                  <c:v>4.2500000000000003E-2</c:v>
                </c:pt>
                <c:pt idx="1336">
                  <c:v>4.2500000000000003E-2</c:v>
                </c:pt>
                <c:pt idx="1337">
                  <c:v>4.2500000000000003E-2</c:v>
                </c:pt>
                <c:pt idx="1338">
                  <c:v>4.2500000000000003E-2</c:v>
                </c:pt>
                <c:pt idx="1339">
                  <c:v>4.2500000000000003E-2</c:v>
                </c:pt>
                <c:pt idx="1340">
                  <c:v>4.2500000000000003E-2</c:v>
                </c:pt>
                <c:pt idx="1341">
                  <c:v>4.2500000000000003E-2</c:v>
                </c:pt>
                <c:pt idx="1342">
                  <c:v>4.2500000000000003E-2</c:v>
                </c:pt>
                <c:pt idx="1343">
                  <c:v>4.2500000000000003E-2</c:v>
                </c:pt>
                <c:pt idx="1344">
                  <c:v>4.2500000000000003E-2</c:v>
                </c:pt>
                <c:pt idx="1345">
                  <c:v>4.2500000000000003E-2</c:v>
                </c:pt>
                <c:pt idx="1346">
                  <c:v>4.2500000000000003E-2</c:v>
                </c:pt>
                <c:pt idx="1347">
                  <c:v>4.2500000000000003E-2</c:v>
                </c:pt>
                <c:pt idx="1348">
                  <c:v>4.2500000000000003E-2</c:v>
                </c:pt>
                <c:pt idx="1349">
                  <c:v>4.2500000000000003E-2</c:v>
                </c:pt>
                <c:pt idx="1350">
                  <c:v>4.2500000000000003E-2</c:v>
                </c:pt>
                <c:pt idx="1351">
                  <c:v>4.2500000000000003E-2</c:v>
                </c:pt>
                <c:pt idx="1352">
                  <c:v>4.2500000000000003E-2</c:v>
                </c:pt>
                <c:pt idx="1353">
                  <c:v>4.2500000000000003E-2</c:v>
                </c:pt>
                <c:pt idx="1354">
                  <c:v>4.2500000000000003E-2</c:v>
                </c:pt>
                <c:pt idx="1355">
                  <c:v>4.2500000000000003E-2</c:v>
                </c:pt>
                <c:pt idx="1356">
                  <c:v>4.2500000000000003E-2</c:v>
                </c:pt>
                <c:pt idx="1357">
                  <c:v>4.2500000000000003E-2</c:v>
                </c:pt>
                <c:pt idx="1358">
                  <c:v>4.2500000000000003E-2</c:v>
                </c:pt>
                <c:pt idx="1359">
                  <c:v>4.2500000000000003E-2</c:v>
                </c:pt>
                <c:pt idx="1360">
                  <c:v>4.2500000000000003E-2</c:v>
                </c:pt>
                <c:pt idx="1361">
                  <c:v>4.2500000000000003E-2</c:v>
                </c:pt>
                <c:pt idx="1362">
                  <c:v>4.2500000000000003E-2</c:v>
                </c:pt>
                <c:pt idx="1363">
                  <c:v>4.2500000000000003E-2</c:v>
                </c:pt>
                <c:pt idx="1364">
                  <c:v>4.2500000000000003E-2</c:v>
                </c:pt>
                <c:pt idx="1365">
                  <c:v>4.2500000000000003E-2</c:v>
                </c:pt>
                <c:pt idx="1366">
                  <c:v>4.2500000000000003E-2</c:v>
                </c:pt>
                <c:pt idx="1367">
                  <c:v>4.2500000000000003E-2</c:v>
                </c:pt>
                <c:pt idx="1368">
                  <c:v>4.2500000000000003E-2</c:v>
                </c:pt>
                <c:pt idx="1369">
                  <c:v>4.2500000000000003E-2</c:v>
                </c:pt>
                <c:pt idx="1370">
                  <c:v>4.2500000000000003E-2</c:v>
                </c:pt>
                <c:pt idx="1371">
                  <c:v>4.2500000000000003E-2</c:v>
                </c:pt>
                <c:pt idx="1372">
                  <c:v>4.2500000000000003E-2</c:v>
                </c:pt>
                <c:pt idx="1373">
                  <c:v>4.2500000000000003E-2</c:v>
                </c:pt>
                <c:pt idx="1374">
                  <c:v>4.2500000000000003E-2</c:v>
                </c:pt>
                <c:pt idx="1375">
                  <c:v>4.2500000000000003E-2</c:v>
                </c:pt>
                <c:pt idx="1376">
                  <c:v>4.2500000000000003E-2</c:v>
                </c:pt>
                <c:pt idx="1377">
                  <c:v>4.2500000000000003E-2</c:v>
                </c:pt>
                <c:pt idx="1378">
                  <c:v>4.2500000000000003E-2</c:v>
                </c:pt>
                <c:pt idx="1379">
                  <c:v>4.2500000000000003E-2</c:v>
                </c:pt>
                <c:pt idx="1380">
                  <c:v>4.2500000000000003E-2</c:v>
                </c:pt>
                <c:pt idx="1381">
                  <c:v>4.2500000000000003E-2</c:v>
                </c:pt>
                <c:pt idx="1382">
                  <c:v>4.2500000000000003E-2</c:v>
                </c:pt>
                <c:pt idx="1383">
                  <c:v>4.2500000000000003E-2</c:v>
                </c:pt>
                <c:pt idx="1384">
                  <c:v>4.2500000000000003E-2</c:v>
                </c:pt>
                <c:pt idx="1385">
                  <c:v>4.2500000000000003E-2</c:v>
                </c:pt>
                <c:pt idx="1386">
                  <c:v>4.2500000000000003E-2</c:v>
                </c:pt>
                <c:pt idx="1387">
                  <c:v>4.2500000000000003E-2</c:v>
                </c:pt>
                <c:pt idx="1388">
                  <c:v>4.2500000000000003E-2</c:v>
                </c:pt>
                <c:pt idx="1389">
                  <c:v>4.2500000000000003E-2</c:v>
                </c:pt>
                <c:pt idx="1390">
                  <c:v>4.2500000000000003E-2</c:v>
                </c:pt>
                <c:pt idx="1391">
                  <c:v>4.2500000000000003E-2</c:v>
                </c:pt>
                <c:pt idx="1392">
                  <c:v>4.2500000000000003E-2</c:v>
                </c:pt>
                <c:pt idx="1393">
                  <c:v>4.2500000000000003E-2</c:v>
                </c:pt>
                <c:pt idx="1394">
                  <c:v>4.2500000000000003E-2</c:v>
                </c:pt>
                <c:pt idx="1395">
                  <c:v>4.2500000000000003E-2</c:v>
                </c:pt>
                <c:pt idx="1396">
                  <c:v>4.2500000000000003E-2</c:v>
                </c:pt>
                <c:pt idx="1397">
                  <c:v>4.2500000000000003E-2</c:v>
                </c:pt>
                <c:pt idx="1398">
                  <c:v>4.2500000000000003E-2</c:v>
                </c:pt>
                <c:pt idx="1399">
                  <c:v>4.2500000000000003E-2</c:v>
                </c:pt>
                <c:pt idx="1400">
                  <c:v>4.2500000000000003E-2</c:v>
                </c:pt>
                <c:pt idx="1401">
                  <c:v>4.2500000000000003E-2</c:v>
                </c:pt>
                <c:pt idx="1402">
                  <c:v>4.2500000000000003E-2</c:v>
                </c:pt>
                <c:pt idx="1403">
                  <c:v>4.2500000000000003E-2</c:v>
                </c:pt>
                <c:pt idx="1404">
                  <c:v>4.2500000000000003E-2</c:v>
                </c:pt>
                <c:pt idx="1405">
                  <c:v>4.2500000000000003E-2</c:v>
                </c:pt>
                <c:pt idx="1406">
                  <c:v>4.2500000000000003E-2</c:v>
                </c:pt>
                <c:pt idx="1407">
                  <c:v>4.2500000000000003E-2</c:v>
                </c:pt>
                <c:pt idx="1408">
                  <c:v>4.2500000000000003E-2</c:v>
                </c:pt>
                <c:pt idx="1409">
                  <c:v>4.2500000000000003E-2</c:v>
                </c:pt>
                <c:pt idx="1410">
                  <c:v>4.2500000000000003E-2</c:v>
                </c:pt>
                <c:pt idx="1411">
                  <c:v>4.2500000000000003E-2</c:v>
                </c:pt>
                <c:pt idx="1412">
                  <c:v>4.2500000000000003E-2</c:v>
                </c:pt>
                <c:pt idx="1413">
                  <c:v>4.2500000000000003E-2</c:v>
                </c:pt>
                <c:pt idx="1414">
                  <c:v>4.2500000000000003E-2</c:v>
                </c:pt>
                <c:pt idx="1415">
                  <c:v>4.2500000000000003E-2</c:v>
                </c:pt>
                <c:pt idx="1416">
                  <c:v>4.2500000000000003E-2</c:v>
                </c:pt>
                <c:pt idx="1417">
                  <c:v>4.2500000000000003E-2</c:v>
                </c:pt>
                <c:pt idx="1418">
                  <c:v>4.2500000000000003E-2</c:v>
                </c:pt>
                <c:pt idx="1419">
                  <c:v>4.2500000000000003E-2</c:v>
                </c:pt>
                <c:pt idx="1420">
                  <c:v>4.2500000000000003E-2</c:v>
                </c:pt>
                <c:pt idx="1421">
                  <c:v>4.2500000000000003E-2</c:v>
                </c:pt>
                <c:pt idx="1422">
                  <c:v>4.2500000000000003E-2</c:v>
                </c:pt>
                <c:pt idx="1423">
                  <c:v>4.2500000000000003E-2</c:v>
                </c:pt>
                <c:pt idx="1424">
                  <c:v>4.2500000000000003E-2</c:v>
                </c:pt>
                <c:pt idx="1425">
                  <c:v>4.2500000000000003E-2</c:v>
                </c:pt>
                <c:pt idx="1426">
                  <c:v>4.2500000000000003E-2</c:v>
                </c:pt>
                <c:pt idx="1427">
                  <c:v>4.2500000000000003E-2</c:v>
                </c:pt>
                <c:pt idx="1428">
                  <c:v>4.2500000000000003E-2</c:v>
                </c:pt>
                <c:pt idx="1429">
                  <c:v>4.2500000000000003E-2</c:v>
                </c:pt>
                <c:pt idx="1430">
                  <c:v>4.2500000000000003E-2</c:v>
                </c:pt>
                <c:pt idx="1431">
                  <c:v>4.2500000000000003E-2</c:v>
                </c:pt>
                <c:pt idx="1432">
                  <c:v>4.2500000000000003E-2</c:v>
                </c:pt>
                <c:pt idx="1433">
                  <c:v>4.2500000000000003E-2</c:v>
                </c:pt>
                <c:pt idx="1434">
                  <c:v>4.2500000000000003E-2</c:v>
                </c:pt>
                <c:pt idx="1435">
                  <c:v>4.2500000000000003E-2</c:v>
                </c:pt>
                <c:pt idx="1436">
                  <c:v>4.2500000000000003E-2</c:v>
                </c:pt>
                <c:pt idx="1437">
                  <c:v>4.2500000000000003E-2</c:v>
                </c:pt>
                <c:pt idx="1438">
                  <c:v>4.2500000000000003E-2</c:v>
                </c:pt>
                <c:pt idx="1439">
                  <c:v>4.2500000000000003E-2</c:v>
                </c:pt>
                <c:pt idx="1440">
                  <c:v>4.2500000000000003E-2</c:v>
                </c:pt>
                <c:pt idx="1441">
                  <c:v>4.2500000000000003E-2</c:v>
                </c:pt>
                <c:pt idx="1442">
                  <c:v>4.2500000000000003E-2</c:v>
                </c:pt>
                <c:pt idx="1443">
                  <c:v>4.2500000000000003E-2</c:v>
                </c:pt>
                <c:pt idx="1444">
                  <c:v>4.2500000000000003E-2</c:v>
                </c:pt>
                <c:pt idx="1445">
                  <c:v>4.2500000000000003E-2</c:v>
                </c:pt>
                <c:pt idx="1446">
                  <c:v>4.2500000000000003E-2</c:v>
                </c:pt>
                <c:pt idx="1447">
                  <c:v>4.2500000000000003E-2</c:v>
                </c:pt>
                <c:pt idx="1448">
                  <c:v>4.2500000000000003E-2</c:v>
                </c:pt>
                <c:pt idx="1449">
                  <c:v>4.2500000000000003E-2</c:v>
                </c:pt>
                <c:pt idx="1450">
                  <c:v>4.2500000000000003E-2</c:v>
                </c:pt>
                <c:pt idx="1451">
                  <c:v>4.2500000000000003E-2</c:v>
                </c:pt>
                <c:pt idx="1452">
                  <c:v>4.2500000000000003E-2</c:v>
                </c:pt>
                <c:pt idx="1453">
                  <c:v>4.2500000000000003E-2</c:v>
                </c:pt>
                <c:pt idx="1454">
                  <c:v>4.2500000000000003E-2</c:v>
                </c:pt>
                <c:pt idx="1455">
                  <c:v>4.2500000000000003E-2</c:v>
                </c:pt>
                <c:pt idx="1456">
                  <c:v>4.2500000000000003E-2</c:v>
                </c:pt>
                <c:pt idx="1457">
                  <c:v>4.2500000000000003E-2</c:v>
                </c:pt>
                <c:pt idx="1458">
                  <c:v>4.2500000000000003E-2</c:v>
                </c:pt>
                <c:pt idx="1459">
                  <c:v>4.2500000000000003E-2</c:v>
                </c:pt>
                <c:pt idx="1460">
                  <c:v>4.2500000000000003E-2</c:v>
                </c:pt>
                <c:pt idx="1461">
                  <c:v>4.2500000000000003E-2</c:v>
                </c:pt>
                <c:pt idx="1462">
                  <c:v>4.2500000000000003E-2</c:v>
                </c:pt>
                <c:pt idx="1463">
                  <c:v>4.2500000000000003E-2</c:v>
                </c:pt>
                <c:pt idx="1464">
                  <c:v>4.2500000000000003E-2</c:v>
                </c:pt>
                <c:pt idx="1465">
                  <c:v>4.2500000000000003E-2</c:v>
                </c:pt>
                <c:pt idx="1466">
                  <c:v>4.2500000000000003E-2</c:v>
                </c:pt>
                <c:pt idx="1467">
                  <c:v>4.2500000000000003E-2</c:v>
                </c:pt>
                <c:pt idx="1468">
                  <c:v>4.2500000000000003E-2</c:v>
                </c:pt>
                <c:pt idx="1469">
                  <c:v>4.2500000000000003E-2</c:v>
                </c:pt>
                <c:pt idx="1470">
                  <c:v>4.2500000000000003E-2</c:v>
                </c:pt>
                <c:pt idx="1471">
                  <c:v>4.2500000000000003E-2</c:v>
                </c:pt>
                <c:pt idx="1472">
                  <c:v>4.2500000000000003E-2</c:v>
                </c:pt>
                <c:pt idx="1473">
                  <c:v>4.2500000000000003E-2</c:v>
                </c:pt>
                <c:pt idx="1474">
                  <c:v>4.2500000000000003E-2</c:v>
                </c:pt>
                <c:pt idx="1475">
                  <c:v>4.2500000000000003E-2</c:v>
                </c:pt>
                <c:pt idx="1476">
                  <c:v>4.2500000000000003E-2</c:v>
                </c:pt>
                <c:pt idx="1477">
                  <c:v>4.2500000000000003E-2</c:v>
                </c:pt>
                <c:pt idx="1478">
                  <c:v>4.2500000000000003E-2</c:v>
                </c:pt>
                <c:pt idx="1479">
                  <c:v>4.2500000000000003E-2</c:v>
                </c:pt>
                <c:pt idx="1480">
                  <c:v>4.2500000000000003E-2</c:v>
                </c:pt>
                <c:pt idx="1481">
                  <c:v>4.2500000000000003E-2</c:v>
                </c:pt>
                <c:pt idx="1482">
                  <c:v>4.2500000000000003E-2</c:v>
                </c:pt>
                <c:pt idx="1483">
                  <c:v>4.2500000000000003E-2</c:v>
                </c:pt>
                <c:pt idx="1484">
                  <c:v>4.2500000000000003E-2</c:v>
                </c:pt>
                <c:pt idx="1485">
                  <c:v>4.2500000000000003E-2</c:v>
                </c:pt>
                <c:pt idx="1486">
                  <c:v>4.2500000000000003E-2</c:v>
                </c:pt>
                <c:pt idx="1487">
                  <c:v>4.2500000000000003E-2</c:v>
                </c:pt>
                <c:pt idx="1488">
                  <c:v>4.2500000000000003E-2</c:v>
                </c:pt>
                <c:pt idx="1489">
                  <c:v>4.2500000000000003E-2</c:v>
                </c:pt>
                <c:pt idx="1490">
                  <c:v>4.2500000000000003E-2</c:v>
                </c:pt>
                <c:pt idx="1491">
                  <c:v>4.2500000000000003E-2</c:v>
                </c:pt>
                <c:pt idx="1492">
                  <c:v>4.2500000000000003E-2</c:v>
                </c:pt>
                <c:pt idx="1493">
                  <c:v>4.2500000000000003E-2</c:v>
                </c:pt>
                <c:pt idx="1494">
                  <c:v>4.2500000000000003E-2</c:v>
                </c:pt>
                <c:pt idx="1495">
                  <c:v>4.2500000000000003E-2</c:v>
                </c:pt>
                <c:pt idx="1496">
                  <c:v>4.2500000000000003E-2</c:v>
                </c:pt>
                <c:pt idx="1497">
                  <c:v>4.2500000000000003E-2</c:v>
                </c:pt>
                <c:pt idx="1498">
                  <c:v>4.2500000000000003E-2</c:v>
                </c:pt>
                <c:pt idx="1499">
                  <c:v>4.2500000000000003E-2</c:v>
                </c:pt>
                <c:pt idx="1500">
                  <c:v>4.2500000000000003E-2</c:v>
                </c:pt>
                <c:pt idx="1501">
                  <c:v>4.2500000000000003E-2</c:v>
                </c:pt>
                <c:pt idx="1502">
                  <c:v>4.2500000000000003E-2</c:v>
                </c:pt>
                <c:pt idx="1503">
                  <c:v>4.2500000000000003E-2</c:v>
                </c:pt>
                <c:pt idx="1504">
                  <c:v>4.2500000000000003E-2</c:v>
                </c:pt>
                <c:pt idx="1505">
                  <c:v>4.2500000000000003E-2</c:v>
                </c:pt>
                <c:pt idx="1506">
                  <c:v>4.2500000000000003E-2</c:v>
                </c:pt>
                <c:pt idx="1507">
                  <c:v>4.2500000000000003E-2</c:v>
                </c:pt>
                <c:pt idx="1508">
                  <c:v>4.2500000000000003E-2</c:v>
                </c:pt>
                <c:pt idx="1509">
                  <c:v>4.2500000000000003E-2</c:v>
                </c:pt>
                <c:pt idx="1510">
                  <c:v>4.2500000000000003E-2</c:v>
                </c:pt>
                <c:pt idx="1511">
                  <c:v>4.2500000000000003E-2</c:v>
                </c:pt>
                <c:pt idx="1512">
                  <c:v>4.2500000000000003E-2</c:v>
                </c:pt>
                <c:pt idx="1513">
                  <c:v>4.2500000000000003E-2</c:v>
                </c:pt>
                <c:pt idx="1514">
                  <c:v>4.2500000000000003E-2</c:v>
                </c:pt>
                <c:pt idx="1515">
                  <c:v>4.2500000000000003E-2</c:v>
                </c:pt>
                <c:pt idx="1516">
                  <c:v>4.2500000000000003E-2</c:v>
                </c:pt>
                <c:pt idx="1517">
                  <c:v>4.2500000000000003E-2</c:v>
                </c:pt>
                <c:pt idx="1518">
                  <c:v>4.2500000000000003E-2</c:v>
                </c:pt>
                <c:pt idx="1519">
                  <c:v>4.2500000000000003E-2</c:v>
                </c:pt>
                <c:pt idx="1520">
                  <c:v>4.2500000000000003E-2</c:v>
                </c:pt>
                <c:pt idx="1521">
                  <c:v>4.2500000000000003E-2</c:v>
                </c:pt>
                <c:pt idx="1522">
                  <c:v>4.2500000000000003E-2</c:v>
                </c:pt>
                <c:pt idx="1523">
                  <c:v>4.2500000000000003E-2</c:v>
                </c:pt>
                <c:pt idx="1524">
                  <c:v>4.2500000000000003E-2</c:v>
                </c:pt>
                <c:pt idx="1525">
                  <c:v>4.2500000000000003E-2</c:v>
                </c:pt>
                <c:pt idx="1526">
                  <c:v>4.2500000000000003E-2</c:v>
                </c:pt>
                <c:pt idx="1527">
                  <c:v>4.2500000000000003E-2</c:v>
                </c:pt>
                <c:pt idx="1528">
                  <c:v>4.2500000000000003E-2</c:v>
                </c:pt>
                <c:pt idx="1529">
                  <c:v>4.2500000000000003E-2</c:v>
                </c:pt>
                <c:pt idx="1530">
                  <c:v>4.2500000000000003E-2</c:v>
                </c:pt>
                <c:pt idx="1531">
                  <c:v>4.2500000000000003E-2</c:v>
                </c:pt>
                <c:pt idx="1532">
                  <c:v>4.2500000000000003E-2</c:v>
                </c:pt>
                <c:pt idx="1533">
                  <c:v>4.2500000000000003E-2</c:v>
                </c:pt>
                <c:pt idx="1534">
                  <c:v>4.2500000000000003E-2</c:v>
                </c:pt>
                <c:pt idx="1535">
                  <c:v>4.2500000000000003E-2</c:v>
                </c:pt>
                <c:pt idx="1536">
                  <c:v>4.2500000000000003E-2</c:v>
                </c:pt>
                <c:pt idx="1537">
                  <c:v>4.2500000000000003E-2</c:v>
                </c:pt>
                <c:pt idx="1538">
                  <c:v>4.2500000000000003E-2</c:v>
                </c:pt>
                <c:pt idx="1539">
                  <c:v>4.2500000000000003E-2</c:v>
                </c:pt>
                <c:pt idx="1540">
                  <c:v>4.2500000000000003E-2</c:v>
                </c:pt>
                <c:pt idx="1541">
                  <c:v>4.2500000000000003E-2</c:v>
                </c:pt>
                <c:pt idx="1542">
                  <c:v>4.2500000000000003E-2</c:v>
                </c:pt>
                <c:pt idx="1543">
                  <c:v>4.2500000000000003E-2</c:v>
                </c:pt>
                <c:pt idx="1544">
                  <c:v>4.2500000000000003E-2</c:v>
                </c:pt>
                <c:pt idx="1545">
                  <c:v>4.2500000000000003E-2</c:v>
                </c:pt>
                <c:pt idx="1546">
                  <c:v>4.2500000000000003E-2</c:v>
                </c:pt>
                <c:pt idx="1547">
                  <c:v>4.2500000000000003E-2</c:v>
                </c:pt>
                <c:pt idx="1548">
                  <c:v>4.2500000000000003E-2</c:v>
                </c:pt>
                <c:pt idx="1549">
                  <c:v>4.2500000000000003E-2</c:v>
                </c:pt>
                <c:pt idx="1550">
                  <c:v>4.2500000000000003E-2</c:v>
                </c:pt>
                <c:pt idx="1551">
                  <c:v>4.2500000000000003E-2</c:v>
                </c:pt>
                <c:pt idx="1552">
                  <c:v>4.2500000000000003E-2</c:v>
                </c:pt>
                <c:pt idx="1553">
                  <c:v>4.2500000000000003E-2</c:v>
                </c:pt>
                <c:pt idx="1554">
                  <c:v>4.2500000000000003E-2</c:v>
                </c:pt>
                <c:pt idx="1555">
                  <c:v>4.2500000000000003E-2</c:v>
                </c:pt>
                <c:pt idx="1556">
                  <c:v>4.2500000000000003E-2</c:v>
                </c:pt>
                <c:pt idx="1557">
                  <c:v>4.2500000000000003E-2</c:v>
                </c:pt>
                <c:pt idx="1558">
                  <c:v>4.2500000000000003E-2</c:v>
                </c:pt>
                <c:pt idx="1559">
                  <c:v>4.2500000000000003E-2</c:v>
                </c:pt>
                <c:pt idx="1560">
                  <c:v>4.2500000000000003E-2</c:v>
                </c:pt>
                <c:pt idx="1561">
                  <c:v>4.2500000000000003E-2</c:v>
                </c:pt>
                <c:pt idx="1562">
                  <c:v>4.2500000000000003E-2</c:v>
                </c:pt>
                <c:pt idx="1563">
                  <c:v>4.2500000000000003E-2</c:v>
                </c:pt>
                <c:pt idx="1564">
                  <c:v>4.2500000000000003E-2</c:v>
                </c:pt>
                <c:pt idx="1565">
                  <c:v>4.2500000000000003E-2</c:v>
                </c:pt>
                <c:pt idx="1566">
                  <c:v>4.2500000000000003E-2</c:v>
                </c:pt>
                <c:pt idx="1567">
                  <c:v>4.2500000000000003E-2</c:v>
                </c:pt>
                <c:pt idx="1568">
                  <c:v>4.2500000000000003E-2</c:v>
                </c:pt>
                <c:pt idx="1569">
                  <c:v>4.2500000000000003E-2</c:v>
                </c:pt>
                <c:pt idx="1570">
                  <c:v>4.2500000000000003E-2</c:v>
                </c:pt>
                <c:pt idx="1571">
                  <c:v>4.2500000000000003E-2</c:v>
                </c:pt>
                <c:pt idx="1572">
                  <c:v>4.2500000000000003E-2</c:v>
                </c:pt>
                <c:pt idx="1573">
                  <c:v>4.2500000000000003E-2</c:v>
                </c:pt>
                <c:pt idx="1574">
                  <c:v>4.2500000000000003E-2</c:v>
                </c:pt>
                <c:pt idx="1575">
                  <c:v>4.2500000000000003E-2</c:v>
                </c:pt>
                <c:pt idx="1576">
                  <c:v>4.2500000000000003E-2</c:v>
                </c:pt>
                <c:pt idx="1577">
                  <c:v>4.2500000000000003E-2</c:v>
                </c:pt>
                <c:pt idx="1578">
                  <c:v>4.2500000000000003E-2</c:v>
                </c:pt>
                <c:pt idx="1579">
                  <c:v>4.2500000000000003E-2</c:v>
                </c:pt>
                <c:pt idx="1580">
                  <c:v>4.2500000000000003E-2</c:v>
                </c:pt>
                <c:pt idx="1581">
                  <c:v>4.2500000000000003E-2</c:v>
                </c:pt>
                <c:pt idx="1582">
                  <c:v>4.2500000000000003E-2</c:v>
                </c:pt>
                <c:pt idx="1583">
                  <c:v>4.2500000000000003E-2</c:v>
                </c:pt>
                <c:pt idx="1584">
                  <c:v>4.2500000000000003E-2</c:v>
                </c:pt>
                <c:pt idx="1585">
                  <c:v>4.2500000000000003E-2</c:v>
                </c:pt>
                <c:pt idx="1586">
                  <c:v>4.2500000000000003E-2</c:v>
                </c:pt>
                <c:pt idx="1587">
                  <c:v>4.2500000000000003E-2</c:v>
                </c:pt>
                <c:pt idx="1588">
                  <c:v>4.2500000000000003E-2</c:v>
                </c:pt>
                <c:pt idx="1589">
                  <c:v>4.2500000000000003E-2</c:v>
                </c:pt>
                <c:pt idx="1590">
                  <c:v>4.2500000000000003E-2</c:v>
                </c:pt>
                <c:pt idx="1591">
                  <c:v>4.2500000000000003E-2</c:v>
                </c:pt>
                <c:pt idx="1592">
                  <c:v>4.2500000000000003E-2</c:v>
                </c:pt>
                <c:pt idx="1593">
                  <c:v>4.2500000000000003E-2</c:v>
                </c:pt>
                <c:pt idx="1594">
                  <c:v>4.2500000000000003E-2</c:v>
                </c:pt>
                <c:pt idx="1595">
                  <c:v>4.2500000000000003E-2</c:v>
                </c:pt>
                <c:pt idx="1596">
                  <c:v>4.2500000000000003E-2</c:v>
                </c:pt>
                <c:pt idx="1597">
                  <c:v>4.2500000000000003E-2</c:v>
                </c:pt>
                <c:pt idx="1598">
                  <c:v>4.2500000000000003E-2</c:v>
                </c:pt>
                <c:pt idx="1599">
                  <c:v>4.2500000000000003E-2</c:v>
                </c:pt>
                <c:pt idx="1600">
                  <c:v>4.2500000000000003E-2</c:v>
                </c:pt>
                <c:pt idx="1601">
                  <c:v>4.2500000000000003E-2</c:v>
                </c:pt>
                <c:pt idx="1602">
                  <c:v>4.2500000000000003E-2</c:v>
                </c:pt>
                <c:pt idx="1603">
                  <c:v>4.2500000000000003E-2</c:v>
                </c:pt>
                <c:pt idx="1604">
                  <c:v>4.2500000000000003E-2</c:v>
                </c:pt>
                <c:pt idx="1605">
                  <c:v>4.2500000000000003E-2</c:v>
                </c:pt>
                <c:pt idx="1606">
                  <c:v>4.2500000000000003E-2</c:v>
                </c:pt>
                <c:pt idx="1607">
                  <c:v>4.2500000000000003E-2</c:v>
                </c:pt>
                <c:pt idx="1608">
                  <c:v>4.2500000000000003E-2</c:v>
                </c:pt>
                <c:pt idx="1609">
                  <c:v>4.2500000000000003E-2</c:v>
                </c:pt>
                <c:pt idx="1610">
                  <c:v>4.2500000000000003E-2</c:v>
                </c:pt>
                <c:pt idx="1611">
                  <c:v>4.2500000000000003E-2</c:v>
                </c:pt>
                <c:pt idx="1612">
                  <c:v>4.2500000000000003E-2</c:v>
                </c:pt>
                <c:pt idx="1613">
                  <c:v>4.2500000000000003E-2</c:v>
                </c:pt>
                <c:pt idx="1614">
                  <c:v>4.2500000000000003E-2</c:v>
                </c:pt>
                <c:pt idx="1615">
                  <c:v>4.2500000000000003E-2</c:v>
                </c:pt>
                <c:pt idx="1616">
                  <c:v>4.2500000000000003E-2</c:v>
                </c:pt>
                <c:pt idx="1617">
                  <c:v>4.2500000000000003E-2</c:v>
                </c:pt>
                <c:pt idx="1618">
                  <c:v>4.2500000000000003E-2</c:v>
                </c:pt>
                <c:pt idx="1619">
                  <c:v>4.2500000000000003E-2</c:v>
                </c:pt>
                <c:pt idx="1620">
                  <c:v>4.2500000000000003E-2</c:v>
                </c:pt>
                <c:pt idx="1621">
                  <c:v>4.2500000000000003E-2</c:v>
                </c:pt>
                <c:pt idx="1622">
                  <c:v>4.2500000000000003E-2</c:v>
                </c:pt>
                <c:pt idx="1623">
                  <c:v>4.2500000000000003E-2</c:v>
                </c:pt>
                <c:pt idx="1624">
                  <c:v>4.2500000000000003E-2</c:v>
                </c:pt>
                <c:pt idx="1625">
                  <c:v>4.2500000000000003E-2</c:v>
                </c:pt>
                <c:pt idx="1626">
                  <c:v>4.2500000000000003E-2</c:v>
                </c:pt>
                <c:pt idx="1627">
                  <c:v>4.2500000000000003E-2</c:v>
                </c:pt>
                <c:pt idx="1628">
                  <c:v>4.2500000000000003E-2</c:v>
                </c:pt>
                <c:pt idx="1629">
                  <c:v>4.2500000000000003E-2</c:v>
                </c:pt>
                <c:pt idx="1630">
                  <c:v>4.2500000000000003E-2</c:v>
                </c:pt>
                <c:pt idx="1631">
                  <c:v>4.2500000000000003E-2</c:v>
                </c:pt>
                <c:pt idx="1632">
                  <c:v>4.2500000000000003E-2</c:v>
                </c:pt>
                <c:pt idx="1633">
                  <c:v>4.2500000000000003E-2</c:v>
                </c:pt>
                <c:pt idx="1634">
                  <c:v>4.2500000000000003E-2</c:v>
                </c:pt>
                <c:pt idx="1635">
                  <c:v>4.2500000000000003E-2</c:v>
                </c:pt>
                <c:pt idx="1636">
                  <c:v>4.2500000000000003E-2</c:v>
                </c:pt>
                <c:pt idx="1637">
                  <c:v>4.2500000000000003E-2</c:v>
                </c:pt>
                <c:pt idx="1638">
                  <c:v>4.2500000000000003E-2</c:v>
                </c:pt>
                <c:pt idx="1639">
                  <c:v>4.2500000000000003E-2</c:v>
                </c:pt>
                <c:pt idx="1640">
                  <c:v>4.2500000000000003E-2</c:v>
                </c:pt>
                <c:pt idx="1641">
                  <c:v>4.2500000000000003E-2</c:v>
                </c:pt>
                <c:pt idx="1642">
                  <c:v>4.2500000000000003E-2</c:v>
                </c:pt>
                <c:pt idx="1643">
                  <c:v>4.2500000000000003E-2</c:v>
                </c:pt>
                <c:pt idx="1644">
                  <c:v>4.2500000000000003E-2</c:v>
                </c:pt>
                <c:pt idx="1645">
                  <c:v>4.2500000000000003E-2</c:v>
                </c:pt>
                <c:pt idx="1646">
                  <c:v>4.2500000000000003E-2</c:v>
                </c:pt>
                <c:pt idx="1647">
                  <c:v>4.2500000000000003E-2</c:v>
                </c:pt>
                <c:pt idx="1648">
                  <c:v>4.2500000000000003E-2</c:v>
                </c:pt>
                <c:pt idx="1649">
                  <c:v>4.2500000000000003E-2</c:v>
                </c:pt>
                <c:pt idx="1650">
                  <c:v>4.2500000000000003E-2</c:v>
                </c:pt>
                <c:pt idx="1651">
                  <c:v>4.2500000000000003E-2</c:v>
                </c:pt>
                <c:pt idx="1652">
                  <c:v>4.2500000000000003E-2</c:v>
                </c:pt>
                <c:pt idx="1653">
                  <c:v>4.2500000000000003E-2</c:v>
                </c:pt>
                <c:pt idx="1654">
                  <c:v>4.2500000000000003E-2</c:v>
                </c:pt>
                <c:pt idx="1655">
                  <c:v>4.2500000000000003E-2</c:v>
                </c:pt>
                <c:pt idx="1656">
                  <c:v>4.2500000000000003E-2</c:v>
                </c:pt>
                <c:pt idx="1657">
                  <c:v>4.2500000000000003E-2</c:v>
                </c:pt>
                <c:pt idx="1658">
                  <c:v>4.2500000000000003E-2</c:v>
                </c:pt>
                <c:pt idx="1659">
                  <c:v>4.2500000000000003E-2</c:v>
                </c:pt>
                <c:pt idx="1660">
                  <c:v>4.2500000000000003E-2</c:v>
                </c:pt>
                <c:pt idx="1661">
                  <c:v>4.2500000000000003E-2</c:v>
                </c:pt>
                <c:pt idx="1662">
                  <c:v>4.2500000000000003E-2</c:v>
                </c:pt>
                <c:pt idx="1663">
                  <c:v>4.2500000000000003E-2</c:v>
                </c:pt>
                <c:pt idx="1664">
                  <c:v>4.2500000000000003E-2</c:v>
                </c:pt>
                <c:pt idx="1665">
                  <c:v>4.2500000000000003E-2</c:v>
                </c:pt>
                <c:pt idx="1666">
                  <c:v>4.2500000000000003E-2</c:v>
                </c:pt>
                <c:pt idx="1667">
                  <c:v>4.2500000000000003E-2</c:v>
                </c:pt>
                <c:pt idx="1668">
                  <c:v>4.2500000000000003E-2</c:v>
                </c:pt>
                <c:pt idx="1669">
                  <c:v>4.2500000000000003E-2</c:v>
                </c:pt>
                <c:pt idx="1670">
                  <c:v>4.2500000000000003E-2</c:v>
                </c:pt>
                <c:pt idx="1671">
                  <c:v>4.2500000000000003E-2</c:v>
                </c:pt>
                <c:pt idx="1672">
                  <c:v>4.2500000000000003E-2</c:v>
                </c:pt>
                <c:pt idx="1673">
                  <c:v>4.2500000000000003E-2</c:v>
                </c:pt>
                <c:pt idx="1674">
                  <c:v>4.2500000000000003E-2</c:v>
                </c:pt>
                <c:pt idx="1675">
                  <c:v>4.2500000000000003E-2</c:v>
                </c:pt>
                <c:pt idx="1676">
                  <c:v>4.2500000000000003E-2</c:v>
                </c:pt>
                <c:pt idx="1677">
                  <c:v>4.2500000000000003E-2</c:v>
                </c:pt>
                <c:pt idx="1678">
                  <c:v>4.2500000000000003E-2</c:v>
                </c:pt>
                <c:pt idx="1679">
                  <c:v>4.2500000000000003E-2</c:v>
                </c:pt>
                <c:pt idx="1680">
                  <c:v>4.2500000000000003E-2</c:v>
                </c:pt>
                <c:pt idx="1681">
                  <c:v>4.2500000000000003E-2</c:v>
                </c:pt>
                <c:pt idx="1682">
                  <c:v>4.2500000000000003E-2</c:v>
                </c:pt>
                <c:pt idx="1683">
                  <c:v>4.2500000000000003E-2</c:v>
                </c:pt>
                <c:pt idx="1684">
                  <c:v>4.2500000000000003E-2</c:v>
                </c:pt>
                <c:pt idx="1685">
                  <c:v>4.2500000000000003E-2</c:v>
                </c:pt>
                <c:pt idx="1686">
                  <c:v>4.2500000000000003E-2</c:v>
                </c:pt>
                <c:pt idx="1687">
                  <c:v>4.2500000000000003E-2</c:v>
                </c:pt>
                <c:pt idx="1688">
                  <c:v>4.2500000000000003E-2</c:v>
                </c:pt>
                <c:pt idx="1689">
                  <c:v>4.2500000000000003E-2</c:v>
                </c:pt>
                <c:pt idx="1690">
                  <c:v>4.2500000000000003E-2</c:v>
                </c:pt>
                <c:pt idx="1691">
                  <c:v>4.2500000000000003E-2</c:v>
                </c:pt>
                <c:pt idx="1692">
                  <c:v>4.2500000000000003E-2</c:v>
                </c:pt>
                <c:pt idx="1693">
                  <c:v>4.2500000000000003E-2</c:v>
                </c:pt>
                <c:pt idx="1694">
                  <c:v>4.2500000000000003E-2</c:v>
                </c:pt>
                <c:pt idx="1695">
                  <c:v>4.2500000000000003E-2</c:v>
                </c:pt>
                <c:pt idx="1696">
                  <c:v>4.2500000000000003E-2</c:v>
                </c:pt>
                <c:pt idx="1697">
                  <c:v>4.2500000000000003E-2</c:v>
                </c:pt>
                <c:pt idx="1698">
                  <c:v>4.2500000000000003E-2</c:v>
                </c:pt>
                <c:pt idx="1699">
                  <c:v>4.2500000000000003E-2</c:v>
                </c:pt>
                <c:pt idx="1700">
                  <c:v>4.2500000000000003E-2</c:v>
                </c:pt>
                <c:pt idx="1701">
                  <c:v>4.2500000000000003E-2</c:v>
                </c:pt>
                <c:pt idx="1702">
                  <c:v>4.2500000000000003E-2</c:v>
                </c:pt>
                <c:pt idx="1703">
                  <c:v>4.2500000000000003E-2</c:v>
                </c:pt>
                <c:pt idx="1704">
                  <c:v>4.2500000000000003E-2</c:v>
                </c:pt>
                <c:pt idx="1705">
                  <c:v>4.2500000000000003E-2</c:v>
                </c:pt>
                <c:pt idx="1706">
                  <c:v>4.2500000000000003E-2</c:v>
                </c:pt>
                <c:pt idx="1707">
                  <c:v>4.2500000000000003E-2</c:v>
                </c:pt>
                <c:pt idx="1708">
                  <c:v>4.2500000000000003E-2</c:v>
                </c:pt>
                <c:pt idx="1709">
                  <c:v>4.2500000000000003E-2</c:v>
                </c:pt>
                <c:pt idx="1710">
                  <c:v>4.2500000000000003E-2</c:v>
                </c:pt>
                <c:pt idx="1711">
                  <c:v>4.2500000000000003E-2</c:v>
                </c:pt>
                <c:pt idx="1712">
                  <c:v>4.2500000000000003E-2</c:v>
                </c:pt>
                <c:pt idx="1713">
                  <c:v>4.2500000000000003E-2</c:v>
                </c:pt>
                <c:pt idx="1714">
                  <c:v>4.2500000000000003E-2</c:v>
                </c:pt>
                <c:pt idx="1715">
                  <c:v>4.2500000000000003E-2</c:v>
                </c:pt>
                <c:pt idx="1716">
                  <c:v>4.2500000000000003E-2</c:v>
                </c:pt>
                <c:pt idx="1717">
                  <c:v>4.2500000000000003E-2</c:v>
                </c:pt>
                <c:pt idx="1718">
                  <c:v>4.2500000000000003E-2</c:v>
                </c:pt>
                <c:pt idx="1719">
                  <c:v>4.2500000000000003E-2</c:v>
                </c:pt>
                <c:pt idx="1720">
                  <c:v>4.2500000000000003E-2</c:v>
                </c:pt>
                <c:pt idx="1721">
                  <c:v>4.2500000000000003E-2</c:v>
                </c:pt>
                <c:pt idx="1722">
                  <c:v>4.2500000000000003E-2</c:v>
                </c:pt>
                <c:pt idx="1723">
                  <c:v>4.2500000000000003E-2</c:v>
                </c:pt>
                <c:pt idx="1724">
                  <c:v>4.2500000000000003E-2</c:v>
                </c:pt>
                <c:pt idx="1725">
                  <c:v>4.2500000000000003E-2</c:v>
                </c:pt>
                <c:pt idx="1726">
                  <c:v>4.2500000000000003E-2</c:v>
                </c:pt>
                <c:pt idx="1727">
                  <c:v>4.2500000000000003E-2</c:v>
                </c:pt>
                <c:pt idx="1728">
                  <c:v>4.2500000000000003E-2</c:v>
                </c:pt>
                <c:pt idx="1729">
                  <c:v>4.2500000000000003E-2</c:v>
                </c:pt>
                <c:pt idx="1730">
                  <c:v>4.2500000000000003E-2</c:v>
                </c:pt>
                <c:pt idx="1731">
                  <c:v>4.2500000000000003E-2</c:v>
                </c:pt>
                <c:pt idx="1732">
                  <c:v>4.2500000000000003E-2</c:v>
                </c:pt>
                <c:pt idx="1733">
                  <c:v>4.2500000000000003E-2</c:v>
                </c:pt>
                <c:pt idx="1734">
                  <c:v>4.2500000000000003E-2</c:v>
                </c:pt>
                <c:pt idx="1735">
                  <c:v>4.2500000000000003E-2</c:v>
                </c:pt>
                <c:pt idx="1736">
                  <c:v>4.2500000000000003E-2</c:v>
                </c:pt>
                <c:pt idx="1737">
                  <c:v>4.2500000000000003E-2</c:v>
                </c:pt>
                <c:pt idx="1738">
                  <c:v>4.2500000000000003E-2</c:v>
                </c:pt>
                <c:pt idx="1739">
                  <c:v>4.2500000000000003E-2</c:v>
                </c:pt>
                <c:pt idx="1740">
                  <c:v>4.2500000000000003E-2</c:v>
                </c:pt>
                <c:pt idx="1741">
                  <c:v>4.2500000000000003E-2</c:v>
                </c:pt>
                <c:pt idx="1742">
                  <c:v>4.2500000000000003E-2</c:v>
                </c:pt>
                <c:pt idx="1743">
                  <c:v>4.2500000000000003E-2</c:v>
                </c:pt>
                <c:pt idx="1744">
                  <c:v>4.2500000000000003E-2</c:v>
                </c:pt>
                <c:pt idx="1745">
                  <c:v>4.2500000000000003E-2</c:v>
                </c:pt>
                <c:pt idx="1746">
                  <c:v>4.2500000000000003E-2</c:v>
                </c:pt>
                <c:pt idx="1747">
                  <c:v>4.2500000000000003E-2</c:v>
                </c:pt>
                <c:pt idx="1748">
                  <c:v>4.2500000000000003E-2</c:v>
                </c:pt>
                <c:pt idx="1749">
                  <c:v>4.2500000000000003E-2</c:v>
                </c:pt>
                <c:pt idx="1750">
                  <c:v>4.2500000000000003E-2</c:v>
                </c:pt>
                <c:pt idx="1751">
                  <c:v>4.2500000000000003E-2</c:v>
                </c:pt>
                <c:pt idx="1752">
                  <c:v>4.2500000000000003E-2</c:v>
                </c:pt>
                <c:pt idx="1753">
                  <c:v>4.2500000000000003E-2</c:v>
                </c:pt>
                <c:pt idx="1754">
                  <c:v>4.2500000000000003E-2</c:v>
                </c:pt>
                <c:pt idx="1755">
                  <c:v>4.2500000000000003E-2</c:v>
                </c:pt>
                <c:pt idx="1756">
                  <c:v>4.2500000000000003E-2</c:v>
                </c:pt>
                <c:pt idx="1757">
                  <c:v>4.2500000000000003E-2</c:v>
                </c:pt>
                <c:pt idx="1758">
                  <c:v>4.2500000000000003E-2</c:v>
                </c:pt>
                <c:pt idx="1759">
                  <c:v>4.2500000000000003E-2</c:v>
                </c:pt>
                <c:pt idx="1760">
                  <c:v>4.2500000000000003E-2</c:v>
                </c:pt>
                <c:pt idx="1761">
                  <c:v>4.2500000000000003E-2</c:v>
                </c:pt>
                <c:pt idx="1762">
                  <c:v>4.2500000000000003E-2</c:v>
                </c:pt>
                <c:pt idx="1763">
                  <c:v>4.2500000000000003E-2</c:v>
                </c:pt>
                <c:pt idx="1764">
                  <c:v>4.2500000000000003E-2</c:v>
                </c:pt>
                <c:pt idx="1765">
                  <c:v>4.2500000000000003E-2</c:v>
                </c:pt>
                <c:pt idx="1766">
                  <c:v>4.2500000000000003E-2</c:v>
                </c:pt>
                <c:pt idx="1767">
                  <c:v>4.2500000000000003E-2</c:v>
                </c:pt>
                <c:pt idx="1768">
                  <c:v>4.2500000000000003E-2</c:v>
                </c:pt>
                <c:pt idx="1769">
                  <c:v>4.2500000000000003E-2</c:v>
                </c:pt>
                <c:pt idx="1770">
                  <c:v>4.2500000000000003E-2</c:v>
                </c:pt>
                <c:pt idx="1771">
                  <c:v>4.2500000000000003E-2</c:v>
                </c:pt>
                <c:pt idx="1772">
                  <c:v>4.2500000000000003E-2</c:v>
                </c:pt>
                <c:pt idx="1773">
                  <c:v>4.2500000000000003E-2</c:v>
                </c:pt>
                <c:pt idx="1774">
                  <c:v>4.2500000000000003E-2</c:v>
                </c:pt>
                <c:pt idx="1775">
                  <c:v>4.2500000000000003E-2</c:v>
                </c:pt>
                <c:pt idx="1776">
                  <c:v>4.2500000000000003E-2</c:v>
                </c:pt>
                <c:pt idx="1777">
                  <c:v>4.2500000000000003E-2</c:v>
                </c:pt>
                <c:pt idx="1778">
                  <c:v>4.2500000000000003E-2</c:v>
                </c:pt>
                <c:pt idx="1779">
                  <c:v>4.2500000000000003E-2</c:v>
                </c:pt>
                <c:pt idx="1780">
                  <c:v>4.2500000000000003E-2</c:v>
                </c:pt>
                <c:pt idx="1781">
                  <c:v>4.2500000000000003E-2</c:v>
                </c:pt>
                <c:pt idx="1782">
                  <c:v>4.2500000000000003E-2</c:v>
                </c:pt>
                <c:pt idx="1783">
                  <c:v>4.2500000000000003E-2</c:v>
                </c:pt>
                <c:pt idx="1784">
                  <c:v>4.2500000000000003E-2</c:v>
                </c:pt>
                <c:pt idx="1785">
                  <c:v>4.2500000000000003E-2</c:v>
                </c:pt>
                <c:pt idx="1786">
                  <c:v>4.2500000000000003E-2</c:v>
                </c:pt>
                <c:pt idx="1787">
                  <c:v>4.2500000000000003E-2</c:v>
                </c:pt>
                <c:pt idx="1788">
                  <c:v>4.2500000000000003E-2</c:v>
                </c:pt>
                <c:pt idx="1789">
                  <c:v>4.2500000000000003E-2</c:v>
                </c:pt>
                <c:pt idx="1790">
                  <c:v>4.2500000000000003E-2</c:v>
                </c:pt>
                <c:pt idx="1791">
                  <c:v>4.2500000000000003E-2</c:v>
                </c:pt>
                <c:pt idx="1792">
                  <c:v>4.2500000000000003E-2</c:v>
                </c:pt>
                <c:pt idx="1793">
                  <c:v>4.2500000000000003E-2</c:v>
                </c:pt>
                <c:pt idx="1794">
                  <c:v>4.2500000000000003E-2</c:v>
                </c:pt>
                <c:pt idx="1795">
                  <c:v>4.2500000000000003E-2</c:v>
                </c:pt>
                <c:pt idx="1796">
                  <c:v>4.2500000000000003E-2</c:v>
                </c:pt>
                <c:pt idx="1797">
                  <c:v>4.2500000000000003E-2</c:v>
                </c:pt>
                <c:pt idx="1798">
                  <c:v>4.2500000000000003E-2</c:v>
                </c:pt>
                <c:pt idx="1799">
                  <c:v>4.2500000000000003E-2</c:v>
                </c:pt>
                <c:pt idx="1800">
                  <c:v>4.2500000000000003E-2</c:v>
                </c:pt>
                <c:pt idx="1801">
                  <c:v>4.2500000000000003E-2</c:v>
                </c:pt>
                <c:pt idx="1802">
                  <c:v>4.2500000000000003E-2</c:v>
                </c:pt>
                <c:pt idx="1803">
                  <c:v>4.2500000000000003E-2</c:v>
                </c:pt>
                <c:pt idx="1804">
                  <c:v>4.2500000000000003E-2</c:v>
                </c:pt>
                <c:pt idx="1805">
                  <c:v>4.2500000000000003E-2</c:v>
                </c:pt>
                <c:pt idx="1806">
                  <c:v>4.2500000000000003E-2</c:v>
                </c:pt>
                <c:pt idx="1807">
                  <c:v>4.2500000000000003E-2</c:v>
                </c:pt>
                <c:pt idx="1808">
                  <c:v>4.2500000000000003E-2</c:v>
                </c:pt>
                <c:pt idx="1809">
                  <c:v>4.2500000000000003E-2</c:v>
                </c:pt>
                <c:pt idx="1810">
                  <c:v>4.2500000000000003E-2</c:v>
                </c:pt>
                <c:pt idx="1811">
                  <c:v>4.2500000000000003E-2</c:v>
                </c:pt>
                <c:pt idx="1812">
                  <c:v>4.2500000000000003E-2</c:v>
                </c:pt>
                <c:pt idx="1813">
                  <c:v>4.2500000000000003E-2</c:v>
                </c:pt>
                <c:pt idx="1814">
                  <c:v>4.2500000000000003E-2</c:v>
                </c:pt>
                <c:pt idx="1815">
                  <c:v>4.2500000000000003E-2</c:v>
                </c:pt>
                <c:pt idx="1816">
                  <c:v>4.2500000000000003E-2</c:v>
                </c:pt>
                <c:pt idx="1817">
                  <c:v>4.2500000000000003E-2</c:v>
                </c:pt>
                <c:pt idx="1818">
                  <c:v>4.2500000000000003E-2</c:v>
                </c:pt>
                <c:pt idx="1819">
                  <c:v>4.2500000000000003E-2</c:v>
                </c:pt>
                <c:pt idx="1820">
                  <c:v>4.2500000000000003E-2</c:v>
                </c:pt>
                <c:pt idx="1821">
                  <c:v>4.2500000000000003E-2</c:v>
                </c:pt>
                <c:pt idx="1822">
                  <c:v>4.2500000000000003E-2</c:v>
                </c:pt>
                <c:pt idx="1823">
                  <c:v>4.2500000000000003E-2</c:v>
                </c:pt>
                <c:pt idx="1824">
                  <c:v>4.2500000000000003E-2</c:v>
                </c:pt>
                <c:pt idx="1825">
                  <c:v>4.2500000000000003E-2</c:v>
                </c:pt>
                <c:pt idx="1826">
                  <c:v>4.2500000000000003E-2</c:v>
                </c:pt>
                <c:pt idx="1827">
                  <c:v>4.2500000000000003E-2</c:v>
                </c:pt>
                <c:pt idx="1828">
                  <c:v>4.2500000000000003E-2</c:v>
                </c:pt>
                <c:pt idx="1829">
                  <c:v>4.2500000000000003E-2</c:v>
                </c:pt>
                <c:pt idx="1830">
                  <c:v>4.2500000000000003E-2</c:v>
                </c:pt>
                <c:pt idx="1831">
                  <c:v>4.2500000000000003E-2</c:v>
                </c:pt>
                <c:pt idx="1832">
                  <c:v>4.2500000000000003E-2</c:v>
                </c:pt>
                <c:pt idx="1833">
                  <c:v>4.2500000000000003E-2</c:v>
                </c:pt>
                <c:pt idx="1834">
                  <c:v>4.2500000000000003E-2</c:v>
                </c:pt>
                <c:pt idx="1835">
                  <c:v>4.2500000000000003E-2</c:v>
                </c:pt>
                <c:pt idx="1836">
                  <c:v>4.2500000000000003E-2</c:v>
                </c:pt>
                <c:pt idx="1837">
                  <c:v>4.2500000000000003E-2</c:v>
                </c:pt>
                <c:pt idx="1838">
                  <c:v>4.2500000000000003E-2</c:v>
                </c:pt>
                <c:pt idx="1839">
                  <c:v>4.2500000000000003E-2</c:v>
                </c:pt>
                <c:pt idx="1840">
                  <c:v>4.2500000000000003E-2</c:v>
                </c:pt>
                <c:pt idx="1841">
                  <c:v>4.2500000000000003E-2</c:v>
                </c:pt>
                <c:pt idx="1842">
                  <c:v>4.2500000000000003E-2</c:v>
                </c:pt>
                <c:pt idx="1843">
                  <c:v>4.2500000000000003E-2</c:v>
                </c:pt>
                <c:pt idx="1844">
                  <c:v>4.2500000000000003E-2</c:v>
                </c:pt>
                <c:pt idx="1845">
                  <c:v>4.2500000000000003E-2</c:v>
                </c:pt>
                <c:pt idx="1846">
                  <c:v>4.2500000000000003E-2</c:v>
                </c:pt>
                <c:pt idx="1847">
                  <c:v>4.2500000000000003E-2</c:v>
                </c:pt>
                <c:pt idx="1848">
                  <c:v>4.2500000000000003E-2</c:v>
                </c:pt>
                <c:pt idx="1849">
                  <c:v>4.2500000000000003E-2</c:v>
                </c:pt>
                <c:pt idx="1850">
                  <c:v>4.2500000000000003E-2</c:v>
                </c:pt>
                <c:pt idx="1851">
                  <c:v>4.2500000000000003E-2</c:v>
                </c:pt>
                <c:pt idx="1852">
                  <c:v>4.2500000000000003E-2</c:v>
                </c:pt>
                <c:pt idx="1853">
                  <c:v>4.2500000000000003E-2</c:v>
                </c:pt>
                <c:pt idx="1854">
                  <c:v>4.2500000000000003E-2</c:v>
                </c:pt>
                <c:pt idx="1855">
                  <c:v>4.2500000000000003E-2</c:v>
                </c:pt>
                <c:pt idx="1856">
                  <c:v>4.2500000000000003E-2</c:v>
                </c:pt>
                <c:pt idx="1857">
                  <c:v>4.2500000000000003E-2</c:v>
                </c:pt>
                <c:pt idx="1858">
                  <c:v>4.2500000000000003E-2</c:v>
                </c:pt>
                <c:pt idx="1859">
                  <c:v>4.2500000000000003E-2</c:v>
                </c:pt>
                <c:pt idx="1860">
                  <c:v>4.2500000000000003E-2</c:v>
                </c:pt>
                <c:pt idx="1861">
                  <c:v>4.2500000000000003E-2</c:v>
                </c:pt>
                <c:pt idx="1862">
                  <c:v>4.2500000000000003E-2</c:v>
                </c:pt>
                <c:pt idx="1863">
                  <c:v>4.2500000000000003E-2</c:v>
                </c:pt>
                <c:pt idx="1864">
                  <c:v>4.2500000000000003E-2</c:v>
                </c:pt>
                <c:pt idx="1865">
                  <c:v>4.2500000000000003E-2</c:v>
                </c:pt>
                <c:pt idx="1866">
                  <c:v>4.2500000000000003E-2</c:v>
                </c:pt>
                <c:pt idx="1867">
                  <c:v>4.2500000000000003E-2</c:v>
                </c:pt>
                <c:pt idx="1868">
                  <c:v>4.2500000000000003E-2</c:v>
                </c:pt>
                <c:pt idx="1869">
                  <c:v>4.2500000000000003E-2</c:v>
                </c:pt>
                <c:pt idx="1870">
                  <c:v>4.2500000000000003E-2</c:v>
                </c:pt>
                <c:pt idx="1871">
                  <c:v>4.2500000000000003E-2</c:v>
                </c:pt>
                <c:pt idx="1872">
                  <c:v>4.2500000000000003E-2</c:v>
                </c:pt>
                <c:pt idx="1873">
                  <c:v>4.2500000000000003E-2</c:v>
                </c:pt>
                <c:pt idx="1874">
                  <c:v>4.2500000000000003E-2</c:v>
                </c:pt>
                <c:pt idx="1875">
                  <c:v>4.2500000000000003E-2</c:v>
                </c:pt>
                <c:pt idx="1876">
                  <c:v>4.2500000000000003E-2</c:v>
                </c:pt>
                <c:pt idx="1877">
                  <c:v>4.2500000000000003E-2</c:v>
                </c:pt>
                <c:pt idx="1878">
                  <c:v>4.2500000000000003E-2</c:v>
                </c:pt>
                <c:pt idx="1879">
                  <c:v>4.2500000000000003E-2</c:v>
                </c:pt>
                <c:pt idx="1880">
                  <c:v>4.2500000000000003E-2</c:v>
                </c:pt>
                <c:pt idx="1881">
                  <c:v>4.2500000000000003E-2</c:v>
                </c:pt>
                <c:pt idx="1882">
                  <c:v>4.2500000000000003E-2</c:v>
                </c:pt>
                <c:pt idx="1883">
                  <c:v>4.2500000000000003E-2</c:v>
                </c:pt>
                <c:pt idx="1884">
                  <c:v>4.2500000000000003E-2</c:v>
                </c:pt>
                <c:pt idx="1885">
                  <c:v>4.2500000000000003E-2</c:v>
                </c:pt>
                <c:pt idx="1886">
                  <c:v>4.2500000000000003E-2</c:v>
                </c:pt>
                <c:pt idx="1887">
                  <c:v>4.2500000000000003E-2</c:v>
                </c:pt>
                <c:pt idx="1888">
                  <c:v>4.2500000000000003E-2</c:v>
                </c:pt>
                <c:pt idx="1889">
                  <c:v>4.2500000000000003E-2</c:v>
                </c:pt>
                <c:pt idx="1890">
                  <c:v>4.2500000000000003E-2</c:v>
                </c:pt>
                <c:pt idx="1891">
                  <c:v>4.2500000000000003E-2</c:v>
                </c:pt>
                <c:pt idx="1892">
                  <c:v>4.2500000000000003E-2</c:v>
                </c:pt>
                <c:pt idx="1893">
                  <c:v>4.2500000000000003E-2</c:v>
                </c:pt>
                <c:pt idx="1894">
                  <c:v>4.2500000000000003E-2</c:v>
                </c:pt>
                <c:pt idx="1895">
                  <c:v>4.2500000000000003E-2</c:v>
                </c:pt>
                <c:pt idx="1896">
                  <c:v>4.2500000000000003E-2</c:v>
                </c:pt>
                <c:pt idx="1897">
                  <c:v>4.2500000000000003E-2</c:v>
                </c:pt>
                <c:pt idx="1898">
                  <c:v>4.2500000000000003E-2</c:v>
                </c:pt>
                <c:pt idx="1899">
                  <c:v>4.2500000000000003E-2</c:v>
                </c:pt>
                <c:pt idx="1900">
                  <c:v>4.2500000000000003E-2</c:v>
                </c:pt>
                <c:pt idx="1901">
                  <c:v>4.2500000000000003E-2</c:v>
                </c:pt>
                <c:pt idx="1902">
                  <c:v>4.2500000000000003E-2</c:v>
                </c:pt>
                <c:pt idx="1903">
                  <c:v>4.2500000000000003E-2</c:v>
                </c:pt>
                <c:pt idx="1904">
                  <c:v>4.2500000000000003E-2</c:v>
                </c:pt>
                <c:pt idx="1905">
                  <c:v>4.2500000000000003E-2</c:v>
                </c:pt>
                <c:pt idx="1906">
                  <c:v>4.2500000000000003E-2</c:v>
                </c:pt>
                <c:pt idx="1907">
                  <c:v>4.2500000000000003E-2</c:v>
                </c:pt>
                <c:pt idx="1908">
                  <c:v>4.2500000000000003E-2</c:v>
                </c:pt>
                <c:pt idx="1909">
                  <c:v>4.2500000000000003E-2</c:v>
                </c:pt>
                <c:pt idx="1910">
                  <c:v>4.2500000000000003E-2</c:v>
                </c:pt>
                <c:pt idx="1911">
                  <c:v>4.2500000000000003E-2</c:v>
                </c:pt>
                <c:pt idx="1912">
                  <c:v>4.2500000000000003E-2</c:v>
                </c:pt>
                <c:pt idx="1913">
                  <c:v>4.2500000000000003E-2</c:v>
                </c:pt>
                <c:pt idx="1914">
                  <c:v>4.2500000000000003E-2</c:v>
                </c:pt>
                <c:pt idx="1915">
                  <c:v>4.2500000000000003E-2</c:v>
                </c:pt>
                <c:pt idx="1916">
                  <c:v>4.2500000000000003E-2</c:v>
                </c:pt>
                <c:pt idx="1917">
                  <c:v>4.2500000000000003E-2</c:v>
                </c:pt>
                <c:pt idx="1918">
                  <c:v>4.2500000000000003E-2</c:v>
                </c:pt>
                <c:pt idx="1919">
                  <c:v>4.2500000000000003E-2</c:v>
                </c:pt>
                <c:pt idx="1920">
                  <c:v>4.2500000000000003E-2</c:v>
                </c:pt>
                <c:pt idx="1921">
                  <c:v>4.2500000000000003E-2</c:v>
                </c:pt>
                <c:pt idx="1922">
                  <c:v>4.2500000000000003E-2</c:v>
                </c:pt>
                <c:pt idx="1923">
                  <c:v>4.2500000000000003E-2</c:v>
                </c:pt>
                <c:pt idx="1924">
                  <c:v>4.2500000000000003E-2</c:v>
                </c:pt>
                <c:pt idx="1925">
                  <c:v>4.2500000000000003E-2</c:v>
                </c:pt>
                <c:pt idx="1926">
                  <c:v>4.2500000000000003E-2</c:v>
                </c:pt>
                <c:pt idx="1927">
                  <c:v>4.2500000000000003E-2</c:v>
                </c:pt>
                <c:pt idx="1928">
                  <c:v>4.2500000000000003E-2</c:v>
                </c:pt>
                <c:pt idx="1929">
                  <c:v>4.2500000000000003E-2</c:v>
                </c:pt>
                <c:pt idx="1930">
                  <c:v>4.2500000000000003E-2</c:v>
                </c:pt>
                <c:pt idx="1931">
                  <c:v>4.2500000000000003E-2</c:v>
                </c:pt>
                <c:pt idx="1932">
                  <c:v>4.2500000000000003E-2</c:v>
                </c:pt>
                <c:pt idx="1933">
                  <c:v>4.2500000000000003E-2</c:v>
                </c:pt>
                <c:pt idx="1934">
                  <c:v>4.2500000000000003E-2</c:v>
                </c:pt>
                <c:pt idx="1935">
                  <c:v>4.2500000000000003E-2</c:v>
                </c:pt>
                <c:pt idx="1936">
                  <c:v>4.2500000000000003E-2</c:v>
                </c:pt>
                <c:pt idx="1937">
                  <c:v>4.2500000000000003E-2</c:v>
                </c:pt>
                <c:pt idx="1938">
                  <c:v>4.2500000000000003E-2</c:v>
                </c:pt>
                <c:pt idx="1939">
                  <c:v>4.2500000000000003E-2</c:v>
                </c:pt>
                <c:pt idx="1940">
                  <c:v>4.2500000000000003E-2</c:v>
                </c:pt>
                <c:pt idx="1941">
                  <c:v>4.2500000000000003E-2</c:v>
                </c:pt>
                <c:pt idx="1942">
                  <c:v>4.2500000000000003E-2</c:v>
                </c:pt>
                <c:pt idx="1943">
                  <c:v>4.2500000000000003E-2</c:v>
                </c:pt>
                <c:pt idx="1944">
                  <c:v>4.2500000000000003E-2</c:v>
                </c:pt>
                <c:pt idx="1945">
                  <c:v>4.2500000000000003E-2</c:v>
                </c:pt>
                <c:pt idx="1946">
                  <c:v>4.2500000000000003E-2</c:v>
                </c:pt>
                <c:pt idx="1947">
                  <c:v>4.2500000000000003E-2</c:v>
                </c:pt>
                <c:pt idx="1948">
                  <c:v>4.2500000000000003E-2</c:v>
                </c:pt>
                <c:pt idx="1949">
                  <c:v>4.2500000000000003E-2</c:v>
                </c:pt>
                <c:pt idx="1950">
                  <c:v>4.2500000000000003E-2</c:v>
                </c:pt>
                <c:pt idx="1951">
                  <c:v>4.2500000000000003E-2</c:v>
                </c:pt>
                <c:pt idx="1952">
                  <c:v>4.2500000000000003E-2</c:v>
                </c:pt>
                <c:pt idx="1953">
                  <c:v>4.2500000000000003E-2</c:v>
                </c:pt>
                <c:pt idx="1954">
                  <c:v>4.2500000000000003E-2</c:v>
                </c:pt>
                <c:pt idx="1955">
                  <c:v>4.2500000000000003E-2</c:v>
                </c:pt>
                <c:pt idx="1956">
                  <c:v>4.2500000000000003E-2</c:v>
                </c:pt>
                <c:pt idx="1957">
                  <c:v>4.2500000000000003E-2</c:v>
                </c:pt>
                <c:pt idx="1958">
                  <c:v>4.2500000000000003E-2</c:v>
                </c:pt>
                <c:pt idx="1959">
                  <c:v>4.2500000000000003E-2</c:v>
                </c:pt>
                <c:pt idx="1960">
                  <c:v>4.2500000000000003E-2</c:v>
                </c:pt>
                <c:pt idx="1961">
                  <c:v>4.2500000000000003E-2</c:v>
                </c:pt>
                <c:pt idx="1962">
                  <c:v>4.2500000000000003E-2</c:v>
                </c:pt>
                <c:pt idx="1963">
                  <c:v>4.2500000000000003E-2</c:v>
                </c:pt>
                <c:pt idx="1964">
                  <c:v>4.2500000000000003E-2</c:v>
                </c:pt>
                <c:pt idx="1965">
                  <c:v>4.2500000000000003E-2</c:v>
                </c:pt>
                <c:pt idx="1966">
                  <c:v>4.2500000000000003E-2</c:v>
                </c:pt>
                <c:pt idx="1967">
                  <c:v>4.2500000000000003E-2</c:v>
                </c:pt>
                <c:pt idx="1968">
                  <c:v>4.2500000000000003E-2</c:v>
                </c:pt>
                <c:pt idx="1969">
                  <c:v>4.2500000000000003E-2</c:v>
                </c:pt>
                <c:pt idx="1970">
                  <c:v>4.2500000000000003E-2</c:v>
                </c:pt>
                <c:pt idx="1971">
                  <c:v>4.2500000000000003E-2</c:v>
                </c:pt>
                <c:pt idx="1972">
                  <c:v>4.2500000000000003E-2</c:v>
                </c:pt>
                <c:pt idx="1973">
                  <c:v>4.2500000000000003E-2</c:v>
                </c:pt>
                <c:pt idx="1974">
                  <c:v>4.2500000000000003E-2</c:v>
                </c:pt>
                <c:pt idx="1975">
                  <c:v>4.2500000000000003E-2</c:v>
                </c:pt>
                <c:pt idx="1976">
                  <c:v>4.2500000000000003E-2</c:v>
                </c:pt>
                <c:pt idx="1977">
                  <c:v>4.2500000000000003E-2</c:v>
                </c:pt>
                <c:pt idx="1978">
                  <c:v>4.2500000000000003E-2</c:v>
                </c:pt>
                <c:pt idx="1979">
                  <c:v>4.2500000000000003E-2</c:v>
                </c:pt>
                <c:pt idx="1980">
                  <c:v>4.2500000000000003E-2</c:v>
                </c:pt>
                <c:pt idx="1981">
                  <c:v>4.2500000000000003E-2</c:v>
                </c:pt>
                <c:pt idx="1982">
                  <c:v>4.2500000000000003E-2</c:v>
                </c:pt>
                <c:pt idx="1983">
                  <c:v>4.2500000000000003E-2</c:v>
                </c:pt>
                <c:pt idx="1984">
                  <c:v>4.2500000000000003E-2</c:v>
                </c:pt>
                <c:pt idx="1985">
                  <c:v>4.2500000000000003E-2</c:v>
                </c:pt>
                <c:pt idx="1986">
                  <c:v>4.2500000000000003E-2</c:v>
                </c:pt>
                <c:pt idx="1987">
                  <c:v>4.2500000000000003E-2</c:v>
                </c:pt>
                <c:pt idx="1988">
                  <c:v>4.2500000000000003E-2</c:v>
                </c:pt>
                <c:pt idx="1989">
                  <c:v>4.2500000000000003E-2</c:v>
                </c:pt>
                <c:pt idx="1990">
                  <c:v>4.2500000000000003E-2</c:v>
                </c:pt>
                <c:pt idx="1991">
                  <c:v>4.2500000000000003E-2</c:v>
                </c:pt>
                <c:pt idx="1992">
                  <c:v>4.2500000000000003E-2</c:v>
                </c:pt>
                <c:pt idx="1993">
                  <c:v>4.2500000000000003E-2</c:v>
                </c:pt>
                <c:pt idx="1994">
                  <c:v>4.2500000000000003E-2</c:v>
                </c:pt>
                <c:pt idx="1995">
                  <c:v>4.2500000000000003E-2</c:v>
                </c:pt>
                <c:pt idx="1996">
                  <c:v>4.2500000000000003E-2</c:v>
                </c:pt>
                <c:pt idx="1997">
                  <c:v>4.2500000000000003E-2</c:v>
                </c:pt>
                <c:pt idx="1998">
                  <c:v>4.2500000000000003E-2</c:v>
                </c:pt>
                <c:pt idx="1999">
                  <c:v>4.2500000000000003E-2</c:v>
                </c:pt>
                <c:pt idx="2000">
                  <c:v>4.2500000000000003E-2</c:v>
                </c:pt>
                <c:pt idx="2001">
                  <c:v>4.2500000000000003E-2</c:v>
                </c:pt>
                <c:pt idx="2002">
                  <c:v>4.2500000000000003E-2</c:v>
                </c:pt>
                <c:pt idx="2003">
                  <c:v>4.2500000000000003E-2</c:v>
                </c:pt>
                <c:pt idx="2004">
                  <c:v>4.2500000000000003E-2</c:v>
                </c:pt>
                <c:pt idx="2005">
                  <c:v>4.2500000000000003E-2</c:v>
                </c:pt>
                <c:pt idx="2006">
                  <c:v>4.2500000000000003E-2</c:v>
                </c:pt>
                <c:pt idx="2007">
                  <c:v>4.2500000000000003E-2</c:v>
                </c:pt>
                <c:pt idx="2008">
                  <c:v>4.2500000000000003E-2</c:v>
                </c:pt>
                <c:pt idx="2009">
                  <c:v>4.2500000000000003E-2</c:v>
                </c:pt>
                <c:pt idx="2010">
                  <c:v>4.2500000000000003E-2</c:v>
                </c:pt>
                <c:pt idx="2011">
                  <c:v>4.2500000000000003E-2</c:v>
                </c:pt>
                <c:pt idx="2012">
                  <c:v>4.2500000000000003E-2</c:v>
                </c:pt>
                <c:pt idx="2013">
                  <c:v>4.2500000000000003E-2</c:v>
                </c:pt>
                <c:pt idx="2014">
                  <c:v>4.2500000000000003E-2</c:v>
                </c:pt>
                <c:pt idx="2015">
                  <c:v>4.2500000000000003E-2</c:v>
                </c:pt>
                <c:pt idx="2016">
                  <c:v>4.2500000000000003E-2</c:v>
                </c:pt>
                <c:pt idx="2017">
                  <c:v>4.2500000000000003E-2</c:v>
                </c:pt>
                <c:pt idx="2018">
                  <c:v>4.2500000000000003E-2</c:v>
                </c:pt>
                <c:pt idx="2019">
                  <c:v>4.2500000000000003E-2</c:v>
                </c:pt>
                <c:pt idx="2020">
                  <c:v>4.2500000000000003E-2</c:v>
                </c:pt>
                <c:pt idx="2021">
                  <c:v>4.2500000000000003E-2</c:v>
                </c:pt>
                <c:pt idx="2022">
                  <c:v>4.2500000000000003E-2</c:v>
                </c:pt>
                <c:pt idx="2023">
                  <c:v>4.2500000000000003E-2</c:v>
                </c:pt>
                <c:pt idx="2024">
                  <c:v>4.2500000000000003E-2</c:v>
                </c:pt>
                <c:pt idx="2025">
                  <c:v>4.2500000000000003E-2</c:v>
                </c:pt>
                <c:pt idx="2026">
                  <c:v>4.2500000000000003E-2</c:v>
                </c:pt>
                <c:pt idx="2027">
                  <c:v>4.2500000000000003E-2</c:v>
                </c:pt>
                <c:pt idx="2028">
                  <c:v>4.2500000000000003E-2</c:v>
                </c:pt>
                <c:pt idx="2029">
                  <c:v>4.2500000000000003E-2</c:v>
                </c:pt>
                <c:pt idx="2030">
                  <c:v>4.2500000000000003E-2</c:v>
                </c:pt>
                <c:pt idx="2031">
                  <c:v>4.2500000000000003E-2</c:v>
                </c:pt>
                <c:pt idx="2032">
                  <c:v>4.2500000000000003E-2</c:v>
                </c:pt>
                <c:pt idx="2033">
                  <c:v>4.2500000000000003E-2</c:v>
                </c:pt>
                <c:pt idx="2034">
                  <c:v>4.2500000000000003E-2</c:v>
                </c:pt>
                <c:pt idx="2035">
                  <c:v>4.2500000000000003E-2</c:v>
                </c:pt>
                <c:pt idx="2036">
                  <c:v>4.2500000000000003E-2</c:v>
                </c:pt>
                <c:pt idx="2037">
                  <c:v>4.2500000000000003E-2</c:v>
                </c:pt>
                <c:pt idx="2038">
                  <c:v>4.2500000000000003E-2</c:v>
                </c:pt>
                <c:pt idx="2039">
                  <c:v>4.2500000000000003E-2</c:v>
                </c:pt>
                <c:pt idx="2040">
                  <c:v>4.2500000000000003E-2</c:v>
                </c:pt>
                <c:pt idx="2041">
                  <c:v>4.2500000000000003E-2</c:v>
                </c:pt>
                <c:pt idx="2042">
                  <c:v>4.2500000000000003E-2</c:v>
                </c:pt>
                <c:pt idx="2043">
                  <c:v>4.2500000000000003E-2</c:v>
                </c:pt>
                <c:pt idx="2044">
                  <c:v>4.2500000000000003E-2</c:v>
                </c:pt>
                <c:pt idx="2045">
                  <c:v>4.2500000000000003E-2</c:v>
                </c:pt>
                <c:pt idx="2046">
                  <c:v>4.2500000000000003E-2</c:v>
                </c:pt>
                <c:pt idx="2047">
                  <c:v>4.2500000000000003E-2</c:v>
                </c:pt>
                <c:pt idx="2048">
                  <c:v>4.2500000000000003E-2</c:v>
                </c:pt>
                <c:pt idx="2049">
                  <c:v>4.2500000000000003E-2</c:v>
                </c:pt>
                <c:pt idx="2050">
                  <c:v>4.2500000000000003E-2</c:v>
                </c:pt>
                <c:pt idx="2051">
                  <c:v>4.2500000000000003E-2</c:v>
                </c:pt>
                <c:pt idx="2052">
                  <c:v>4.2500000000000003E-2</c:v>
                </c:pt>
                <c:pt idx="2053">
                  <c:v>4.2500000000000003E-2</c:v>
                </c:pt>
                <c:pt idx="2054">
                  <c:v>4.2500000000000003E-2</c:v>
                </c:pt>
                <c:pt idx="2055">
                  <c:v>4.2500000000000003E-2</c:v>
                </c:pt>
                <c:pt idx="2056">
                  <c:v>4.2500000000000003E-2</c:v>
                </c:pt>
                <c:pt idx="2057">
                  <c:v>4.2500000000000003E-2</c:v>
                </c:pt>
                <c:pt idx="2058">
                  <c:v>4.2500000000000003E-2</c:v>
                </c:pt>
                <c:pt idx="2059">
                  <c:v>4.2500000000000003E-2</c:v>
                </c:pt>
                <c:pt idx="2060">
                  <c:v>4.2500000000000003E-2</c:v>
                </c:pt>
                <c:pt idx="2061">
                  <c:v>4.2500000000000003E-2</c:v>
                </c:pt>
                <c:pt idx="2062">
                  <c:v>4.2500000000000003E-2</c:v>
                </c:pt>
                <c:pt idx="2063">
                  <c:v>4.2500000000000003E-2</c:v>
                </c:pt>
                <c:pt idx="2064">
                  <c:v>4.2500000000000003E-2</c:v>
                </c:pt>
                <c:pt idx="2065">
                  <c:v>4.2500000000000003E-2</c:v>
                </c:pt>
                <c:pt idx="2066">
                  <c:v>4.2500000000000003E-2</c:v>
                </c:pt>
                <c:pt idx="2067">
                  <c:v>4.2500000000000003E-2</c:v>
                </c:pt>
                <c:pt idx="2068">
                  <c:v>4.2500000000000003E-2</c:v>
                </c:pt>
                <c:pt idx="2069">
                  <c:v>4.2500000000000003E-2</c:v>
                </c:pt>
                <c:pt idx="2070">
                  <c:v>4.2500000000000003E-2</c:v>
                </c:pt>
                <c:pt idx="2071">
                  <c:v>4.2500000000000003E-2</c:v>
                </c:pt>
                <c:pt idx="2072">
                  <c:v>4.2500000000000003E-2</c:v>
                </c:pt>
                <c:pt idx="2073">
                  <c:v>4.2500000000000003E-2</c:v>
                </c:pt>
                <c:pt idx="2074">
                  <c:v>4.2500000000000003E-2</c:v>
                </c:pt>
                <c:pt idx="2075">
                  <c:v>4.2500000000000003E-2</c:v>
                </c:pt>
                <c:pt idx="2076">
                  <c:v>4.2500000000000003E-2</c:v>
                </c:pt>
                <c:pt idx="2077">
                  <c:v>4.2500000000000003E-2</c:v>
                </c:pt>
                <c:pt idx="2078">
                  <c:v>4.2500000000000003E-2</c:v>
                </c:pt>
                <c:pt idx="2079">
                  <c:v>4.2500000000000003E-2</c:v>
                </c:pt>
                <c:pt idx="2080">
                  <c:v>4.2500000000000003E-2</c:v>
                </c:pt>
                <c:pt idx="2081">
                  <c:v>4.2500000000000003E-2</c:v>
                </c:pt>
                <c:pt idx="2082">
                  <c:v>4.2500000000000003E-2</c:v>
                </c:pt>
                <c:pt idx="2083">
                  <c:v>4.2500000000000003E-2</c:v>
                </c:pt>
                <c:pt idx="2084">
                  <c:v>4.2500000000000003E-2</c:v>
                </c:pt>
                <c:pt idx="2085">
                  <c:v>4.2500000000000003E-2</c:v>
                </c:pt>
                <c:pt idx="2086">
                  <c:v>4.2500000000000003E-2</c:v>
                </c:pt>
                <c:pt idx="2087">
                  <c:v>4.2500000000000003E-2</c:v>
                </c:pt>
                <c:pt idx="2088">
                  <c:v>4.2500000000000003E-2</c:v>
                </c:pt>
                <c:pt idx="2089">
                  <c:v>4.2500000000000003E-2</c:v>
                </c:pt>
                <c:pt idx="2090">
                  <c:v>4.2500000000000003E-2</c:v>
                </c:pt>
                <c:pt idx="2091">
                  <c:v>4.2500000000000003E-2</c:v>
                </c:pt>
                <c:pt idx="2092">
                  <c:v>4.2500000000000003E-2</c:v>
                </c:pt>
                <c:pt idx="2093">
                  <c:v>4.2500000000000003E-2</c:v>
                </c:pt>
                <c:pt idx="2094">
                  <c:v>4.2500000000000003E-2</c:v>
                </c:pt>
                <c:pt idx="2095">
                  <c:v>4.2500000000000003E-2</c:v>
                </c:pt>
                <c:pt idx="2096">
                  <c:v>4.2500000000000003E-2</c:v>
                </c:pt>
                <c:pt idx="2097">
                  <c:v>4.2500000000000003E-2</c:v>
                </c:pt>
                <c:pt idx="2098">
                  <c:v>4.2500000000000003E-2</c:v>
                </c:pt>
                <c:pt idx="2099">
                  <c:v>4.2500000000000003E-2</c:v>
                </c:pt>
                <c:pt idx="2100">
                  <c:v>4.2500000000000003E-2</c:v>
                </c:pt>
                <c:pt idx="2101">
                  <c:v>4.2500000000000003E-2</c:v>
                </c:pt>
                <c:pt idx="2102">
                  <c:v>4.2500000000000003E-2</c:v>
                </c:pt>
                <c:pt idx="2103">
                  <c:v>4.2500000000000003E-2</c:v>
                </c:pt>
                <c:pt idx="2104">
                  <c:v>4.2500000000000003E-2</c:v>
                </c:pt>
                <c:pt idx="2105">
                  <c:v>4.2500000000000003E-2</c:v>
                </c:pt>
                <c:pt idx="2106">
                  <c:v>4.2500000000000003E-2</c:v>
                </c:pt>
                <c:pt idx="2107">
                  <c:v>4.2500000000000003E-2</c:v>
                </c:pt>
                <c:pt idx="2108">
                  <c:v>4.2500000000000003E-2</c:v>
                </c:pt>
                <c:pt idx="2109">
                  <c:v>4.2500000000000003E-2</c:v>
                </c:pt>
                <c:pt idx="2110">
                  <c:v>4.2500000000000003E-2</c:v>
                </c:pt>
                <c:pt idx="2111">
                  <c:v>4.2500000000000003E-2</c:v>
                </c:pt>
                <c:pt idx="2112">
                  <c:v>4.2500000000000003E-2</c:v>
                </c:pt>
                <c:pt idx="2113">
                  <c:v>4.2500000000000003E-2</c:v>
                </c:pt>
                <c:pt idx="2114">
                  <c:v>4.2500000000000003E-2</c:v>
                </c:pt>
                <c:pt idx="2115">
                  <c:v>4.2500000000000003E-2</c:v>
                </c:pt>
                <c:pt idx="2116">
                  <c:v>4.2500000000000003E-2</c:v>
                </c:pt>
                <c:pt idx="2117">
                  <c:v>4.2500000000000003E-2</c:v>
                </c:pt>
                <c:pt idx="2118">
                  <c:v>4.2500000000000003E-2</c:v>
                </c:pt>
                <c:pt idx="2119">
                  <c:v>4.2500000000000003E-2</c:v>
                </c:pt>
                <c:pt idx="2120">
                  <c:v>4.2500000000000003E-2</c:v>
                </c:pt>
                <c:pt idx="2121">
                  <c:v>4.2500000000000003E-2</c:v>
                </c:pt>
                <c:pt idx="2122">
                  <c:v>4.2500000000000003E-2</c:v>
                </c:pt>
                <c:pt idx="2123">
                  <c:v>4.2500000000000003E-2</c:v>
                </c:pt>
                <c:pt idx="2124">
                  <c:v>4.2500000000000003E-2</c:v>
                </c:pt>
                <c:pt idx="2125">
                  <c:v>4.2500000000000003E-2</c:v>
                </c:pt>
                <c:pt idx="2126">
                  <c:v>4.2500000000000003E-2</c:v>
                </c:pt>
                <c:pt idx="2127">
                  <c:v>4.2500000000000003E-2</c:v>
                </c:pt>
                <c:pt idx="2128">
                  <c:v>4.2500000000000003E-2</c:v>
                </c:pt>
                <c:pt idx="2129">
                  <c:v>4.2500000000000003E-2</c:v>
                </c:pt>
                <c:pt idx="2130">
                  <c:v>4.2500000000000003E-2</c:v>
                </c:pt>
                <c:pt idx="2131">
                  <c:v>4.2500000000000003E-2</c:v>
                </c:pt>
                <c:pt idx="2132">
                  <c:v>4.2500000000000003E-2</c:v>
                </c:pt>
                <c:pt idx="2133">
                  <c:v>4.2500000000000003E-2</c:v>
                </c:pt>
                <c:pt idx="2134">
                  <c:v>4.2500000000000003E-2</c:v>
                </c:pt>
                <c:pt idx="2135">
                  <c:v>4.2500000000000003E-2</c:v>
                </c:pt>
                <c:pt idx="2136">
                  <c:v>4.2500000000000003E-2</c:v>
                </c:pt>
                <c:pt idx="2137">
                  <c:v>4.2500000000000003E-2</c:v>
                </c:pt>
                <c:pt idx="2138">
                  <c:v>4.2500000000000003E-2</c:v>
                </c:pt>
                <c:pt idx="2139">
                  <c:v>4.2500000000000003E-2</c:v>
                </c:pt>
                <c:pt idx="2140">
                  <c:v>4.2500000000000003E-2</c:v>
                </c:pt>
                <c:pt idx="2141">
                  <c:v>4.2500000000000003E-2</c:v>
                </c:pt>
                <c:pt idx="2142">
                  <c:v>4.2500000000000003E-2</c:v>
                </c:pt>
                <c:pt idx="2143">
                  <c:v>4.2500000000000003E-2</c:v>
                </c:pt>
                <c:pt idx="2144">
                  <c:v>4.2500000000000003E-2</c:v>
                </c:pt>
                <c:pt idx="2145">
                  <c:v>4.2500000000000003E-2</c:v>
                </c:pt>
                <c:pt idx="2146">
                  <c:v>4.2500000000000003E-2</c:v>
                </c:pt>
                <c:pt idx="2147">
                  <c:v>4.2500000000000003E-2</c:v>
                </c:pt>
                <c:pt idx="2148">
                  <c:v>4.2500000000000003E-2</c:v>
                </c:pt>
                <c:pt idx="2149">
                  <c:v>4.2500000000000003E-2</c:v>
                </c:pt>
                <c:pt idx="2150">
                  <c:v>4.2500000000000003E-2</c:v>
                </c:pt>
                <c:pt idx="2151">
                  <c:v>4.2500000000000003E-2</c:v>
                </c:pt>
                <c:pt idx="2152">
                  <c:v>4.2500000000000003E-2</c:v>
                </c:pt>
                <c:pt idx="2153">
                  <c:v>4.2500000000000003E-2</c:v>
                </c:pt>
                <c:pt idx="2154">
                  <c:v>4.2500000000000003E-2</c:v>
                </c:pt>
                <c:pt idx="2155">
                  <c:v>4.2500000000000003E-2</c:v>
                </c:pt>
                <c:pt idx="2156">
                  <c:v>4.2500000000000003E-2</c:v>
                </c:pt>
                <c:pt idx="2157">
                  <c:v>4.2500000000000003E-2</c:v>
                </c:pt>
                <c:pt idx="2158">
                  <c:v>4.2500000000000003E-2</c:v>
                </c:pt>
                <c:pt idx="2159">
                  <c:v>4.2500000000000003E-2</c:v>
                </c:pt>
                <c:pt idx="2160">
                  <c:v>4.2500000000000003E-2</c:v>
                </c:pt>
                <c:pt idx="2161">
                  <c:v>4.2500000000000003E-2</c:v>
                </c:pt>
                <c:pt idx="2162">
                  <c:v>4.2500000000000003E-2</c:v>
                </c:pt>
                <c:pt idx="2163">
                  <c:v>4.2500000000000003E-2</c:v>
                </c:pt>
                <c:pt idx="2164">
                  <c:v>4.2500000000000003E-2</c:v>
                </c:pt>
                <c:pt idx="2165">
                  <c:v>4.2500000000000003E-2</c:v>
                </c:pt>
                <c:pt idx="2166">
                  <c:v>4.2500000000000003E-2</c:v>
                </c:pt>
                <c:pt idx="2167">
                  <c:v>4.2500000000000003E-2</c:v>
                </c:pt>
                <c:pt idx="2168">
                  <c:v>4.2500000000000003E-2</c:v>
                </c:pt>
                <c:pt idx="2169">
                  <c:v>4.2500000000000003E-2</c:v>
                </c:pt>
                <c:pt idx="2170">
                  <c:v>4.2500000000000003E-2</c:v>
                </c:pt>
                <c:pt idx="2171">
                  <c:v>4.2500000000000003E-2</c:v>
                </c:pt>
                <c:pt idx="2172">
                  <c:v>4.2500000000000003E-2</c:v>
                </c:pt>
                <c:pt idx="2173">
                  <c:v>4.2500000000000003E-2</c:v>
                </c:pt>
                <c:pt idx="2174">
                  <c:v>4.2500000000000003E-2</c:v>
                </c:pt>
                <c:pt idx="2175">
                  <c:v>4.2500000000000003E-2</c:v>
                </c:pt>
                <c:pt idx="2176">
                  <c:v>4.2500000000000003E-2</c:v>
                </c:pt>
                <c:pt idx="2177">
                  <c:v>4.2500000000000003E-2</c:v>
                </c:pt>
                <c:pt idx="2178">
                  <c:v>4.2500000000000003E-2</c:v>
                </c:pt>
                <c:pt idx="2179">
                  <c:v>4.2500000000000003E-2</c:v>
                </c:pt>
                <c:pt idx="2180">
                  <c:v>4.2500000000000003E-2</c:v>
                </c:pt>
                <c:pt idx="2181">
                  <c:v>4.2500000000000003E-2</c:v>
                </c:pt>
                <c:pt idx="2182">
                  <c:v>4.2500000000000003E-2</c:v>
                </c:pt>
                <c:pt idx="2183">
                  <c:v>4.2500000000000003E-2</c:v>
                </c:pt>
                <c:pt idx="2184">
                  <c:v>4.2500000000000003E-2</c:v>
                </c:pt>
                <c:pt idx="2185">
                  <c:v>4.2500000000000003E-2</c:v>
                </c:pt>
                <c:pt idx="2186">
                  <c:v>4.2500000000000003E-2</c:v>
                </c:pt>
                <c:pt idx="2187">
                  <c:v>4.2500000000000003E-2</c:v>
                </c:pt>
                <c:pt idx="2188">
                  <c:v>4.2500000000000003E-2</c:v>
                </c:pt>
                <c:pt idx="2189">
                  <c:v>4.2500000000000003E-2</c:v>
                </c:pt>
                <c:pt idx="2190">
                  <c:v>4.2500000000000003E-2</c:v>
                </c:pt>
                <c:pt idx="2191">
                  <c:v>4.2500000000000003E-2</c:v>
                </c:pt>
                <c:pt idx="2192">
                  <c:v>4.2500000000000003E-2</c:v>
                </c:pt>
                <c:pt idx="2193">
                  <c:v>4.2500000000000003E-2</c:v>
                </c:pt>
                <c:pt idx="2194">
                  <c:v>4.2500000000000003E-2</c:v>
                </c:pt>
                <c:pt idx="2195">
                  <c:v>4.2500000000000003E-2</c:v>
                </c:pt>
                <c:pt idx="2196">
                  <c:v>4.2500000000000003E-2</c:v>
                </c:pt>
                <c:pt idx="2197">
                  <c:v>4.2500000000000003E-2</c:v>
                </c:pt>
                <c:pt idx="2198">
                  <c:v>4.2500000000000003E-2</c:v>
                </c:pt>
                <c:pt idx="2199">
                  <c:v>4.2500000000000003E-2</c:v>
                </c:pt>
                <c:pt idx="2200">
                  <c:v>4.2500000000000003E-2</c:v>
                </c:pt>
                <c:pt idx="2201">
                  <c:v>4.2500000000000003E-2</c:v>
                </c:pt>
                <c:pt idx="2202">
                  <c:v>4.2500000000000003E-2</c:v>
                </c:pt>
                <c:pt idx="2203">
                  <c:v>4.2500000000000003E-2</c:v>
                </c:pt>
                <c:pt idx="2204">
                  <c:v>4.2500000000000003E-2</c:v>
                </c:pt>
                <c:pt idx="2205">
                  <c:v>4.2500000000000003E-2</c:v>
                </c:pt>
                <c:pt idx="2206">
                  <c:v>4.2500000000000003E-2</c:v>
                </c:pt>
                <c:pt idx="2207">
                  <c:v>4.2500000000000003E-2</c:v>
                </c:pt>
                <c:pt idx="2208">
                  <c:v>4.2500000000000003E-2</c:v>
                </c:pt>
                <c:pt idx="2209">
                  <c:v>4.2500000000000003E-2</c:v>
                </c:pt>
                <c:pt idx="2210">
                  <c:v>4.2500000000000003E-2</c:v>
                </c:pt>
                <c:pt idx="2211">
                  <c:v>4.2500000000000003E-2</c:v>
                </c:pt>
                <c:pt idx="2212">
                  <c:v>4.2500000000000003E-2</c:v>
                </c:pt>
                <c:pt idx="2213">
                  <c:v>4.2500000000000003E-2</c:v>
                </c:pt>
                <c:pt idx="2214">
                  <c:v>4.2500000000000003E-2</c:v>
                </c:pt>
                <c:pt idx="2215">
                  <c:v>4.2500000000000003E-2</c:v>
                </c:pt>
                <c:pt idx="2216">
                  <c:v>4.2500000000000003E-2</c:v>
                </c:pt>
                <c:pt idx="2217">
                  <c:v>4.2500000000000003E-2</c:v>
                </c:pt>
                <c:pt idx="2218">
                  <c:v>4.2500000000000003E-2</c:v>
                </c:pt>
                <c:pt idx="2219">
                  <c:v>4.2500000000000003E-2</c:v>
                </c:pt>
                <c:pt idx="2220">
                  <c:v>4.2500000000000003E-2</c:v>
                </c:pt>
                <c:pt idx="2221">
                  <c:v>4.2500000000000003E-2</c:v>
                </c:pt>
                <c:pt idx="2222">
                  <c:v>4.2500000000000003E-2</c:v>
                </c:pt>
                <c:pt idx="2223">
                  <c:v>4.2500000000000003E-2</c:v>
                </c:pt>
                <c:pt idx="2224">
                  <c:v>4.2500000000000003E-2</c:v>
                </c:pt>
                <c:pt idx="2225">
                  <c:v>4.2500000000000003E-2</c:v>
                </c:pt>
                <c:pt idx="2226">
                  <c:v>4.2500000000000003E-2</c:v>
                </c:pt>
                <c:pt idx="2227">
                  <c:v>4.2500000000000003E-2</c:v>
                </c:pt>
                <c:pt idx="2228">
                  <c:v>4.2500000000000003E-2</c:v>
                </c:pt>
                <c:pt idx="2229">
                  <c:v>4.2500000000000003E-2</c:v>
                </c:pt>
                <c:pt idx="2230">
                  <c:v>4.2500000000000003E-2</c:v>
                </c:pt>
                <c:pt idx="2231">
                  <c:v>4.2500000000000003E-2</c:v>
                </c:pt>
                <c:pt idx="2232">
                  <c:v>4.2500000000000003E-2</c:v>
                </c:pt>
                <c:pt idx="2233">
                  <c:v>4.2500000000000003E-2</c:v>
                </c:pt>
                <c:pt idx="2234">
                  <c:v>4.2500000000000003E-2</c:v>
                </c:pt>
                <c:pt idx="2235">
                  <c:v>4.2500000000000003E-2</c:v>
                </c:pt>
                <c:pt idx="2236">
                  <c:v>4.2500000000000003E-2</c:v>
                </c:pt>
                <c:pt idx="2237">
                  <c:v>4.2500000000000003E-2</c:v>
                </c:pt>
                <c:pt idx="2238">
                  <c:v>4.2500000000000003E-2</c:v>
                </c:pt>
                <c:pt idx="2239">
                  <c:v>4.2500000000000003E-2</c:v>
                </c:pt>
                <c:pt idx="2240">
                  <c:v>4.2500000000000003E-2</c:v>
                </c:pt>
                <c:pt idx="2241">
                  <c:v>4.2500000000000003E-2</c:v>
                </c:pt>
                <c:pt idx="2242">
                  <c:v>4.2500000000000003E-2</c:v>
                </c:pt>
                <c:pt idx="2243">
                  <c:v>4.2500000000000003E-2</c:v>
                </c:pt>
                <c:pt idx="2244">
                  <c:v>4.2500000000000003E-2</c:v>
                </c:pt>
                <c:pt idx="2245">
                  <c:v>4.2500000000000003E-2</c:v>
                </c:pt>
                <c:pt idx="2246">
                  <c:v>4.2500000000000003E-2</c:v>
                </c:pt>
                <c:pt idx="2247">
                  <c:v>4.2500000000000003E-2</c:v>
                </c:pt>
                <c:pt idx="2248">
                  <c:v>4.2500000000000003E-2</c:v>
                </c:pt>
                <c:pt idx="2249">
                  <c:v>4.2500000000000003E-2</c:v>
                </c:pt>
                <c:pt idx="2250">
                  <c:v>4.2500000000000003E-2</c:v>
                </c:pt>
                <c:pt idx="2251">
                  <c:v>4.2500000000000003E-2</c:v>
                </c:pt>
                <c:pt idx="2252">
                  <c:v>4.2500000000000003E-2</c:v>
                </c:pt>
                <c:pt idx="2253">
                  <c:v>4.2500000000000003E-2</c:v>
                </c:pt>
                <c:pt idx="2254">
                  <c:v>4.2500000000000003E-2</c:v>
                </c:pt>
                <c:pt idx="2255">
                  <c:v>4.2500000000000003E-2</c:v>
                </c:pt>
                <c:pt idx="2256">
                  <c:v>4.2500000000000003E-2</c:v>
                </c:pt>
                <c:pt idx="2257">
                  <c:v>4.2500000000000003E-2</c:v>
                </c:pt>
                <c:pt idx="2258">
                  <c:v>4.2500000000000003E-2</c:v>
                </c:pt>
                <c:pt idx="2259">
                  <c:v>4.2500000000000003E-2</c:v>
                </c:pt>
                <c:pt idx="2260">
                  <c:v>4.2500000000000003E-2</c:v>
                </c:pt>
                <c:pt idx="2261">
                  <c:v>4.2500000000000003E-2</c:v>
                </c:pt>
                <c:pt idx="2262">
                  <c:v>4.2500000000000003E-2</c:v>
                </c:pt>
                <c:pt idx="2263">
                  <c:v>4.2500000000000003E-2</c:v>
                </c:pt>
                <c:pt idx="2264">
                  <c:v>4.2500000000000003E-2</c:v>
                </c:pt>
                <c:pt idx="2265">
                  <c:v>4.2500000000000003E-2</c:v>
                </c:pt>
                <c:pt idx="2266">
                  <c:v>4.2500000000000003E-2</c:v>
                </c:pt>
                <c:pt idx="2267">
                  <c:v>4.2500000000000003E-2</c:v>
                </c:pt>
                <c:pt idx="2268">
                  <c:v>4.2500000000000003E-2</c:v>
                </c:pt>
                <c:pt idx="2269">
                  <c:v>4.2500000000000003E-2</c:v>
                </c:pt>
                <c:pt idx="2270">
                  <c:v>4.2500000000000003E-2</c:v>
                </c:pt>
                <c:pt idx="2271">
                  <c:v>4.2500000000000003E-2</c:v>
                </c:pt>
                <c:pt idx="2272">
                  <c:v>4.2500000000000003E-2</c:v>
                </c:pt>
                <c:pt idx="2273">
                  <c:v>4.2500000000000003E-2</c:v>
                </c:pt>
                <c:pt idx="2274">
                  <c:v>4.2500000000000003E-2</c:v>
                </c:pt>
                <c:pt idx="2275">
                  <c:v>4.2500000000000003E-2</c:v>
                </c:pt>
                <c:pt idx="2276">
                  <c:v>4.2500000000000003E-2</c:v>
                </c:pt>
                <c:pt idx="2277">
                  <c:v>4.2500000000000003E-2</c:v>
                </c:pt>
                <c:pt idx="2278">
                  <c:v>4.2500000000000003E-2</c:v>
                </c:pt>
                <c:pt idx="2279">
                  <c:v>4.2500000000000003E-2</c:v>
                </c:pt>
                <c:pt idx="2280">
                  <c:v>4.2500000000000003E-2</c:v>
                </c:pt>
                <c:pt idx="2281">
                  <c:v>4.2500000000000003E-2</c:v>
                </c:pt>
                <c:pt idx="2282">
                  <c:v>4.2500000000000003E-2</c:v>
                </c:pt>
                <c:pt idx="2283">
                  <c:v>4.2500000000000003E-2</c:v>
                </c:pt>
                <c:pt idx="2284">
                  <c:v>4.2500000000000003E-2</c:v>
                </c:pt>
                <c:pt idx="2285">
                  <c:v>4.2500000000000003E-2</c:v>
                </c:pt>
                <c:pt idx="2286">
                  <c:v>4.2500000000000003E-2</c:v>
                </c:pt>
                <c:pt idx="2287">
                  <c:v>4.2500000000000003E-2</c:v>
                </c:pt>
                <c:pt idx="2288">
                  <c:v>4.2500000000000003E-2</c:v>
                </c:pt>
                <c:pt idx="2289">
                  <c:v>4.2500000000000003E-2</c:v>
                </c:pt>
                <c:pt idx="2290">
                  <c:v>4.2500000000000003E-2</c:v>
                </c:pt>
                <c:pt idx="2291">
                  <c:v>4.2500000000000003E-2</c:v>
                </c:pt>
                <c:pt idx="2292">
                  <c:v>4.2500000000000003E-2</c:v>
                </c:pt>
                <c:pt idx="2293">
                  <c:v>4.2500000000000003E-2</c:v>
                </c:pt>
                <c:pt idx="2294">
                  <c:v>4.2500000000000003E-2</c:v>
                </c:pt>
                <c:pt idx="2295">
                  <c:v>4.2500000000000003E-2</c:v>
                </c:pt>
                <c:pt idx="2296">
                  <c:v>4.2500000000000003E-2</c:v>
                </c:pt>
                <c:pt idx="2297">
                  <c:v>4.2500000000000003E-2</c:v>
                </c:pt>
                <c:pt idx="2298">
                  <c:v>4.2500000000000003E-2</c:v>
                </c:pt>
                <c:pt idx="2299">
                  <c:v>4.2500000000000003E-2</c:v>
                </c:pt>
                <c:pt idx="2300">
                  <c:v>4.2500000000000003E-2</c:v>
                </c:pt>
                <c:pt idx="2301">
                  <c:v>4.2500000000000003E-2</c:v>
                </c:pt>
                <c:pt idx="2302">
                  <c:v>4.2500000000000003E-2</c:v>
                </c:pt>
                <c:pt idx="2303">
                  <c:v>4.2500000000000003E-2</c:v>
                </c:pt>
                <c:pt idx="2304">
                  <c:v>4.2500000000000003E-2</c:v>
                </c:pt>
                <c:pt idx="2305">
                  <c:v>4.2500000000000003E-2</c:v>
                </c:pt>
                <c:pt idx="2306">
                  <c:v>4.2500000000000003E-2</c:v>
                </c:pt>
                <c:pt idx="2307">
                  <c:v>4.2500000000000003E-2</c:v>
                </c:pt>
                <c:pt idx="2308">
                  <c:v>4.2500000000000003E-2</c:v>
                </c:pt>
                <c:pt idx="2309">
                  <c:v>4.2500000000000003E-2</c:v>
                </c:pt>
                <c:pt idx="2310">
                  <c:v>4.2500000000000003E-2</c:v>
                </c:pt>
                <c:pt idx="2311">
                  <c:v>4.2500000000000003E-2</c:v>
                </c:pt>
                <c:pt idx="2312">
                  <c:v>4.2500000000000003E-2</c:v>
                </c:pt>
                <c:pt idx="2313">
                  <c:v>4.2500000000000003E-2</c:v>
                </c:pt>
                <c:pt idx="2314">
                  <c:v>4.2500000000000003E-2</c:v>
                </c:pt>
                <c:pt idx="2315">
                  <c:v>4.2500000000000003E-2</c:v>
                </c:pt>
                <c:pt idx="2316">
                  <c:v>4.2500000000000003E-2</c:v>
                </c:pt>
                <c:pt idx="2317">
                  <c:v>4.2500000000000003E-2</c:v>
                </c:pt>
                <c:pt idx="2318">
                  <c:v>4.2500000000000003E-2</c:v>
                </c:pt>
                <c:pt idx="2319">
                  <c:v>4.2500000000000003E-2</c:v>
                </c:pt>
                <c:pt idx="2320">
                  <c:v>4.2500000000000003E-2</c:v>
                </c:pt>
                <c:pt idx="2321">
                  <c:v>4.2500000000000003E-2</c:v>
                </c:pt>
                <c:pt idx="2322">
                  <c:v>4.2500000000000003E-2</c:v>
                </c:pt>
                <c:pt idx="2323">
                  <c:v>4.2500000000000003E-2</c:v>
                </c:pt>
                <c:pt idx="2324">
                  <c:v>4.2500000000000003E-2</c:v>
                </c:pt>
                <c:pt idx="2325">
                  <c:v>4.2500000000000003E-2</c:v>
                </c:pt>
                <c:pt idx="2326">
                  <c:v>4.2500000000000003E-2</c:v>
                </c:pt>
                <c:pt idx="2327">
                  <c:v>4.2500000000000003E-2</c:v>
                </c:pt>
                <c:pt idx="2328">
                  <c:v>4.2500000000000003E-2</c:v>
                </c:pt>
                <c:pt idx="2329">
                  <c:v>4.2500000000000003E-2</c:v>
                </c:pt>
                <c:pt idx="2330">
                  <c:v>4.2500000000000003E-2</c:v>
                </c:pt>
                <c:pt idx="2331">
                  <c:v>4.2500000000000003E-2</c:v>
                </c:pt>
                <c:pt idx="2332">
                  <c:v>4.2500000000000003E-2</c:v>
                </c:pt>
                <c:pt idx="2333">
                  <c:v>4.2500000000000003E-2</c:v>
                </c:pt>
                <c:pt idx="2334">
                  <c:v>4.2500000000000003E-2</c:v>
                </c:pt>
                <c:pt idx="2335">
                  <c:v>4.2500000000000003E-2</c:v>
                </c:pt>
                <c:pt idx="2336">
                  <c:v>4.2500000000000003E-2</c:v>
                </c:pt>
                <c:pt idx="2337">
                  <c:v>4.2500000000000003E-2</c:v>
                </c:pt>
                <c:pt idx="2338">
                  <c:v>4.2500000000000003E-2</c:v>
                </c:pt>
                <c:pt idx="2339">
                  <c:v>4.2500000000000003E-2</c:v>
                </c:pt>
                <c:pt idx="2340">
                  <c:v>4.2500000000000003E-2</c:v>
                </c:pt>
                <c:pt idx="2341">
                  <c:v>4.2500000000000003E-2</c:v>
                </c:pt>
                <c:pt idx="2342">
                  <c:v>4.2500000000000003E-2</c:v>
                </c:pt>
                <c:pt idx="2343">
                  <c:v>4.2500000000000003E-2</c:v>
                </c:pt>
                <c:pt idx="2344">
                  <c:v>4.2500000000000003E-2</c:v>
                </c:pt>
                <c:pt idx="2345">
                  <c:v>4.2500000000000003E-2</c:v>
                </c:pt>
                <c:pt idx="2346">
                  <c:v>4.2500000000000003E-2</c:v>
                </c:pt>
                <c:pt idx="2347">
                  <c:v>4.2500000000000003E-2</c:v>
                </c:pt>
                <c:pt idx="2348">
                  <c:v>4.2500000000000003E-2</c:v>
                </c:pt>
                <c:pt idx="2349">
                  <c:v>4.2500000000000003E-2</c:v>
                </c:pt>
                <c:pt idx="2350">
                  <c:v>4.2500000000000003E-2</c:v>
                </c:pt>
                <c:pt idx="2351">
                  <c:v>4.2500000000000003E-2</c:v>
                </c:pt>
                <c:pt idx="2352">
                  <c:v>4.2500000000000003E-2</c:v>
                </c:pt>
                <c:pt idx="2353">
                  <c:v>4.2500000000000003E-2</c:v>
                </c:pt>
                <c:pt idx="2354">
                  <c:v>4.2500000000000003E-2</c:v>
                </c:pt>
                <c:pt idx="2355">
                  <c:v>4.2500000000000003E-2</c:v>
                </c:pt>
                <c:pt idx="2356">
                  <c:v>4.2500000000000003E-2</c:v>
                </c:pt>
                <c:pt idx="2357">
                  <c:v>4.2500000000000003E-2</c:v>
                </c:pt>
                <c:pt idx="2358">
                  <c:v>4.2500000000000003E-2</c:v>
                </c:pt>
                <c:pt idx="2359">
                  <c:v>4.2500000000000003E-2</c:v>
                </c:pt>
                <c:pt idx="2360">
                  <c:v>4.2500000000000003E-2</c:v>
                </c:pt>
                <c:pt idx="2361">
                  <c:v>4.2500000000000003E-2</c:v>
                </c:pt>
                <c:pt idx="2362">
                  <c:v>4.2500000000000003E-2</c:v>
                </c:pt>
                <c:pt idx="2363">
                  <c:v>4.2500000000000003E-2</c:v>
                </c:pt>
                <c:pt idx="2364">
                  <c:v>4.2500000000000003E-2</c:v>
                </c:pt>
                <c:pt idx="2365">
                  <c:v>4.2500000000000003E-2</c:v>
                </c:pt>
                <c:pt idx="2366">
                  <c:v>4.2500000000000003E-2</c:v>
                </c:pt>
                <c:pt idx="2367">
                  <c:v>4.2500000000000003E-2</c:v>
                </c:pt>
                <c:pt idx="2368">
                  <c:v>4.2500000000000003E-2</c:v>
                </c:pt>
                <c:pt idx="2369">
                  <c:v>4.2500000000000003E-2</c:v>
                </c:pt>
                <c:pt idx="2370">
                  <c:v>4.2500000000000003E-2</c:v>
                </c:pt>
                <c:pt idx="2371">
                  <c:v>4.2500000000000003E-2</c:v>
                </c:pt>
                <c:pt idx="2372">
                  <c:v>4.2500000000000003E-2</c:v>
                </c:pt>
                <c:pt idx="2373">
                  <c:v>4.2500000000000003E-2</c:v>
                </c:pt>
                <c:pt idx="2374">
                  <c:v>4.2500000000000003E-2</c:v>
                </c:pt>
                <c:pt idx="2375">
                  <c:v>4.2500000000000003E-2</c:v>
                </c:pt>
                <c:pt idx="2376">
                  <c:v>4.2500000000000003E-2</c:v>
                </c:pt>
                <c:pt idx="2377">
                  <c:v>4.2500000000000003E-2</c:v>
                </c:pt>
                <c:pt idx="2378">
                  <c:v>4.2500000000000003E-2</c:v>
                </c:pt>
                <c:pt idx="2379">
                  <c:v>4.2500000000000003E-2</c:v>
                </c:pt>
                <c:pt idx="2380">
                  <c:v>4.2500000000000003E-2</c:v>
                </c:pt>
                <c:pt idx="2381">
                  <c:v>4.2500000000000003E-2</c:v>
                </c:pt>
                <c:pt idx="2382">
                  <c:v>4.2500000000000003E-2</c:v>
                </c:pt>
                <c:pt idx="2383">
                  <c:v>4.2500000000000003E-2</c:v>
                </c:pt>
                <c:pt idx="2384">
                  <c:v>4.2500000000000003E-2</c:v>
                </c:pt>
                <c:pt idx="2385">
                  <c:v>4.2500000000000003E-2</c:v>
                </c:pt>
                <c:pt idx="2386">
                  <c:v>4.2500000000000003E-2</c:v>
                </c:pt>
                <c:pt idx="2387">
                  <c:v>4.2500000000000003E-2</c:v>
                </c:pt>
                <c:pt idx="2388">
                  <c:v>4.2500000000000003E-2</c:v>
                </c:pt>
                <c:pt idx="2389">
                  <c:v>4.2500000000000003E-2</c:v>
                </c:pt>
                <c:pt idx="2390">
                  <c:v>4.2500000000000003E-2</c:v>
                </c:pt>
                <c:pt idx="2391">
                  <c:v>4.2500000000000003E-2</c:v>
                </c:pt>
                <c:pt idx="2392">
                  <c:v>4.2500000000000003E-2</c:v>
                </c:pt>
                <c:pt idx="2393">
                  <c:v>4.2500000000000003E-2</c:v>
                </c:pt>
                <c:pt idx="2394">
                  <c:v>4.2500000000000003E-2</c:v>
                </c:pt>
                <c:pt idx="2395">
                  <c:v>4.2500000000000003E-2</c:v>
                </c:pt>
                <c:pt idx="2396">
                  <c:v>4.2500000000000003E-2</c:v>
                </c:pt>
                <c:pt idx="2397">
                  <c:v>4.2500000000000003E-2</c:v>
                </c:pt>
                <c:pt idx="2398">
                  <c:v>4.2500000000000003E-2</c:v>
                </c:pt>
                <c:pt idx="2399">
                  <c:v>4.2500000000000003E-2</c:v>
                </c:pt>
                <c:pt idx="2400">
                  <c:v>4.2500000000000003E-2</c:v>
                </c:pt>
                <c:pt idx="2401">
                  <c:v>4.2500000000000003E-2</c:v>
                </c:pt>
                <c:pt idx="2402">
                  <c:v>4.2500000000000003E-2</c:v>
                </c:pt>
                <c:pt idx="2403">
                  <c:v>4.2500000000000003E-2</c:v>
                </c:pt>
                <c:pt idx="2404">
                  <c:v>4.2500000000000003E-2</c:v>
                </c:pt>
                <c:pt idx="2405">
                  <c:v>4.2500000000000003E-2</c:v>
                </c:pt>
                <c:pt idx="2406">
                  <c:v>4.2500000000000003E-2</c:v>
                </c:pt>
                <c:pt idx="2407">
                  <c:v>4.2500000000000003E-2</c:v>
                </c:pt>
                <c:pt idx="2408">
                  <c:v>4.2500000000000003E-2</c:v>
                </c:pt>
                <c:pt idx="2409">
                  <c:v>4.2500000000000003E-2</c:v>
                </c:pt>
                <c:pt idx="2410">
                  <c:v>4.2500000000000003E-2</c:v>
                </c:pt>
                <c:pt idx="2411">
                  <c:v>4.2500000000000003E-2</c:v>
                </c:pt>
                <c:pt idx="2412">
                  <c:v>4.2500000000000003E-2</c:v>
                </c:pt>
                <c:pt idx="2413">
                  <c:v>4.2500000000000003E-2</c:v>
                </c:pt>
                <c:pt idx="2414">
                  <c:v>4.2500000000000003E-2</c:v>
                </c:pt>
                <c:pt idx="2415">
                  <c:v>4.2500000000000003E-2</c:v>
                </c:pt>
                <c:pt idx="2416">
                  <c:v>4.2500000000000003E-2</c:v>
                </c:pt>
                <c:pt idx="2417">
                  <c:v>4.2500000000000003E-2</c:v>
                </c:pt>
                <c:pt idx="2418">
                  <c:v>4.2500000000000003E-2</c:v>
                </c:pt>
                <c:pt idx="2419">
                  <c:v>4.2500000000000003E-2</c:v>
                </c:pt>
                <c:pt idx="2420">
                  <c:v>4.2500000000000003E-2</c:v>
                </c:pt>
                <c:pt idx="2421">
                  <c:v>4.2500000000000003E-2</c:v>
                </c:pt>
                <c:pt idx="2422">
                  <c:v>4.2500000000000003E-2</c:v>
                </c:pt>
                <c:pt idx="2423">
                  <c:v>4.2500000000000003E-2</c:v>
                </c:pt>
                <c:pt idx="2424">
                  <c:v>4.2500000000000003E-2</c:v>
                </c:pt>
                <c:pt idx="2425">
                  <c:v>4.2500000000000003E-2</c:v>
                </c:pt>
                <c:pt idx="2426">
                  <c:v>4.2500000000000003E-2</c:v>
                </c:pt>
                <c:pt idx="2427">
                  <c:v>4.2500000000000003E-2</c:v>
                </c:pt>
                <c:pt idx="2428">
                  <c:v>4.2500000000000003E-2</c:v>
                </c:pt>
                <c:pt idx="2429">
                  <c:v>4.2500000000000003E-2</c:v>
                </c:pt>
                <c:pt idx="2430">
                  <c:v>4.2500000000000003E-2</c:v>
                </c:pt>
                <c:pt idx="2431">
                  <c:v>4.2500000000000003E-2</c:v>
                </c:pt>
                <c:pt idx="2432">
                  <c:v>4.2500000000000003E-2</c:v>
                </c:pt>
                <c:pt idx="2433">
                  <c:v>4.2500000000000003E-2</c:v>
                </c:pt>
                <c:pt idx="2434">
                  <c:v>4.2500000000000003E-2</c:v>
                </c:pt>
                <c:pt idx="2435">
                  <c:v>4.2500000000000003E-2</c:v>
                </c:pt>
                <c:pt idx="2436">
                  <c:v>4.2500000000000003E-2</c:v>
                </c:pt>
                <c:pt idx="2437">
                  <c:v>4.2500000000000003E-2</c:v>
                </c:pt>
                <c:pt idx="2438">
                  <c:v>4.2500000000000003E-2</c:v>
                </c:pt>
                <c:pt idx="2439">
                  <c:v>4.2500000000000003E-2</c:v>
                </c:pt>
                <c:pt idx="2440">
                  <c:v>4.2500000000000003E-2</c:v>
                </c:pt>
                <c:pt idx="2441">
                  <c:v>4.2500000000000003E-2</c:v>
                </c:pt>
                <c:pt idx="2442">
                  <c:v>4.2500000000000003E-2</c:v>
                </c:pt>
                <c:pt idx="2443">
                  <c:v>4.2500000000000003E-2</c:v>
                </c:pt>
                <c:pt idx="2444">
                  <c:v>4.2500000000000003E-2</c:v>
                </c:pt>
                <c:pt idx="2445">
                  <c:v>4.2500000000000003E-2</c:v>
                </c:pt>
                <c:pt idx="2446">
                  <c:v>4.2500000000000003E-2</c:v>
                </c:pt>
                <c:pt idx="2447">
                  <c:v>4.2500000000000003E-2</c:v>
                </c:pt>
                <c:pt idx="2448">
                  <c:v>4.2500000000000003E-2</c:v>
                </c:pt>
                <c:pt idx="2449">
                  <c:v>4.2500000000000003E-2</c:v>
                </c:pt>
                <c:pt idx="2450">
                  <c:v>4.2500000000000003E-2</c:v>
                </c:pt>
                <c:pt idx="2451">
                  <c:v>4.2500000000000003E-2</c:v>
                </c:pt>
                <c:pt idx="2452">
                  <c:v>4.2500000000000003E-2</c:v>
                </c:pt>
                <c:pt idx="2453">
                  <c:v>4.2500000000000003E-2</c:v>
                </c:pt>
                <c:pt idx="2454">
                  <c:v>4.2500000000000003E-2</c:v>
                </c:pt>
                <c:pt idx="2455">
                  <c:v>4.2500000000000003E-2</c:v>
                </c:pt>
                <c:pt idx="2456">
                  <c:v>4.2500000000000003E-2</c:v>
                </c:pt>
                <c:pt idx="2457">
                  <c:v>4.2500000000000003E-2</c:v>
                </c:pt>
                <c:pt idx="2458">
                  <c:v>4.2500000000000003E-2</c:v>
                </c:pt>
                <c:pt idx="2459">
                  <c:v>4.2500000000000003E-2</c:v>
                </c:pt>
                <c:pt idx="2460">
                  <c:v>4.2500000000000003E-2</c:v>
                </c:pt>
                <c:pt idx="2461">
                  <c:v>4.2500000000000003E-2</c:v>
                </c:pt>
                <c:pt idx="2462">
                  <c:v>4.2500000000000003E-2</c:v>
                </c:pt>
                <c:pt idx="2463">
                  <c:v>4.2500000000000003E-2</c:v>
                </c:pt>
                <c:pt idx="2464">
                  <c:v>4.2500000000000003E-2</c:v>
                </c:pt>
                <c:pt idx="2465">
                  <c:v>4.2500000000000003E-2</c:v>
                </c:pt>
                <c:pt idx="2466">
                  <c:v>4.2500000000000003E-2</c:v>
                </c:pt>
                <c:pt idx="2467">
                  <c:v>4.2500000000000003E-2</c:v>
                </c:pt>
                <c:pt idx="2468">
                  <c:v>4.2500000000000003E-2</c:v>
                </c:pt>
                <c:pt idx="2469">
                  <c:v>4.2500000000000003E-2</c:v>
                </c:pt>
                <c:pt idx="2470">
                  <c:v>4.2500000000000003E-2</c:v>
                </c:pt>
                <c:pt idx="2471">
                  <c:v>4.2500000000000003E-2</c:v>
                </c:pt>
                <c:pt idx="2472">
                  <c:v>4.2500000000000003E-2</c:v>
                </c:pt>
                <c:pt idx="2473">
                  <c:v>4.2500000000000003E-2</c:v>
                </c:pt>
                <c:pt idx="2474">
                  <c:v>4.2500000000000003E-2</c:v>
                </c:pt>
                <c:pt idx="2475">
                  <c:v>4.2500000000000003E-2</c:v>
                </c:pt>
                <c:pt idx="2476">
                  <c:v>4.2500000000000003E-2</c:v>
                </c:pt>
                <c:pt idx="2477">
                  <c:v>4.2500000000000003E-2</c:v>
                </c:pt>
                <c:pt idx="2478">
                  <c:v>4.2500000000000003E-2</c:v>
                </c:pt>
                <c:pt idx="2479">
                  <c:v>4.2500000000000003E-2</c:v>
                </c:pt>
                <c:pt idx="2480">
                  <c:v>4.2500000000000003E-2</c:v>
                </c:pt>
                <c:pt idx="2481">
                  <c:v>4.2500000000000003E-2</c:v>
                </c:pt>
                <c:pt idx="2482">
                  <c:v>4.2500000000000003E-2</c:v>
                </c:pt>
                <c:pt idx="2483">
                  <c:v>4.2500000000000003E-2</c:v>
                </c:pt>
                <c:pt idx="2484">
                  <c:v>4.2500000000000003E-2</c:v>
                </c:pt>
                <c:pt idx="2485">
                  <c:v>4.2500000000000003E-2</c:v>
                </c:pt>
                <c:pt idx="2486">
                  <c:v>4.2500000000000003E-2</c:v>
                </c:pt>
                <c:pt idx="2487">
                  <c:v>4.2500000000000003E-2</c:v>
                </c:pt>
                <c:pt idx="2488">
                  <c:v>4.2500000000000003E-2</c:v>
                </c:pt>
                <c:pt idx="2489">
                  <c:v>4.2500000000000003E-2</c:v>
                </c:pt>
                <c:pt idx="2490">
                  <c:v>4.2500000000000003E-2</c:v>
                </c:pt>
                <c:pt idx="2491">
                  <c:v>4.2500000000000003E-2</c:v>
                </c:pt>
                <c:pt idx="2492">
                  <c:v>4.2500000000000003E-2</c:v>
                </c:pt>
                <c:pt idx="2493">
                  <c:v>4.2500000000000003E-2</c:v>
                </c:pt>
                <c:pt idx="2494">
                  <c:v>4.2500000000000003E-2</c:v>
                </c:pt>
                <c:pt idx="2495">
                  <c:v>4.2500000000000003E-2</c:v>
                </c:pt>
                <c:pt idx="2496">
                  <c:v>4.2500000000000003E-2</c:v>
                </c:pt>
                <c:pt idx="2497">
                  <c:v>4.2500000000000003E-2</c:v>
                </c:pt>
                <c:pt idx="2498">
                  <c:v>4.2500000000000003E-2</c:v>
                </c:pt>
                <c:pt idx="2499">
                  <c:v>4.2500000000000003E-2</c:v>
                </c:pt>
                <c:pt idx="2500">
                  <c:v>4.2500000000000003E-2</c:v>
                </c:pt>
                <c:pt idx="2501">
                  <c:v>4.2500000000000003E-2</c:v>
                </c:pt>
                <c:pt idx="2502">
                  <c:v>4.2500000000000003E-2</c:v>
                </c:pt>
                <c:pt idx="2503">
                  <c:v>4.2500000000000003E-2</c:v>
                </c:pt>
                <c:pt idx="2504">
                  <c:v>4.2500000000000003E-2</c:v>
                </c:pt>
                <c:pt idx="2505">
                  <c:v>4.2500000000000003E-2</c:v>
                </c:pt>
                <c:pt idx="2506">
                  <c:v>4.2500000000000003E-2</c:v>
                </c:pt>
                <c:pt idx="2507">
                  <c:v>4.2500000000000003E-2</c:v>
                </c:pt>
                <c:pt idx="2508">
                  <c:v>4.2500000000000003E-2</c:v>
                </c:pt>
                <c:pt idx="2509">
                  <c:v>4.2500000000000003E-2</c:v>
                </c:pt>
                <c:pt idx="2510">
                  <c:v>4.2500000000000003E-2</c:v>
                </c:pt>
                <c:pt idx="2511">
                  <c:v>4.2500000000000003E-2</c:v>
                </c:pt>
                <c:pt idx="2512">
                  <c:v>4.2500000000000003E-2</c:v>
                </c:pt>
                <c:pt idx="2513">
                  <c:v>4.2500000000000003E-2</c:v>
                </c:pt>
                <c:pt idx="2514">
                  <c:v>4.2500000000000003E-2</c:v>
                </c:pt>
                <c:pt idx="2515">
                  <c:v>4.2500000000000003E-2</c:v>
                </c:pt>
                <c:pt idx="2516">
                  <c:v>4.2500000000000003E-2</c:v>
                </c:pt>
                <c:pt idx="2517">
                  <c:v>4.2500000000000003E-2</c:v>
                </c:pt>
                <c:pt idx="2518">
                  <c:v>4.2500000000000003E-2</c:v>
                </c:pt>
                <c:pt idx="2519">
                  <c:v>4.2500000000000003E-2</c:v>
                </c:pt>
                <c:pt idx="2520">
                  <c:v>4.2500000000000003E-2</c:v>
                </c:pt>
                <c:pt idx="2521">
                  <c:v>4.2500000000000003E-2</c:v>
                </c:pt>
                <c:pt idx="2522">
                  <c:v>4.2500000000000003E-2</c:v>
                </c:pt>
                <c:pt idx="2523">
                  <c:v>4.2500000000000003E-2</c:v>
                </c:pt>
                <c:pt idx="2524">
                  <c:v>4.2500000000000003E-2</c:v>
                </c:pt>
                <c:pt idx="2525">
                  <c:v>4.2500000000000003E-2</c:v>
                </c:pt>
                <c:pt idx="2526">
                  <c:v>4.2500000000000003E-2</c:v>
                </c:pt>
                <c:pt idx="2527">
                  <c:v>4.2500000000000003E-2</c:v>
                </c:pt>
                <c:pt idx="2528">
                  <c:v>4.2500000000000003E-2</c:v>
                </c:pt>
                <c:pt idx="2529">
                  <c:v>4.2500000000000003E-2</c:v>
                </c:pt>
                <c:pt idx="2530">
                  <c:v>4.2500000000000003E-2</c:v>
                </c:pt>
                <c:pt idx="2531">
                  <c:v>4.2500000000000003E-2</c:v>
                </c:pt>
                <c:pt idx="2532">
                  <c:v>4.2500000000000003E-2</c:v>
                </c:pt>
                <c:pt idx="2533">
                  <c:v>4.2500000000000003E-2</c:v>
                </c:pt>
                <c:pt idx="2534">
                  <c:v>4.2500000000000003E-2</c:v>
                </c:pt>
                <c:pt idx="2535">
                  <c:v>4.2500000000000003E-2</c:v>
                </c:pt>
                <c:pt idx="2536">
                  <c:v>4.2500000000000003E-2</c:v>
                </c:pt>
                <c:pt idx="2537">
                  <c:v>4.2500000000000003E-2</c:v>
                </c:pt>
                <c:pt idx="2538">
                  <c:v>4.2500000000000003E-2</c:v>
                </c:pt>
                <c:pt idx="2539">
                  <c:v>4.2500000000000003E-2</c:v>
                </c:pt>
                <c:pt idx="2540">
                  <c:v>4.2500000000000003E-2</c:v>
                </c:pt>
                <c:pt idx="2541">
                  <c:v>4.2500000000000003E-2</c:v>
                </c:pt>
                <c:pt idx="2542">
                  <c:v>4.2500000000000003E-2</c:v>
                </c:pt>
                <c:pt idx="2543">
                  <c:v>4.2500000000000003E-2</c:v>
                </c:pt>
                <c:pt idx="2544">
                  <c:v>4.2500000000000003E-2</c:v>
                </c:pt>
                <c:pt idx="2545">
                  <c:v>4.2500000000000003E-2</c:v>
                </c:pt>
                <c:pt idx="2546">
                  <c:v>4.2500000000000003E-2</c:v>
                </c:pt>
                <c:pt idx="2547">
                  <c:v>4.2500000000000003E-2</c:v>
                </c:pt>
                <c:pt idx="2548">
                  <c:v>4.2500000000000003E-2</c:v>
                </c:pt>
                <c:pt idx="2549">
                  <c:v>4.2500000000000003E-2</c:v>
                </c:pt>
                <c:pt idx="2550">
                  <c:v>4.2500000000000003E-2</c:v>
                </c:pt>
                <c:pt idx="2551">
                  <c:v>4.2500000000000003E-2</c:v>
                </c:pt>
                <c:pt idx="2552">
                  <c:v>4.2500000000000003E-2</c:v>
                </c:pt>
                <c:pt idx="2553">
                  <c:v>4.2500000000000003E-2</c:v>
                </c:pt>
                <c:pt idx="2554">
                  <c:v>4.2500000000000003E-2</c:v>
                </c:pt>
                <c:pt idx="2555">
                  <c:v>4.2500000000000003E-2</c:v>
                </c:pt>
                <c:pt idx="2556">
                  <c:v>4.2500000000000003E-2</c:v>
                </c:pt>
                <c:pt idx="2557">
                  <c:v>4.2500000000000003E-2</c:v>
                </c:pt>
                <c:pt idx="2558">
                  <c:v>4.2500000000000003E-2</c:v>
                </c:pt>
                <c:pt idx="2559">
                  <c:v>4.2500000000000003E-2</c:v>
                </c:pt>
                <c:pt idx="2560">
                  <c:v>4.2500000000000003E-2</c:v>
                </c:pt>
                <c:pt idx="2561">
                  <c:v>4.2500000000000003E-2</c:v>
                </c:pt>
                <c:pt idx="2562">
                  <c:v>4.2500000000000003E-2</c:v>
                </c:pt>
                <c:pt idx="2563">
                  <c:v>4.2500000000000003E-2</c:v>
                </c:pt>
                <c:pt idx="2564">
                  <c:v>4.2500000000000003E-2</c:v>
                </c:pt>
                <c:pt idx="2565">
                  <c:v>4.2500000000000003E-2</c:v>
                </c:pt>
                <c:pt idx="2566">
                  <c:v>4.2500000000000003E-2</c:v>
                </c:pt>
                <c:pt idx="2567">
                  <c:v>4.2500000000000003E-2</c:v>
                </c:pt>
                <c:pt idx="2568">
                  <c:v>4.2500000000000003E-2</c:v>
                </c:pt>
                <c:pt idx="2569">
                  <c:v>4.2500000000000003E-2</c:v>
                </c:pt>
                <c:pt idx="2570">
                  <c:v>4.2500000000000003E-2</c:v>
                </c:pt>
                <c:pt idx="2571">
                  <c:v>4.2500000000000003E-2</c:v>
                </c:pt>
                <c:pt idx="2572">
                  <c:v>4.2500000000000003E-2</c:v>
                </c:pt>
                <c:pt idx="2573">
                  <c:v>4.2500000000000003E-2</c:v>
                </c:pt>
                <c:pt idx="2574">
                  <c:v>4.2500000000000003E-2</c:v>
                </c:pt>
                <c:pt idx="2575">
                  <c:v>4.2500000000000003E-2</c:v>
                </c:pt>
                <c:pt idx="2576">
                  <c:v>4.2500000000000003E-2</c:v>
                </c:pt>
                <c:pt idx="2577">
                  <c:v>4.2500000000000003E-2</c:v>
                </c:pt>
                <c:pt idx="2578">
                  <c:v>4.2500000000000003E-2</c:v>
                </c:pt>
                <c:pt idx="2579">
                  <c:v>4.2500000000000003E-2</c:v>
                </c:pt>
                <c:pt idx="2580">
                  <c:v>4.2500000000000003E-2</c:v>
                </c:pt>
                <c:pt idx="2581">
                  <c:v>4.2500000000000003E-2</c:v>
                </c:pt>
                <c:pt idx="2582">
                  <c:v>4.2500000000000003E-2</c:v>
                </c:pt>
                <c:pt idx="2583">
                  <c:v>4.2500000000000003E-2</c:v>
                </c:pt>
                <c:pt idx="2584">
                  <c:v>4.2500000000000003E-2</c:v>
                </c:pt>
                <c:pt idx="2585">
                  <c:v>4.2500000000000003E-2</c:v>
                </c:pt>
                <c:pt idx="2586">
                  <c:v>4.2500000000000003E-2</c:v>
                </c:pt>
                <c:pt idx="2587">
                  <c:v>4.2500000000000003E-2</c:v>
                </c:pt>
                <c:pt idx="2588">
                  <c:v>4.2500000000000003E-2</c:v>
                </c:pt>
                <c:pt idx="2589">
                  <c:v>4.2500000000000003E-2</c:v>
                </c:pt>
                <c:pt idx="2590">
                  <c:v>4.2500000000000003E-2</c:v>
                </c:pt>
                <c:pt idx="2591">
                  <c:v>4.2500000000000003E-2</c:v>
                </c:pt>
                <c:pt idx="2592">
                  <c:v>4.2500000000000003E-2</c:v>
                </c:pt>
                <c:pt idx="2593">
                  <c:v>4.2500000000000003E-2</c:v>
                </c:pt>
                <c:pt idx="2594">
                  <c:v>4.2500000000000003E-2</c:v>
                </c:pt>
                <c:pt idx="2595">
                  <c:v>4.2500000000000003E-2</c:v>
                </c:pt>
                <c:pt idx="2596">
                  <c:v>4.2500000000000003E-2</c:v>
                </c:pt>
                <c:pt idx="2597">
                  <c:v>4.2500000000000003E-2</c:v>
                </c:pt>
                <c:pt idx="2598">
                  <c:v>4.2500000000000003E-2</c:v>
                </c:pt>
                <c:pt idx="2599">
                  <c:v>4.2500000000000003E-2</c:v>
                </c:pt>
                <c:pt idx="2600">
                  <c:v>4.2500000000000003E-2</c:v>
                </c:pt>
                <c:pt idx="2601">
                  <c:v>4.2500000000000003E-2</c:v>
                </c:pt>
                <c:pt idx="2602">
                  <c:v>4.2500000000000003E-2</c:v>
                </c:pt>
                <c:pt idx="2603">
                  <c:v>4.2500000000000003E-2</c:v>
                </c:pt>
                <c:pt idx="2604">
                  <c:v>4.2500000000000003E-2</c:v>
                </c:pt>
                <c:pt idx="2605">
                  <c:v>4.2500000000000003E-2</c:v>
                </c:pt>
                <c:pt idx="2606">
                  <c:v>4.2500000000000003E-2</c:v>
                </c:pt>
                <c:pt idx="2607">
                  <c:v>4.2500000000000003E-2</c:v>
                </c:pt>
                <c:pt idx="2608">
                  <c:v>4.2500000000000003E-2</c:v>
                </c:pt>
                <c:pt idx="2609">
                  <c:v>4.2500000000000003E-2</c:v>
                </c:pt>
                <c:pt idx="2610">
                  <c:v>4.2500000000000003E-2</c:v>
                </c:pt>
                <c:pt idx="2611">
                  <c:v>4.2500000000000003E-2</c:v>
                </c:pt>
                <c:pt idx="2612">
                  <c:v>4.2500000000000003E-2</c:v>
                </c:pt>
                <c:pt idx="2613">
                  <c:v>4.2500000000000003E-2</c:v>
                </c:pt>
                <c:pt idx="2614">
                  <c:v>4.2500000000000003E-2</c:v>
                </c:pt>
                <c:pt idx="2615">
                  <c:v>4.2500000000000003E-2</c:v>
                </c:pt>
                <c:pt idx="2616">
                  <c:v>4.2500000000000003E-2</c:v>
                </c:pt>
                <c:pt idx="2617">
                  <c:v>4.2500000000000003E-2</c:v>
                </c:pt>
                <c:pt idx="2618">
                  <c:v>4.2500000000000003E-2</c:v>
                </c:pt>
                <c:pt idx="2619">
                  <c:v>4.2500000000000003E-2</c:v>
                </c:pt>
                <c:pt idx="2620">
                  <c:v>4.2500000000000003E-2</c:v>
                </c:pt>
                <c:pt idx="2621">
                  <c:v>4.2500000000000003E-2</c:v>
                </c:pt>
                <c:pt idx="2622">
                  <c:v>4.2500000000000003E-2</c:v>
                </c:pt>
                <c:pt idx="2623">
                  <c:v>4.2500000000000003E-2</c:v>
                </c:pt>
                <c:pt idx="2624">
                  <c:v>4.2500000000000003E-2</c:v>
                </c:pt>
                <c:pt idx="2625">
                  <c:v>4.2500000000000003E-2</c:v>
                </c:pt>
                <c:pt idx="2626">
                  <c:v>4.2500000000000003E-2</c:v>
                </c:pt>
                <c:pt idx="2627">
                  <c:v>4.2500000000000003E-2</c:v>
                </c:pt>
                <c:pt idx="2628">
                  <c:v>4.2500000000000003E-2</c:v>
                </c:pt>
                <c:pt idx="2629">
                  <c:v>4.2500000000000003E-2</c:v>
                </c:pt>
                <c:pt idx="2630">
                  <c:v>4.2500000000000003E-2</c:v>
                </c:pt>
                <c:pt idx="2631">
                  <c:v>4.2500000000000003E-2</c:v>
                </c:pt>
                <c:pt idx="2632">
                  <c:v>4.2500000000000003E-2</c:v>
                </c:pt>
                <c:pt idx="2633">
                  <c:v>4.2500000000000003E-2</c:v>
                </c:pt>
                <c:pt idx="2634">
                  <c:v>4.2500000000000003E-2</c:v>
                </c:pt>
                <c:pt idx="2635">
                  <c:v>4.2500000000000003E-2</c:v>
                </c:pt>
                <c:pt idx="2636">
                  <c:v>4.2500000000000003E-2</c:v>
                </c:pt>
                <c:pt idx="2637">
                  <c:v>4.2500000000000003E-2</c:v>
                </c:pt>
                <c:pt idx="2638">
                  <c:v>4.2500000000000003E-2</c:v>
                </c:pt>
                <c:pt idx="2639">
                  <c:v>4.2500000000000003E-2</c:v>
                </c:pt>
                <c:pt idx="2640">
                  <c:v>4.2500000000000003E-2</c:v>
                </c:pt>
                <c:pt idx="2641">
                  <c:v>4.2500000000000003E-2</c:v>
                </c:pt>
                <c:pt idx="2642">
                  <c:v>4.2500000000000003E-2</c:v>
                </c:pt>
                <c:pt idx="2643">
                  <c:v>4.2500000000000003E-2</c:v>
                </c:pt>
                <c:pt idx="2644">
                  <c:v>4.2500000000000003E-2</c:v>
                </c:pt>
                <c:pt idx="2645">
                  <c:v>4.2500000000000003E-2</c:v>
                </c:pt>
                <c:pt idx="2646">
                  <c:v>4.2500000000000003E-2</c:v>
                </c:pt>
                <c:pt idx="2647">
                  <c:v>4.2500000000000003E-2</c:v>
                </c:pt>
                <c:pt idx="2648">
                  <c:v>4.2500000000000003E-2</c:v>
                </c:pt>
                <c:pt idx="2649">
                  <c:v>4.2500000000000003E-2</c:v>
                </c:pt>
                <c:pt idx="2650">
                  <c:v>4.2500000000000003E-2</c:v>
                </c:pt>
                <c:pt idx="2651">
                  <c:v>4.2500000000000003E-2</c:v>
                </c:pt>
                <c:pt idx="2652">
                  <c:v>4.2500000000000003E-2</c:v>
                </c:pt>
                <c:pt idx="2653">
                  <c:v>4.2500000000000003E-2</c:v>
                </c:pt>
                <c:pt idx="2654">
                  <c:v>4.2500000000000003E-2</c:v>
                </c:pt>
                <c:pt idx="2655">
                  <c:v>4.2500000000000003E-2</c:v>
                </c:pt>
                <c:pt idx="2656">
                  <c:v>4.2500000000000003E-2</c:v>
                </c:pt>
                <c:pt idx="2657">
                  <c:v>4.2500000000000003E-2</c:v>
                </c:pt>
                <c:pt idx="2658">
                  <c:v>4.2500000000000003E-2</c:v>
                </c:pt>
                <c:pt idx="2659">
                  <c:v>4.2500000000000003E-2</c:v>
                </c:pt>
                <c:pt idx="2660">
                  <c:v>4.2500000000000003E-2</c:v>
                </c:pt>
                <c:pt idx="2661">
                  <c:v>4.2500000000000003E-2</c:v>
                </c:pt>
                <c:pt idx="2662">
                  <c:v>4.2500000000000003E-2</c:v>
                </c:pt>
                <c:pt idx="2663">
                  <c:v>4.2500000000000003E-2</c:v>
                </c:pt>
                <c:pt idx="2664">
                  <c:v>4.2500000000000003E-2</c:v>
                </c:pt>
                <c:pt idx="2665">
                  <c:v>4.2500000000000003E-2</c:v>
                </c:pt>
                <c:pt idx="2666">
                  <c:v>4.2500000000000003E-2</c:v>
                </c:pt>
                <c:pt idx="2667">
                  <c:v>4.2500000000000003E-2</c:v>
                </c:pt>
                <c:pt idx="2668">
                  <c:v>4.2500000000000003E-2</c:v>
                </c:pt>
                <c:pt idx="2669">
                  <c:v>4.2500000000000003E-2</c:v>
                </c:pt>
                <c:pt idx="2670">
                  <c:v>4.2500000000000003E-2</c:v>
                </c:pt>
                <c:pt idx="2671">
                  <c:v>4.2500000000000003E-2</c:v>
                </c:pt>
                <c:pt idx="2672">
                  <c:v>4.2500000000000003E-2</c:v>
                </c:pt>
                <c:pt idx="2673">
                  <c:v>4.2500000000000003E-2</c:v>
                </c:pt>
                <c:pt idx="2674">
                  <c:v>4.2500000000000003E-2</c:v>
                </c:pt>
                <c:pt idx="2675">
                  <c:v>4.2500000000000003E-2</c:v>
                </c:pt>
                <c:pt idx="2676">
                  <c:v>4.2500000000000003E-2</c:v>
                </c:pt>
                <c:pt idx="2677">
                  <c:v>4.2500000000000003E-2</c:v>
                </c:pt>
                <c:pt idx="2678">
                  <c:v>4.2500000000000003E-2</c:v>
                </c:pt>
                <c:pt idx="2679">
                  <c:v>4.2500000000000003E-2</c:v>
                </c:pt>
                <c:pt idx="2680">
                  <c:v>4.2500000000000003E-2</c:v>
                </c:pt>
                <c:pt idx="2681">
                  <c:v>4.2500000000000003E-2</c:v>
                </c:pt>
                <c:pt idx="2682">
                  <c:v>4.2500000000000003E-2</c:v>
                </c:pt>
                <c:pt idx="2683">
                  <c:v>4.2500000000000003E-2</c:v>
                </c:pt>
                <c:pt idx="2684">
                  <c:v>4.2500000000000003E-2</c:v>
                </c:pt>
                <c:pt idx="2685">
                  <c:v>4.2500000000000003E-2</c:v>
                </c:pt>
                <c:pt idx="2686">
                  <c:v>4.2500000000000003E-2</c:v>
                </c:pt>
                <c:pt idx="2687">
                  <c:v>4.2500000000000003E-2</c:v>
                </c:pt>
                <c:pt idx="2688">
                  <c:v>4.2500000000000003E-2</c:v>
                </c:pt>
                <c:pt idx="2689">
                  <c:v>4.2500000000000003E-2</c:v>
                </c:pt>
                <c:pt idx="2690">
                  <c:v>4.2500000000000003E-2</c:v>
                </c:pt>
                <c:pt idx="2691">
                  <c:v>4.2500000000000003E-2</c:v>
                </c:pt>
                <c:pt idx="2692">
                  <c:v>4.2500000000000003E-2</c:v>
                </c:pt>
                <c:pt idx="2693">
                  <c:v>4.2500000000000003E-2</c:v>
                </c:pt>
                <c:pt idx="2694">
                  <c:v>4.2500000000000003E-2</c:v>
                </c:pt>
                <c:pt idx="2695">
                  <c:v>4.2500000000000003E-2</c:v>
                </c:pt>
                <c:pt idx="2696">
                  <c:v>4.2500000000000003E-2</c:v>
                </c:pt>
                <c:pt idx="2697">
                  <c:v>4.2500000000000003E-2</c:v>
                </c:pt>
                <c:pt idx="2698">
                  <c:v>4.2500000000000003E-2</c:v>
                </c:pt>
                <c:pt idx="2699">
                  <c:v>4.2500000000000003E-2</c:v>
                </c:pt>
                <c:pt idx="2700">
                  <c:v>4.2500000000000003E-2</c:v>
                </c:pt>
                <c:pt idx="2701">
                  <c:v>4.2500000000000003E-2</c:v>
                </c:pt>
                <c:pt idx="2702">
                  <c:v>4.2500000000000003E-2</c:v>
                </c:pt>
                <c:pt idx="2703">
                  <c:v>4.2500000000000003E-2</c:v>
                </c:pt>
                <c:pt idx="2704">
                  <c:v>4.2500000000000003E-2</c:v>
                </c:pt>
                <c:pt idx="2705">
                  <c:v>4.2500000000000003E-2</c:v>
                </c:pt>
                <c:pt idx="2706">
                  <c:v>4.2500000000000003E-2</c:v>
                </c:pt>
                <c:pt idx="2707">
                  <c:v>4.2500000000000003E-2</c:v>
                </c:pt>
                <c:pt idx="2708">
                  <c:v>4.2500000000000003E-2</c:v>
                </c:pt>
                <c:pt idx="2709">
                  <c:v>4.2500000000000003E-2</c:v>
                </c:pt>
                <c:pt idx="2710">
                  <c:v>4.2500000000000003E-2</c:v>
                </c:pt>
                <c:pt idx="2711">
                  <c:v>4.2500000000000003E-2</c:v>
                </c:pt>
                <c:pt idx="2712">
                  <c:v>4.2500000000000003E-2</c:v>
                </c:pt>
                <c:pt idx="2713">
                  <c:v>4.2500000000000003E-2</c:v>
                </c:pt>
                <c:pt idx="2714">
                  <c:v>4.2500000000000003E-2</c:v>
                </c:pt>
                <c:pt idx="2715">
                  <c:v>4.2500000000000003E-2</c:v>
                </c:pt>
                <c:pt idx="2716">
                  <c:v>4.2500000000000003E-2</c:v>
                </c:pt>
                <c:pt idx="2717">
                  <c:v>4.2500000000000003E-2</c:v>
                </c:pt>
                <c:pt idx="2718">
                  <c:v>4.2500000000000003E-2</c:v>
                </c:pt>
                <c:pt idx="2719">
                  <c:v>4.2500000000000003E-2</c:v>
                </c:pt>
                <c:pt idx="2720">
                  <c:v>4.2500000000000003E-2</c:v>
                </c:pt>
                <c:pt idx="2721">
                  <c:v>4.2500000000000003E-2</c:v>
                </c:pt>
                <c:pt idx="2722">
                  <c:v>4.2500000000000003E-2</c:v>
                </c:pt>
                <c:pt idx="2723">
                  <c:v>4.2500000000000003E-2</c:v>
                </c:pt>
                <c:pt idx="2724">
                  <c:v>4.2500000000000003E-2</c:v>
                </c:pt>
                <c:pt idx="2725">
                  <c:v>4.2500000000000003E-2</c:v>
                </c:pt>
                <c:pt idx="2726">
                  <c:v>4.2500000000000003E-2</c:v>
                </c:pt>
                <c:pt idx="2727">
                  <c:v>4.2500000000000003E-2</c:v>
                </c:pt>
                <c:pt idx="2728">
                  <c:v>4.2500000000000003E-2</c:v>
                </c:pt>
                <c:pt idx="2729">
                  <c:v>4.2500000000000003E-2</c:v>
                </c:pt>
                <c:pt idx="2730">
                  <c:v>4.2500000000000003E-2</c:v>
                </c:pt>
                <c:pt idx="2731">
                  <c:v>4.2500000000000003E-2</c:v>
                </c:pt>
                <c:pt idx="2732">
                  <c:v>4.2500000000000003E-2</c:v>
                </c:pt>
                <c:pt idx="2733">
                  <c:v>4.2500000000000003E-2</c:v>
                </c:pt>
                <c:pt idx="2734">
                  <c:v>4.2500000000000003E-2</c:v>
                </c:pt>
                <c:pt idx="2735">
                  <c:v>4.2500000000000003E-2</c:v>
                </c:pt>
                <c:pt idx="2736">
                  <c:v>4.2500000000000003E-2</c:v>
                </c:pt>
                <c:pt idx="2737">
                  <c:v>4.2500000000000003E-2</c:v>
                </c:pt>
                <c:pt idx="2738">
                  <c:v>4.2500000000000003E-2</c:v>
                </c:pt>
                <c:pt idx="2739">
                  <c:v>4.2500000000000003E-2</c:v>
                </c:pt>
                <c:pt idx="2740">
                  <c:v>4.2500000000000003E-2</c:v>
                </c:pt>
                <c:pt idx="2741">
                  <c:v>4.2500000000000003E-2</c:v>
                </c:pt>
                <c:pt idx="2742">
                  <c:v>4.2500000000000003E-2</c:v>
                </c:pt>
                <c:pt idx="2743">
                  <c:v>4.2500000000000003E-2</c:v>
                </c:pt>
                <c:pt idx="2744">
                  <c:v>4.2500000000000003E-2</c:v>
                </c:pt>
                <c:pt idx="2745">
                  <c:v>4.2500000000000003E-2</c:v>
                </c:pt>
                <c:pt idx="2746">
                  <c:v>4.2500000000000003E-2</c:v>
                </c:pt>
                <c:pt idx="2747">
                  <c:v>4.2500000000000003E-2</c:v>
                </c:pt>
                <c:pt idx="2748">
                  <c:v>4.2500000000000003E-2</c:v>
                </c:pt>
                <c:pt idx="2749">
                  <c:v>4.2500000000000003E-2</c:v>
                </c:pt>
                <c:pt idx="2750">
                  <c:v>4.2500000000000003E-2</c:v>
                </c:pt>
                <c:pt idx="2751">
                  <c:v>4.2500000000000003E-2</c:v>
                </c:pt>
                <c:pt idx="2752">
                  <c:v>4.2500000000000003E-2</c:v>
                </c:pt>
                <c:pt idx="2753">
                  <c:v>4.2500000000000003E-2</c:v>
                </c:pt>
                <c:pt idx="2754">
                  <c:v>4.2500000000000003E-2</c:v>
                </c:pt>
                <c:pt idx="2755">
                  <c:v>4.2500000000000003E-2</c:v>
                </c:pt>
                <c:pt idx="2756">
                  <c:v>4.2500000000000003E-2</c:v>
                </c:pt>
                <c:pt idx="2757">
                  <c:v>4.2500000000000003E-2</c:v>
                </c:pt>
                <c:pt idx="2758">
                  <c:v>4.2500000000000003E-2</c:v>
                </c:pt>
                <c:pt idx="2759">
                  <c:v>4.2500000000000003E-2</c:v>
                </c:pt>
                <c:pt idx="2760">
                  <c:v>4.2500000000000003E-2</c:v>
                </c:pt>
                <c:pt idx="2761">
                  <c:v>4.2500000000000003E-2</c:v>
                </c:pt>
                <c:pt idx="2762">
                  <c:v>4.2500000000000003E-2</c:v>
                </c:pt>
                <c:pt idx="2763">
                  <c:v>4.2500000000000003E-2</c:v>
                </c:pt>
                <c:pt idx="2764">
                  <c:v>4.2500000000000003E-2</c:v>
                </c:pt>
                <c:pt idx="2765">
                  <c:v>4.2500000000000003E-2</c:v>
                </c:pt>
                <c:pt idx="2766">
                  <c:v>4.2500000000000003E-2</c:v>
                </c:pt>
                <c:pt idx="2767">
                  <c:v>4.2500000000000003E-2</c:v>
                </c:pt>
                <c:pt idx="2768">
                  <c:v>4.2500000000000003E-2</c:v>
                </c:pt>
                <c:pt idx="2769">
                  <c:v>4.2500000000000003E-2</c:v>
                </c:pt>
                <c:pt idx="2770">
                  <c:v>4.2500000000000003E-2</c:v>
                </c:pt>
                <c:pt idx="2771">
                  <c:v>4.2500000000000003E-2</c:v>
                </c:pt>
                <c:pt idx="2772">
                  <c:v>4.2500000000000003E-2</c:v>
                </c:pt>
                <c:pt idx="2773">
                  <c:v>4.2500000000000003E-2</c:v>
                </c:pt>
                <c:pt idx="2774">
                  <c:v>4.2500000000000003E-2</c:v>
                </c:pt>
                <c:pt idx="2775">
                  <c:v>4.2500000000000003E-2</c:v>
                </c:pt>
                <c:pt idx="2776">
                  <c:v>4.2500000000000003E-2</c:v>
                </c:pt>
                <c:pt idx="2777">
                  <c:v>4.2500000000000003E-2</c:v>
                </c:pt>
                <c:pt idx="2778">
                  <c:v>4.2500000000000003E-2</c:v>
                </c:pt>
                <c:pt idx="2779">
                  <c:v>4.2500000000000003E-2</c:v>
                </c:pt>
                <c:pt idx="2780">
                  <c:v>4.2500000000000003E-2</c:v>
                </c:pt>
                <c:pt idx="2781">
                  <c:v>4.2500000000000003E-2</c:v>
                </c:pt>
                <c:pt idx="2782">
                  <c:v>4.2500000000000003E-2</c:v>
                </c:pt>
                <c:pt idx="2783">
                  <c:v>4.2500000000000003E-2</c:v>
                </c:pt>
                <c:pt idx="2784">
                  <c:v>4.2500000000000003E-2</c:v>
                </c:pt>
                <c:pt idx="2785">
                  <c:v>4.2500000000000003E-2</c:v>
                </c:pt>
                <c:pt idx="2786">
                  <c:v>4.2500000000000003E-2</c:v>
                </c:pt>
                <c:pt idx="2787">
                  <c:v>4.2500000000000003E-2</c:v>
                </c:pt>
                <c:pt idx="2788">
                  <c:v>4.2500000000000003E-2</c:v>
                </c:pt>
                <c:pt idx="2789">
                  <c:v>4.2500000000000003E-2</c:v>
                </c:pt>
                <c:pt idx="2790">
                  <c:v>4.2500000000000003E-2</c:v>
                </c:pt>
                <c:pt idx="2791">
                  <c:v>4.2500000000000003E-2</c:v>
                </c:pt>
                <c:pt idx="2792">
                  <c:v>4.2500000000000003E-2</c:v>
                </c:pt>
                <c:pt idx="2793">
                  <c:v>4.2500000000000003E-2</c:v>
                </c:pt>
                <c:pt idx="2794">
                  <c:v>4.2500000000000003E-2</c:v>
                </c:pt>
                <c:pt idx="2795">
                  <c:v>4.2500000000000003E-2</c:v>
                </c:pt>
                <c:pt idx="2796">
                  <c:v>4.2500000000000003E-2</c:v>
                </c:pt>
                <c:pt idx="2797">
                  <c:v>4.2500000000000003E-2</c:v>
                </c:pt>
                <c:pt idx="2798">
                  <c:v>4.2500000000000003E-2</c:v>
                </c:pt>
                <c:pt idx="2799">
                  <c:v>4.2500000000000003E-2</c:v>
                </c:pt>
                <c:pt idx="2800">
                  <c:v>4.2500000000000003E-2</c:v>
                </c:pt>
                <c:pt idx="2801">
                  <c:v>4.2500000000000003E-2</c:v>
                </c:pt>
                <c:pt idx="2802">
                  <c:v>4.2500000000000003E-2</c:v>
                </c:pt>
                <c:pt idx="2803">
                  <c:v>4.2500000000000003E-2</c:v>
                </c:pt>
                <c:pt idx="2804">
                  <c:v>4.2500000000000003E-2</c:v>
                </c:pt>
                <c:pt idx="2805">
                  <c:v>4.2500000000000003E-2</c:v>
                </c:pt>
                <c:pt idx="2806">
                  <c:v>4.2500000000000003E-2</c:v>
                </c:pt>
                <c:pt idx="2807">
                  <c:v>4.2500000000000003E-2</c:v>
                </c:pt>
                <c:pt idx="2808">
                  <c:v>4.2500000000000003E-2</c:v>
                </c:pt>
                <c:pt idx="2809">
                  <c:v>4.2500000000000003E-2</c:v>
                </c:pt>
                <c:pt idx="2810">
                  <c:v>4.2500000000000003E-2</c:v>
                </c:pt>
                <c:pt idx="2811">
                  <c:v>4.2500000000000003E-2</c:v>
                </c:pt>
                <c:pt idx="2812">
                  <c:v>4.2500000000000003E-2</c:v>
                </c:pt>
                <c:pt idx="2813">
                  <c:v>4.2500000000000003E-2</c:v>
                </c:pt>
                <c:pt idx="2814">
                  <c:v>4.2500000000000003E-2</c:v>
                </c:pt>
                <c:pt idx="2815">
                  <c:v>4.2500000000000003E-2</c:v>
                </c:pt>
                <c:pt idx="2816">
                  <c:v>4.2500000000000003E-2</c:v>
                </c:pt>
                <c:pt idx="2817">
                  <c:v>4.2500000000000003E-2</c:v>
                </c:pt>
                <c:pt idx="2818">
                  <c:v>4.2500000000000003E-2</c:v>
                </c:pt>
                <c:pt idx="2819">
                  <c:v>4.2500000000000003E-2</c:v>
                </c:pt>
                <c:pt idx="2820">
                  <c:v>4.2500000000000003E-2</c:v>
                </c:pt>
                <c:pt idx="2821">
                  <c:v>4.2500000000000003E-2</c:v>
                </c:pt>
                <c:pt idx="2822">
                  <c:v>4.2500000000000003E-2</c:v>
                </c:pt>
                <c:pt idx="2823">
                  <c:v>4.2500000000000003E-2</c:v>
                </c:pt>
                <c:pt idx="2824">
                  <c:v>4.2500000000000003E-2</c:v>
                </c:pt>
                <c:pt idx="2825">
                  <c:v>4.2500000000000003E-2</c:v>
                </c:pt>
                <c:pt idx="2826">
                  <c:v>4.2500000000000003E-2</c:v>
                </c:pt>
                <c:pt idx="2827">
                  <c:v>4.2500000000000003E-2</c:v>
                </c:pt>
                <c:pt idx="2828">
                  <c:v>4.2500000000000003E-2</c:v>
                </c:pt>
                <c:pt idx="2829">
                  <c:v>4.2500000000000003E-2</c:v>
                </c:pt>
                <c:pt idx="2830">
                  <c:v>4.2500000000000003E-2</c:v>
                </c:pt>
                <c:pt idx="2831">
                  <c:v>4.2500000000000003E-2</c:v>
                </c:pt>
                <c:pt idx="2832">
                  <c:v>4.2500000000000003E-2</c:v>
                </c:pt>
                <c:pt idx="2833">
                  <c:v>4.2500000000000003E-2</c:v>
                </c:pt>
                <c:pt idx="2834">
                  <c:v>4.2500000000000003E-2</c:v>
                </c:pt>
                <c:pt idx="2835">
                  <c:v>4.2500000000000003E-2</c:v>
                </c:pt>
                <c:pt idx="2836">
                  <c:v>4.2500000000000003E-2</c:v>
                </c:pt>
                <c:pt idx="2837">
                  <c:v>4.2500000000000003E-2</c:v>
                </c:pt>
                <c:pt idx="2838">
                  <c:v>4.2500000000000003E-2</c:v>
                </c:pt>
                <c:pt idx="2839">
                  <c:v>4.2500000000000003E-2</c:v>
                </c:pt>
                <c:pt idx="2840">
                  <c:v>4.2500000000000003E-2</c:v>
                </c:pt>
                <c:pt idx="2841">
                  <c:v>4.2500000000000003E-2</c:v>
                </c:pt>
                <c:pt idx="2842">
                  <c:v>4.2500000000000003E-2</c:v>
                </c:pt>
                <c:pt idx="2843">
                  <c:v>4.2500000000000003E-2</c:v>
                </c:pt>
                <c:pt idx="2844">
                  <c:v>4.2500000000000003E-2</c:v>
                </c:pt>
                <c:pt idx="2845">
                  <c:v>4.2500000000000003E-2</c:v>
                </c:pt>
                <c:pt idx="2846">
                  <c:v>4.2500000000000003E-2</c:v>
                </c:pt>
                <c:pt idx="2847">
                  <c:v>4.2500000000000003E-2</c:v>
                </c:pt>
                <c:pt idx="2848">
                  <c:v>4.2500000000000003E-2</c:v>
                </c:pt>
                <c:pt idx="2849">
                  <c:v>4.2500000000000003E-2</c:v>
                </c:pt>
                <c:pt idx="2850">
                  <c:v>4.2500000000000003E-2</c:v>
                </c:pt>
                <c:pt idx="2851">
                  <c:v>4.2500000000000003E-2</c:v>
                </c:pt>
                <c:pt idx="2852">
                  <c:v>4.2500000000000003E-2</c:v>
                </c:pt>
                <c:pt idx="2853">
                  <c:v>4.2500000000000003E-2</c:v>
                </c:pt>
                <c:pt idx="2854">
                  <c:v>4.2500000000000003E-2</c:v>
                </c:pt>
                <c:pt idx="2855">
                  <c:v>4.2500000000000003E-2</c:v>
                </c:pt>
                <c:pt idx="2856">
                  <c:v>4.2500000000000003E-2</c:v>
                </c:pt>
                <c:pt idx="2857">
                  <c:v>4.2500000000000003E-2</c:v>
                </c:pt>
                <c:pt idx="2858">
                  <c:v>4.2500000000000003E-2</c:v>
                </c:pt>
                <c:pt idx="2859">
                  <c:v>4.2500000000000003E-2</c:v>
                </c:pt>
                <c:pt idx="2860">
                  <c:v>4.2500000000000003E-2</c:v>
                </c:pt>
                <c:pt idx="2861">
                  <c:v>4.2500000000000003E-2</c:v>
                </c:pt>
                <c:pt idx="2862">
                  <c:v>4.2500000000000003E-2</c:v>
                </c:pt>
                <c:pt idx="2863">
                  <c:v>4.2500000000000003E-2</c:v>
                </c:pt>
                <c:pt idx="2864">
                  <c:v>4.2500000000000003E-2</c:v>
                </c:pt>
                <c:pt idx="2865">
                  <c:v>4.2500000000000003E-2</c:v>
                </c:pt>
                <c:pt idx="2866">
                  <c:v>4.2500000000000003E-2</c:v>
                </c:pt>
                <c:pt idx="2867">
                  <c:v>4.2500000000000003E-2</c:v>
                </c:pt>
                <c:pt idx="2868">
                  <c:v>4.2500000000000003E-2</c:v>
                </c:pt>
                <c:pt idx="2869">
                  <c:v>4.2500000000000003E-2</c:v>
                </c:pt>
                <c:pt idx="2870">
                  <c:v>4.2500000000000003E-2</c:v>
                </c:pt>
                <c:pt idx="2871">
                  <c:v>4.2500000000000003E-2</c:v>
                </c:pt>
                <c:pt idx="2872">
                  <c:v>4.2500000000000003E-2</c:v>
                </c:pt>
                <c:pt idx="2873">
                  <c:v>4.2500000000000003E-2</c:v>
                </c:pt>
                <c:pt idx="2874">
                  <c:v>4.2500000000000003E-2</c:v>
                </c:pt>
                <c:pt idx="2875">
                  <c:v>4.2500000000000003E-2</c:v>
                </c:pt>
                <c:pt idx="2876">
                  <c:v>4.2500000000000003E-2</c:v>
                </c:pt>
                <c:pt idx="2877">
                  <c:v>4.2500000000000003E-2</c:v>
                </c:pt>
                <c:pt idx="2878">
                  <c:v>4.2500000000000003E-2</c:v>
                </c:pt>
                <c:pt idx="2879">
                  <c:v>4.2500000000000003E-2</c:v>
                </c:pt>
                <c:pt idx="2880">
                  <c:v>4.2500000000000003E-2</c:v>
                </c:pt>
                <c:pt idx="2881">
                  <c:v>4.2500000000000003E-2</c:v>
                </c:pt>
                <c:pt idx="2882">
                  <c:v>4.2500000000000003E-2</c:v>
                </c:pt>
                <c:pt idx="2883">
                  <c:v>4.2500000000000003E-2</c:v>
                </c:pt>
                <c:pt idx="2884">
                  <c:v>4.2500000000000003E-2</c:v>
                </c:pt>
                <c:pt idx="2885">
                  <c:v>4.2500000000000003E-2</c:v>
                </c:pt>
                <c:pt idx="2886">
                  <c:v>4.2500000000000003E-2</c:v>
                </c:pt>
                <c:pt idx="2887">
                  <c:v>4.2500000000000003E-2</c:v>
                </c:pt>
                <c:pt idx="2888">
                  <c:v>4.2500000000000003E-2</c:v>
                </c:pt>
                <c:pt idx="2889">
                  <c:v>4.2500000000000003E-2</c:v>
                </c:pt>
                <c:pt idx="2890">
                  <c:v>4.2500000000000003E-2</c:v>
                </c:pt>
                <c:pt idx="2891">
                  <c:v>4.2500000000000003E-2</c:v>
                </c:pt>
                <c:pt idx="2892">
                  <c:v>4.2500000000000003E-2</c:v>
                </c:pt>
                <c:pt idx="2893">
                  <c:v>4.2500000000000003E-2</c:v>
                </c:pt>
                <c:pt idx="2894">
                  <c:v>4.2500000000000003E-2</c:v>
                </c:pt>
                <c:pt idx="2895">
                  <c:v>4.2500000000000003E-2</c:v>
                </c:pt>
                <c:pt idx="2896">
                  <c:v>4.2500000000000003E-2</c:v>
                </c:pt>
                <c:pt idx="2897">
                  <c:v>4.2500000000000003E-2</c:v>
                </c:pt>
                <c:pt idx="2898">
                  <c:v>4.2500000000000003E-2</c:v>
                </c:pt>
                <c:pt idx="2899">
                  <c:v>4.2500000000000003E-2</c:v>
                </c:pt>
                <c:pt idx="2900">
                  <c:v>4.2500000000000003E-2</c:v>
                </c:pt>
                <c:pt idx="2901">
                  <c:v>4.2500000000000003E-2</c:v>
                </c:pt>
                <c:pt idx="2902">
                  <c:v>4.2500000000000003E-2</c:v>
                </c:pt>
                <c:pt idx="2903">
                  <c:v>4.2500000000000003E-2</c:v>
                </c:pt>
                <c:pt idx="2904">
                  <c:v>4.2500000000000003E-2</c:v>
                </c:pt>
                <c:pt idx="2905">
                  <c:v>4.2500000000000003E-2</c:v>
                </c:pt>
                <c:pt idx="2906">
                  <c:v>4.2500000000000003E-2</c:v>
                </c:pt>
                <c:pt idx="2907">
                  <c:v>4.2500000000000003E-2</c:v>
                </c:pt>
                <c:pt idx="2908">
                  <c:v>4.2500000000000003E-2</c:v>
                </c:pt>
                <c:pt idx="2909">
                  <c:v>4.2500000000000003E-2</c:v>
                </c:pt>
                <c:pt idx="2910">
                  <c:v>4.2500000000000003E-2</c:v>
                </c:pt>
                <c:pt idx="2911">
                  <c:v>4.2500000000000003E-2</c:v>
                </c:pt>
                <c:pt idx="2912">
                  <c:v>4.2500000000000003E-2</c:v>
                </c:pt>
                <c:pt idx="2913">
                  <c:v>4.2500000000000003E-2</c:v>
                </c:pt>
                <c:pt idx="2914">
                  <c:v>4.2500000000000003E-2</c:v>
                </c:pt>
                <c:pt idx="2915">
                  <c:v>4.2500000000000003E-2</c:v>
                </c:pt>
                <c:pt idx="2916">
                  <c:v>4.2500000000000003E-2</c:v>
                </c:pt>
                <c:pt idx="2917">
                  <c:v>4.2500000000000003E-2</c:v>
                </c:pt>
                <c:pt idx="2918">
                  <c:v>4.2500000000000003E-2</c:v>
                </c:pt>
                <c:pt idx="2919">
                  <c:v>4.2500000000000003E-2</c:v>
                </c:pt>
                <c:pt idx="2920">
                  <c:v>4.2500000000000003E-2</c:v>
                </c:pt>
                <c:pt idx="2921">
                  <c:v>4.2500000000000003E-2</c:v>
                </c:pt>
                <c:pt idx="2922">
                  <c:v>4.2500000000000003E-2</c:v>
                </c:pt>
                <c:pt idx="2923">
                  <c:v>4.2500000000000003E-2</c:v>
                </c:pt>
                <c:pt idx="2924">
                  <c:v>4.2500000000000003E-2</c:v>
                </c:pt>
                <c:pt idx="2925">
                  <c:v>4.2500000000000003E-2</c:v>
                </c:pt>
                <c:pt idx="2926">
                  <c:v>4.2500000000000003E-2</c:v>
                </c:pt>
                <c:pt idx="2927">
                  <c:v>4.2500000000000003E-2</c:v>
                </c:pt>
                <c:pt idx="2928">
                  <c:v>4.2500000000000003E-2</c:v>
                </c:pt>
                <c:pt idx="2929">
                  <c:v>4.2500000000000003E-2</c:v>
                </c:pt>
                <c:pt idx="2930">
                  <c:v>4.2500000000000003E-2</c:v>
                </c:pt>
                <c:pt idx="2931">
                  <c:v>4.2500000000000003E-2</c:v>
                </c:pt>
                <c:pt idx="2932">
                  <c:v>4.2500000000000003E-2</c:v>
                </c:pt>
                <c:pt idx="2933">
                  <c:v>4.2500000000000003E-2</c:v>
                </c:pt>
                <c:pt idx="2934">
                  <c:v>4.2500000000000003E-2</c:v>
                </c:pt>
                <c:pt idx="2935">
                  <c:v>4.2500000000000003E-2</c:v>
                </c:pt>
                <c:pt idx="2936">
                  <c:v>4.2500000000000003E-2</c:v>
                </c:pt>
                <c:pt idx="2937">
                  <c:v>4.2500000000000003E-2</c:v>
                </c:pt>
                <c:pt idx="2938">
                  <c:v>4.2500000000000003E-2</c:v>
                </c:pt>
                <c:pt idx="2939">
                  <c:v>4.2500000000000003E-2</c:v>
                </c:pt>
                <c:pt idx="2940">
                  <c:v>4.2500000000000003E-2</c:v>
                </c:pt>
                <c:pt idx="2941">
                  <c:v>4.2500000000000003E-2</c:v>
                </c:pt>
                <c:pt idx="2942">
                  <c:v>4.2500000000000003E-2</c:v>
                </c:pt>
                <c:pt idx="2943">
                  <c:v>4.2500000000000003E-2</c:v>
                </c:pt>
                <c:pt idx="2944">
                  <c:v>4.2500000000000003E-2</c:v>
                </c:pt>
                <c:pt idx="2945">
                  <c:v>4.2500000000000003E-2</c:v>
                </c:pt>
                <c:pt idx="2946">
                  <c:v>4.2500000000000003E-2</c:v>
                </c:pt>
                <c:pt idx="2947">
                  <c:v>4.2500000000000003E-2</c:v>
                </c:pt>
                <c:pt idx="2948">
                  <c:v>4.2500000000000003E-2</c:v>
                </c:pt>
                <c:pt idx="2949">
                  <c:v>4.2500000000000003E-2</c:v>
                </c:pt>
                <c:pt idx="2950">
                  <c:v>4.2500000000000003E-2</c:v>
                </c:pt>
                <c:pt idx="2951">
                  <c:v>4.2500000000000003E-2</c:v>
                </c:pt>
                <c:pt idx="2952">
                  <c:v>4.2500000000000003E-2</c:v>
                </c:pt>
                <c:pt idx="2953">
                  <c:v>4.2500000000000003E-2</c:v>
                </c:pt>
                <c:pt idx="2954">
                  <c:v>4.2500000000000003E-2</c:v>
                </c:pt>
                <c:pt idx="2955">
                  <c:v>4.2500000000000003E-2</c:v>
                </c:pt>
                <c:pt idx="2956">
                  <c:v>4.2500000000000003E-2</c:v>
                </c:pt>
                <c:pt idx="2957">
                  <c:v>4.2500000000000003E-2</c:v>
                </c:pt>
                <c:pt idx="2958">
                  <c:v>4.2500000000000003E-2</c:v>
                </c:pt>
                <c:pt idx="2959">
                  <c:v>4.2500000000000003E-2</c:v>
                </c:pt>
                <c:pt idx="2960">
                  <c:v>4.2500000000000003E-2</c:v>
                </c:pt>
                <c:pt idx="2961">
                  <c:v>4.2500000000000003E-2</c:v>
                </c:pt>
                <c:pt idx="2962">
                  <c:v>4.2500000000000003E-2</c:v>
                </c:pt>
                <c:pt idx="2963">
                  <c:v>4.2500000000000003E-2</c:v>
                </c:pt>
                <c:pt idx="2964">
                  <c:v>4.2500000000000003E-2</c:v>
                </c:pt>
                <c:pt idx="2965">
                  <c:v>4.2500000000000003E-2</c:v>
                </c:pt>
                <c:pt idx="2966">
                  <c:v>4.2500000000000003E-2</c:v>
                </c:pt>
                <c:pt idx="2967">
                  <c:v>4.2500000000000003E-2</c:v>
                </c:pt>
                <c:pt idx="2968">
                  <c:v>4.2500000000000003E-2</c:v>
                </c:pt>
                <c:pt idx="2969">
                  <c:v>4.2500000000000003E-2</c:v>
                </c:pt>
                <c:pt idx="2970">
                  <c:v>4.2500000000000003E-2</c:v>
                </c:pt>
                <c:pt idx="2971">
                  <c:v>4.2500000000000003E-2</c:v>
                </c:pt>
                <c:pt idx="2972">
                  <c:v>4.2500000000000003E-2</c:v>
                </c:pt>
                <c:pt idx="2973">
                  <c:v>4.2500000000000003E-2</c:v>
                </c:pt>
                <c:pt idx="2974">
                  <c:v>4.2500000000000003E-2</c:v>
                </c:pt>
                <c:pt idx="2975">
                  <c:v>4.2500000000000003E-2</c:v>
                </c:pt>
                <c:pt idx="2976">
                  <c:v>4.2500000000000003E-2</c:v>
                </c:pt>
                <c:pt idx="2977">
                  <c:v>4.2500000000000003E-2</c:v>
                </c:pt>
                <c:pt idx="2978">
                  <c:v>4.2500000000000003E-2</c:v>
                </c:pt>
                <c:pt idx="2979">
                  <c:v>4.2500000000000003E-2</c:v>
                </c:pt>
                <c:pt idx="2980">
                  <c:v>4.2500000000000003E-2</c:v>
                </c:pt>
                <c:pt idx="2981">
                  <c:v>4.2500000000000003E-2</c:v>
                </c:pt>
                <c:pt idx="2982">
                  <c:v>4.2500000000000003E-2</c:v>
                </c:pt>
                <c:pt idx="2983">
                  <c:v>4.2500000000000003E-2</c:v>
                </c:pt>
                <c:pt idx="2984">
                  <c:v>4.2500000000000003E-2</c:v>
                </c:pt>
                <c:pt idx="2985">
                  <c:v>4.2500000000000003E-2</c:v>
                </c:pt>
                <c:pt idx="2986">
                  <c:v>4.2500000000000003E-2</c:v>
                </c:pt>
                <c:pt idx="2987">
                  <c:v>4.2500000000000003E-2</c:v>
                </c:pt>
                <c:pt idx="2988">
                  <c:v>4.2500000000000003E-2</c:v>
                </c:pt>
                <c:pt idx="2989">
                  <c:v>4.2500000000000003E-2</c:v>
                </c:pt>
                <c:pt idx="2990">
                  <c:v>4.2500000000000003E-2</c:v>
                </c:pt>
                <c:pt idx="2991">
                  <c:v>4.2500000000000003E-2</c:v>
                </c:pt>
                <c:pt idx="2992">
                  <c:v>4.2500000000000003E-2</c:v>
                </c:pt>
                <c:pt idx="2993">
                  <c:v>4.2500000000000003E-2</c:v>
                </c:pt>
                <c:pt idx="2994">
                  <c:v>4.2500000000000003E-2</c:v>
                </c:pt>
                <c:pt idx="2995">
                  <c:v>4.2500000000000003E-2</c:v>
                </c:pt>
                <c:pt idx="2996">
                  <c:v>4.2500000000000003E-2</c:v>
                </c:pt>
                <c:pt idx="2997">
                  <c:v>4.2500000000000003E-2</c:v>
                </c:pt>
                <c:pt idx="2998">
                  <c:v>4.2500000000000003E-2</c:v>
                </c:pt>
                <c:pt idx="2999">
                  <c:v>4.2500000000000003E-2</c:v>
                </c:pt>
                <c:pt idx="3000">
                  <c:v>4.2500000000000003E-2</c:v>
                </c:pt>
                <c:pt idx="3001">
                  <c:v>4.2500000000000003E-2</c:v>
                </c:pt>
                <c:pt idx="3002">
                  <c:v>4.2500000000000003E-2</c:v>
                </c:pt>
                <c:pt idx="3003">
                  <c:v>4.2500000000000003E-2</c:v>
                </c:pt>
                <c:pt idx="3004">
                  <c:v>4.2500000000000003E-2</c:v>
                </c:pt>
                <c:pt idx="3005">
                  <c:v>4.2500000000000003E-2</c:v>
                </c:pt>
                <c:pt idx="3006">
                  <c:v>4.2500000000000003E-2</c:v>
                </c:pt>
                <c:pt idx="3007">
                  <c:v>4.2500000000000003E-2</c:v>
                </c:pt>
                <c:pt idx="3008">
                  <c:v>4.2500000000000003E-2</c:v>
                </c:pt>
                <c:pt idx="3009">
                  <c:v>4.2500000000000003E-2</c:v>
                </c:pt>
                <c:pt idx="3010">
                  <c:v>4.2500000000000003E-2</c:v>
                </c:pt>
                <c:pt idx="3011">
                  <c:v>4.2500000000000003E-2</c:v>
                </c:pt>
                <c:pt idx="3012">
                  <c:v>4.2500000000000003E-2</c:v>
                </c:pt>
                <c:pt idx="3013">
                  <c:v>4.2500000000000003E-2</c:v>
                </c:pt>
                <c:pt idx="3014">
                  <c:v>4.2500000000000003E-2</c:v>
                </c:pt>
                <c:pt idx="3015">
                  <c:v>4.2500000000000003E-2</c:v>
                </c:pt>
                <c:pt idx="3016">
                  <c:v>4.2500000000000003E-2</c:v>
                </c:pt>
                <c:pt idx="3017">
                  <c:v>4.2500000000000003E-2</c:v>
                </c:pt>
                <c:pt idx="3018">
                  <c:v>4.2500000000000003E-2</c:v>
                </c:pt>
                <c:pt idx="3019">
                  <c:v>4.2500000000000003E-2</c:v>
                </c:pt>
                <c:pt idx="3020">
                  <c:v>4.2500000000000003E-2</c:v>
                </c:pt>
                <c:pt idx="3021">
                  <c:v>4.2500000000000003E-2</c:v>
                </c:pt>
                <c:pt idx="3022">
                  <c:v>4.2500000000000003E-2</c:v>
                </c:pt>
                <c:pt idx="3023">
                  <c:v>4.2500000000000003E-2</c:v>
                </c:pt>
                <c:pt idx="3024">
                  <c:v>4.2500000000000003E-2</c:v>
                </c:pt>
                <c:pt idx="3025">
                  <c:v>4.2500000000000003E-2</c:v>
                </c:pt>
                <c:pt idx="3026">
                  <c:v>4.2500000000000003E-2</c:v>
                </c:pt>
                <c:pt idx="3027">
                  <c:v>4.2500000000000003E-2</c:v>
                </c:pt>
                <c:pt idx="3028">
                  <c:v>4.2500000000000003E-2</c:v>
                </c:pt>
                <c:pt idx="3029">
                  <c:v>4.2500000000000003E-2</c:v>
                </c:pt>
                <c:pt idx="3030">
                  <c:v>4.2500000000000003E-2</c:v>
                </c:pt>
                <c:pt idx="3031">
                  <c:v>4.2500000000000003E-2</c:v>
                </c:pt>
                <c:pt idx="3032">
                  <c:v>4.2500000000000003E-2</c:v>
                </c:pt>
                <c:pt idx="3033">
                  <c:v>4.2500000000000003E-2</c:v>
                </c:pt>
                <c:pt idx="3034">
                  <c:v>4.2500000000000003E-2</c:v>
                </c:pt>
                <c:pt idx="3035">
                  <c:v>4.2500000000000003E-2</c:v>
                </c:pt>
                <c:pt idx="3036">
                  <c:v>4.2500000000000003E-2</c:v>
                </c:pt>
                <c:pt idx="3037">
                  <c:v>4.2500000000000003E-2</c:v>
                </c:pt>
                <c:pt idx="3038">
                  <c:v>4.2500000000000003E-2</c:v>
                </c:pt>
                <c:pt idx="3039">
                  <c:v>4.2500000000000003E-2</c:v>
                </c:pt>
                <c:pt idx="3040">
                  <c:v>4.2500000000000003E-2</c:v>
                </c:pt>
                <c:pt idx="3041">
                  <c:v>4.2500000000000003E-2</c:v>
                </c:pt>
                <c:pt idx="3042">
                  <c:v>4.2500000000000003E-2</c:v>
                </c:pt>
                <c:pt idx="3043">
                  <c:v>4.2500000000000003E-2</c:v>
                </c:pt>
                <c:pt idx="3044">
                  <c:v>4.2500000000000003E-2</c:v>
                </c:pt>
                <c:pt idx="3045">
                  <c:v>4.2500000000000003E-2</c:v>
                </c:pt>
                <c:pt idx="3046">
                  <c:v>4.2500000000000003E-2</c:v>
                </c:pt>
                <c:pt idx="3047">
                  <c:v>4.2500000000000003E-2</c:v>
                </c:pt>
                <c:pt idx="3048">
                  <c:v>4.2500000000000003E-2</c:v>
                </c:pt>
                <c:pt idx="3049">
                  <c:v>4.2500000000000003E-2</c:v>
                </c:pt>
                <c:pt idx="3050">
                  <c:v>4.2500000000000003E-2</c:v>
                </c:pt>
                <c:pt idx="3051">
                  <c:v>4.2500000000000003E-2</c:v>
                </c:pt>
                <c:pt idx="3052">
                  <c:v>4.2500000000000003E-2</c:v>
                </c:pt>
                <c:pt idx="3053">
                  <c:v>4.2500000000000003E-2</c:v>
                </c:pt>
                <c:pt idx="3054">
                  <c:v>4.2500000000000003E-2</c:v>
                </c:pt>
                <c:pt idx="3055">
                  <c:v>4.2500000000000003E-2</c:v>
                </c:pt>
                <c:pt idx="3056">
                  <c:v>4.2500000000000003E-2</c:v>
                </c:pt>
                <c:pt idx="3057">
                  <c:v>4.2500000000000003E-2</c:v>
                </c:pt>
                <c:pt idx="3058">
                  <c:v>4.2500000000000003E-2</c:v>
                </c:pt>
                <c:pt idx="3059">
                  <c:v>4.2500000000000003E-2</c:v>
                </c:pt>
                <c:pt idx="3060">
                  <c:v>4.2500000000000003E-2</c:v>
                </c:pt>
                <c:pt idx="3061">
                  <c:v>4.2500000000000003E-2</c:v>
                </c:pt>
                <c:pt idx="3062">
                  <c:v>4.2500000000000003E-2</c:v>
                </c:pt>
                <c:pt idx="3063">
                  <c:v>4.2500000000000003E-2</c:v>
                </c:pt>
                <c:pt idx="3064">
                  <c:v>4.2500000000000003E-2</c:v>
                </c:pt>
                <c:pt idx="3065">
                  <c:v>4.2500000000000003E-2</c:v>
                </c:pt>
                <c:pt idx="3066">
                  <c:v>4.2500000000000003E-2</c:v>
                </c:pt>
                <c:pt idx="3067">
                  <c:v>4.2500000000000003E-2</c:v>
                </c:pt>
                <c:pt idx="3068">
                  <c:v>4.2500000000000003E-2</c:v>
                </c:pt>
                <c:pt idx="3069">
                  <c:v>4.2500000000000003E-2</c:v>
                </c:pt>
                <c:pt idx="3070">
                  <c:v>4.2500000000000003E-2</c:v>
                </c:pt>
                <c:pt idx="3071">
                  <c:v>4.2500000000000003E-2</c:v>
                </c:pt>
                <c:pt idx="3072">
                  <c:v>4.2500000000000003E-2</c:v>
                </c:pt>
                <c:pt idx="3073">
                  <c:v>4.2500000000000003E-2</c:v>
                </c:pt>
                <c:pt idx="3074">
                  <c:v>4.2500000000000003E-2</c:v>
                </c:pt>
                <c:pt idx="3075">
                  <c:v>4.2500000000000003E-2</c:v>
                </c:pt>
                <c:pt idx="3076">
                  <c:v>4.2500000000000003E-2</c:v>
                </c:pt>
                <c:pt idx="3077">
                  <c:v>4.2500000000000003E-2</c:v>
                </c:pt>
                <c:pt idx="3078">
                  <c:v>4.2500000000000003E-2</c:v>
                </c:pt>
                <c:pt idx="3079">
                  <c:v>4.2500000000000003E-2</c:v>
                </c:pt>
                <c:pt idx="3080">
                  <c:v>4.2500000000000003E-2</c:v>
                </c:pt>
                <c:pt idx="3081">
                  <c:v>4.2500000000000003E-2</c:v>
                </c:pt>
                <c:pt idx="3082">
                  <c:v>4.2500000000000003E-2</c:v>
                </c:pt>
                <c:pt idx="3083">
                  <c:v>4.2500000000000003E-2</c:v>
                </c:pt>
                <c:pt idx="3084">
                  <c:v>4.2500000000000003E-2</c:v>
                </c:pt>
                <c:pt idx="3085">
                  <c:v>4.2500000000000003E-2</c:v>
                </c:pt>
                <c:pt idx="3086">
                  <c:v>4.2500000000000003E-2</c:v>
                </c:pt>
                <c:pt idx="3087">
                  <c:v>4.2500000000000003E-2</c:v>
                </c:pt>
                <c:pt idx="3088">
                  <c:v>4.2500000000000003E-2</c:v>
                </c:pt>
                <c:pt idx="3089">
                  <c:v>4.2500000000000003E-2</c:v>
                </c:pt>
                <c:pt idx="3090">
                  <c:v>4.2500000000000003E-2</c:v>
                </c:pt>
                <c:pt idx="3091">
                  <c:v>4.2500000000000003E-2</c:v>
                </c:pt>
                <c:pt idx="3092">
                  <c:v>4.2500000000000003E-2</c:v>
                </c:pt>
                <c:pt idx="3093">
                  <c:v>4.2500000000000003E-2</c:v>
                </c:pt>
                <c:pt idx="3094">
                  <c:v>4.2500000000000003E-2</c:v>
                </c:pt>
                <c:pt idx="3095">
                  <c:v>4.2500000000000003E-2</c:v>
                </c:pt>
                <c:pt idx="3096">
                  <c:v>4.2500000000000003E-2</c:v>
                </c:pt>
                <c:pt idx="3097">
                  <c:v>4.2500000000000003E-2</c:v>
                </c:pt>
                <c:pt idx="3098">
                  <c:v>4.2500000000000003E-2</c:v>
                </c:pt>
                <c:pt idx="3099">
                  <c:v>4.2500000000000003E-2</c:v>
                </c:pt>
                <c:pt idx="3100">
                  <c:v>4.2500000000000003E-2</c:v>
                </c:pt>
                <c:pt idx="3101">
                  <c:v>4.2500000000000003E-2</c:v>
                </c:pt>
                <c:pt idx="3102">
                  <c:v>4.2500000000000003E-2</c:v>
                </c:pt>
                <c:pt idx="3103">
                  <c:v>4.2500000000000003E-2</c:v>
                </c:pt>
                <c:pt idx="3104">
                  <c:v>4.2500000000000003E-2</c:v>
                </c:pt>
                <c:pt idx="3105">
                  <c:v>4.2500000000000003E-2</c:v>
                </c:pt>
                <c:pt idx="3106">
                  <c:v>4.2500000000000003E-2</c:v>
                </c:pt>
                <c:pt idx="3107">
                  <c:v>4.2500000000000003E-2</c:v>
                </c:pt>
                <c:pt idx="3108">
                  <c:v>4.2500000000000003E-2</c:v>
                </c:pt>
                <c:pt idx="3109">
                  <c:v>4.2500000000000003E-2</c:v>
                </c:pt>
                <c:pt idx="3110">
                  <c:v>4.2500000000000003E-2</c:v>
                </c:pt>
                <c:pt idx="3111">
                  <c:v>4.2500000000000003E-2</c:v>
                </c:pt>
                <c:pt idx="3112">
                  <c:v>4.2500000000000003E-2</c:v>
                </c:pt>
                <c:pt idx="3113">
                  <c:v>4.2500000000000003E-2</c:v>
                </c:pt>
                <c:pt idx="3114">
                  <c:v>4.2500000000000003E-2</c:v>
                </c:pt>
                <c:pt idx="3115">
                  <c:v>4.2500000000000003E-2</c:v>
                </c:pt>
                <c:pt idx="3116">
                  <c:v>4.2500000000000003E-2</c:v>
                </c:pt>
                <c:pt idx="3117">
                  <c:v>4.2500000000000003E-2</c:v>
                </c:pt>
                <c:pt idx="3118">
                  <c:v>4.2500000000000003E-2</c:v>
                </c:pt>
                <c:pt idx="3119">
                  <c:v>4.2500000000000003E-2</c:v>
                </c:pt>
                <c:pt idx="3120">
                  <c:v>4.2500000000000003E-2</c:v>
                </c:pt>
                <c:pt idx="3121">
                  <c:v>4.2500000000000003E-2</c:v>
                </c:pt>
                <c:pt idx="3122">
                  <c:v>4.2500000000000003E-2</c:v>
                </c:pt>
                <c:pt idx="3123">
                  <c:v>4.2500000000000003E-2</c:v>
                </c:pt>
                <c:pt idx="3124">
                  <c:v>4.2500000000000003E-2</c:v>
                </c:pt>
                <c:pt idx="3125">
                  <c:v>4.2500000000000003E-2</c:v>
                </c:pt>
                <c:pt idx="3126">
                  <c:v>4.2500000000000003E-2</c:v>
                </c:pt>
                <c:pt idx="3127">
                  <c:v>4.2500000000000003E-2</c:v>
                </c:pt>
                <c:pt idx="3128">
                  <c:v>4.2500000000000003E-2</c:v>
                </c:pt>
                <c:pt idx="3129">
                  <c:v>4.2500000000000003E-2</c:v>
                </c:pt>
                <c:pt idx="3130">
                  <c:v>4.2500000000000003E-2</c:v>
                </c:pt>
                <c:pt idx="3131">
                  <c:v>4.2500000000000003E-2</c:v>
                </c:pt>
                <c:pt idx="3132">
                  <c:v>4.2500000000000003E-2</c:v>
                </c:pt>
                <c:pt idx="3133">
                  <c:v>4.2500000000000003E-2</c:v>
                </c:pt>
                <c:pt idx="3134">
                  <c:v>4.2500000000000003E-2</c:v>
                </c:pt>
                <c:pt idx="3135">
                  <c:v>4.2500000000000003E-2</c:v>
                </c:pt>
                <c:pt idx="3136">
                  <c:v>4.2500000000000003E-2</c:v>
                </c:pt>
                <c:pt idx="3137">
                  <c:v>4.2500000000000003E-2</c:v>
                </c:pt>
                <c:pt idx="3138">
                  <c:v>4.2500000000000003E-2</c:v>
                </c:pt>
                <c:pt idx="3139">
                  <c:v>4.2500000000000003E-2</c:v>
                </c:pt>
                <c:pt idx="3140">
                  <c:v>4.2500000000000003E-2</c:v>
                </c:pt>
                <c:pt idx="3141">
                  <c:v>4.2500000000000003E-2</c:v>
                </c:pt>
                <c:pt idx="3142">
                  <c:v>4.2500000000000003E-2</c:v>
                </c:pt>
                <c:pt idx="3143">
                  <c:v>4.2500000000000003E-2</c:v>
                </c:pt>
                <c:pt idx="3144">
                  <c:v>4.2500000000000003E-2</c:v>
                </c:pt>
                <c:pt idx="3145">
                  <c:v>4.2500000000000003E-2</c:v>
                </c:pt>
                <c:pt idx="3146">
                  <c:v>4.2500000000000003E-2</c:v>
                </c:pt>
                <c:pt idx="3147">
                  <c:v>4.2500000000000003E-2</c:v>
                </c:pt>
                <c:pt idx="3148">
                  <c:v>4.2500000000000003E-2</c:v>
                </c:pt>
                <c:pt idx="3149">
                  <c:v>4.2500000000000003E-2</c:v>
                </c:pt>
                <c:pt idx="3150">
                  <c:v>4.2500000000000003E-2</c:v>
                </c:pt>
                <c:pt idx="3151">
                  <c:v>4.2500000000000003E-2</c:v>
                </c:pt>
                <c:pt idx="3152">
                  <c:v>4.2500000000000003E-2</c:v>
                </c:pt>
                <c:pt idx="3153">
                  <c:v>4.2500000000000003E-2</c:v>
                </c:pt>
                <c:pt idx="3154">
                  <c:v>4.2500000000000003E-2</c:v>
                </c:pt>
                <c:pt idx="3155">
                  <c:v>4.2500000000000003E-2</c:v>
                </c:pt>
                <c:pt idx="3156">
                  <c:v>4.2500000000000003E-2</c:v>
                </c:pt>
                <c:pt idx="3157">
                  <c:v>4.2500000000000003E-2</c:v>
                </c:pt>
                <c:pt idx="3158">
                  <c:v>4.2500000000000003E-2</c:v>
                </c:pt>
                <c:pt idx="3159">
                  <c:v>4.2500000000000003E-2</c:v>
                </c:pt>
                <c:pt idx="3160">
                  <c:v>4.2500000000000003E-2</c:v>
                </c:pt>
                <c:pt idx="3161">
                  <c:v>4.2500000000000003E-2</c:v>
                </c:pt>
                <c:pt idx="3162">
                  <c:v>4.2500000000000003E-2</c:v>
                </c:pt>
                <c:pt idx="3163">
                  <c:v>4.2500000000000003E-2</c:v>
                </c:pt>
                <c:pt idx="3164">
                  <c:v>4.2500000000000003E-2</c:v>
                </c:pt>
                <c:pt idx="3165">
                  <c:v>4.2500000000000003E-2</c:v>
                </c:pt>
                <c:pt idx="3166">
                  <c:v>4.2500000000000003E-2</c:v>
                </c:pt>
                <c:pt idx="3167">
                  <c:v>4.2500000000000003E-2</c:v>
                </c:pt>
                <c:pt idx="3168">
                  <c:v>4.2500000000000003E-2</c:v>
                </c:pt>
                <c:pt idx="3169">
                  <c:v>4.2500000000000003E-2</c:v>
                </c:pt>
                <c:pt idx="3170">
                  <c:v>4.2500000000000003E-2</c:v>
                </c:pt>
                <c:pt idx="3171">
                  <c:v>4.2500000000000003E-2</c:v>
                </c:pt>
                <c:pt idx="3172">
                  <c:v>4.2500000000000003E-2</c:v>
                </c:pt>
                <c:pt idx="3173">
                  <c:v>4.2500000000000003E-2</c:v>
                </c:pt>
                <c:pt idx="3174">
                  <c:v>4.2500000000000003E-2</c:v>
                </c:pt>
                <c:pt idx="3175">
                  <c:v>4.2500000000000003E-2</c:v>
                </c:pt>
                <c:pt idx="3176">
                  <c:v>4.2500000000000003E-2</c:v>
                </c:pt>
                <c:pt idx="3177">
                  <c:v>4.2500000000000003E-2</c:v>
                </c:pt>
                <c:pt idx="3178">
                  <c:v>4.2500000000000003E-2</c:v>
                </c:pt>
                <c:pt idx="3179">
                  <c:v>4.2500000000000003E-2</c:v>
                </c:pt>
                <c:pt idx="3180">
                  <c:v>4.2500000000000003E-2</c:v>
                </c:pt>
                <c:pt idx="3181">
                  <c:v>4.2500000000000003E-2</c:v>
                </c:pt>
                <c:pt idx="3182">
                  <c:v>4.2500000000000003E-2</c:v>
                </c:pt>
                <c:pt idx="3183">
                  <c:v>4.2500000000000003E-2</c:v>
                </c:pt>
                <c:pt idx="3184">
                  <c:v>4.2500000000000003E-2</c:v>
                </c:pt>
                <c:pt idx="3185">
                  <c:v>4.2500000000000003E-2</c:v>
                </c:pt>
                <c:pt idx="3186">
                  <c:v>4.2500000000000003E-2</c:v>
                </c:pt>
                <c:pt idx="3187">
                  <c:v>4.2500000000000003E-2</c:v>
                </c:pt>
                <c:pt idx="3188">
                  <c:v>4.2500000000000003E-2</c:v>
                </c:pt>
                <c:pt idx="3189">
                  <c:v>4.2500000000000003E-2</c:v>
                </c:pt>
                <c:pt idx="3190">
                  <c:v>4.2500000000000003E-2</c:v>
                </c:pt>
                <c:pt idx="3191">
                  <c:v>4.2500000000000003E-2</c:v>
                </c:pt>
                <c:pt idx="3192">
                  <c:v>4.2500000000000003E-2</c:v>
                </c:pt>
                <c:pt idx="3193">
                  <c:v>4.2500000000000003E-2</c:v>
                </c:pt>
                <c:pt idx="3194">
                  <c:v>4.2500000000000003E-2</c:v>
                </c:pt>
                <c:pt idx="3195">
                  <c:v>4.2500000000000003E-2</c:v>
                </c:pt>
                <c:pt idx="3196">
                  <c:v>4.2500000000000003E-2</c:v>
                </c:pt>
                <c:pt idx="3197">
                  <c:v>4.2500000000000003E-2</c:v>
                </c:pt>
                <c:pt idx="3198">
                  <c:v>4.2500000000000003E-2</c:v>
                </c:pt>
                <c:pt idx="3199">
                  <c:v>4.2500000000000003E-2</c:v>
                </c:pt>
                <c:pt idx="3200">
                  <c:v>4.2500000000000003E-2</c:v>
                </c:pt>
                <c:pt idx="3201">
                  <c:v>4.2500000000000003E-2</c:v>
                </c:pt>
                <c:pt idx="3202">
                  <c:v>4.2500000000000003E-2</c:v>
                </c:pt>
                <c:pt idx="3203">
                  <c:v>4.2500000000000003E-2</c:v>
                </c:pt>
                <c:pt idx="3204">
                  <c:v>4.2500000000000003E-2</c:v>
                </c:pt>
                <c:pt idx="3205">
                  <c:v>4.2500000000000003E-2</c:v>
                </c:pt>
                <c:pt idx="3206">
                  <c:v>4.2500000000000003E-2</c:v>
                </c:pt>
                <c:pt idx="3207">
                  <c:v>4.2500000000000003E-2</c:v>
                </c:pt>
                <c:pt idx="3208">
                  <c:v>4.2500000000000003E-2</c:v>
                </c:pt>
                <c:pt idx="3209">
                  <c:v>4.2500000000000003E-2</c:v>
                </c:pt>
                <c:pt idx="3210">
                  <c:v>4.2500000000000003E-2</c:v>
                </c:pt>
                <c:pt idx="3211">
                  <c:v>4.2500000000000003E-2</c:v>
                </c:pt>
                <c:pt idx="3212">
                  <c:v>4.2500000000000003E-2</c:v>
                </c:pt>
                <c:pt idx="3213">
                  <c:v>4.2500000000000003E-2</c:v>
                </c:pt>
                <c:pt idx="3214">
                  <c:v>4.2500000000000003E-2</c:v>
                </c:pt>
                <c:pt idx="3215">
                  <c:v>4.2500000000000003E-2</c:v>
                </c:pt>
                <c:pt idx="3216">
                  <c:v>4.2500000000000003E-2</c:v>
                </c:pt>
                <c:pt idx="3217">
                  <c:v>4.2500000000000003E-2</c:v>
                </c:pt>
                <c:pt idx="3218">
                  <c:v>4.2500000000000003E-2</c:v>
                </c:pt>
                <c:pt idx="3219">
                  <c:v>4.2500000000000003E-2</c:v>
                </c:pt>
                <c:pt idx="3220">
                  <c:v>4.2500000000000003E-2</c:v>
                </c:pt>
                <c:pt idx="3221">
                  <c:v>4.2500000000000003E-2</c:v>
                </c:pt>
                <c:pt idx="3222">
                  <c:v>4.2500000000000003E-2</c:v>
                </c:pt>
                <c:pt idx="3223">
                  <c:v>4.2500000000000003E-2</c:v>
                </c:pt>
                <c:pt idx="3224">
                  <c:v>4.2500000000000003E-2</c:v>
                </c:pt>
                <c:pt idx="3225">
                  <c:v>4.2500000000000003E-2</c:v>
                </c:pt>
                <c:pt idx="3226">
                  <c:v>4.2500000000000003E-2</c:v>
                </c:pt>
                <c:pt idx="3227">
                  <c:v>4.2500000000000003E-2</c:v>
                </c:pt>
                <c:pt idx="3228">
                  <c:v>4.2500000000000003E-2</c:v>
                </c:pt>
                <c:pt idx="3229">
                  <c:v>4.2500000000000003E-2</c:v>
                </c:pt>
                <c:pt idx="3230">
                  <c:v>4.2500000000000003E-2</c:v>
                </c:pt>
                <c:pt idx="3231">
                  <c:v>4.2500000000000003E-2</c:v>
                </c:pt>
                <c:pt idx="3232">
                  <c:v>4.2500000000000003E-2</c:v>
                </c:pt>
                <c:pt idx="3233">
                  <c:v>4.2500000000000003E-2</c:v>
                </c:pt>
                <c:pt idx="3234">
                  <c:v>4.2500000000000003E-2</c:v>
                </c:pt>
                <c:pt idx="3235">
                  <c:v>4.2500000000000003E-2</c:v>
                </c:pt>
                <c:pt idx="3236">
                  <c:v>4.2500000000000003E-2</c:v>
                </c:pt>
                <c:pt idx="3237">
                  <c:v>4.2500000000000003E-2</c:v>
                </c:pt>
                <c:pt idx="3238">
                  <c:v>4.2500000000000003E-2</c:v>
                </c:pt>
                <c:pt idx="3239">
                  <c:v>4.2500000000000003E-2</c:v>
                </c:pt>
                <c:pt idx="3240">
                  <c:v>4.2500000000000003E-2</c:v>
                </c:pt>
                <c:pt idx="3241">
                  <c:v>4.2500000000000003E-2</c:v>
                </c:pt>
                <c:pt idx="3242">
                  <c:v>4.2500000000000003E-2</c:v>
                </c:pt>
                <c:pt idx="3243">
                  <c:v>4.2500000000000003E-2</c:v>
                </c:pt>
                <c:pt idx="3244">
                  <c:v>4.2500000000000003E-2</c:v>
                </c:pt>
                <c:pt idx="3245">
                  <c:v>4.2500000000000003E-2</c:v>
                </c:pt>
                <c:pt idx="3246">
                  <c:v>4.2500000000000003E-2</c:v>
                </c:pt>
                <c:pt idx="3247">
                  <c:v>4.2500000000000003E-2</c:v>
                </c:pt>
                <c:pt idx="3248">
                  <c:v>4.2500000000000003E-2</c:v>
                </c:pt>
                <c:pt idx="3249">
                  <c:v>4.2500000000000003E-2</c:v>
                </c:pt>
                <c:pt idx="3250">
                  <c:v>4.2500000000000003E-2</c:v>
                </c:pt>
                <c:pt idx="3251">
                  <c:v>4.2500000000000003E-2</c:v>
                </c:pt>
                <c:pt idx="3252">
                  <c:v>4.2500000000000003E-2</c:v>
                </c:pt>
                <c:pt idx="3253">
                  <c:v>4.2500000000000003E-2</c:v>
                </c:pt>
                <c:pt idx="3254">
                  <c:v>4.2500000000000003E-2</c:v>
                </c:pt>
                <c:pt idx="3255">
                  <c:v>4.2500000000000003E-2</c:v>
                </c:pt>
                <c:pt idx="3256">
                  <c:v>4.2500000000000003E-2</c:v>
                </c:pt>
                <c:pt idx="3257">
                  <c:v>4.2500000000000003E-2</c:v>
                </c:pt>
                <c:pt idx="3258">
                  <c:v>4.2500000000000003E-2</c:v>
                </c:pt>
                <c:pt idx="3259">
                  <c:v>4.2500000000000003E-2</c:v>
                </c:pt>
                <c:pt idx="3260">
                  <c:v>4.2500000000000003E-2</c:v>
                </c:pt>
                <c:pt idx="3261">
                  <c:v>4.2500000000000003E-2</c:v>
                </c:pt>
                <c:pt idx="3262">
                  <c:v>4.2500000000000003E-2</c:v>
                </c:pt>
                <c:pt idx="3263">
                  <c:v>4.2500000000000003E-2</c:v>
                </c:pt>
                <c:pt idx="3264">
                  <c:v>4.2500000000000003E-2</c:v>
                </c:pt>
                <c:pt idx="3265">
                  <c:v>4.2500000000000003E-2</c:v>
                </c:pt>
                <c:pt idx="3266">
                  <c:v>4.2500000000000003E-2</c:v>
                </c:pt>
                <c:pt idx="3267">
                  <c:v>4.2500000000000003E-2</c:v>
                </c:pt>
                <c:pt idx="3268">
                  <c:v>4.2500000000000003E-2</c:v>
                </c:pt>
                <c:pt idx="3269">
                  <c:v>4.2500000000000003E-2</c:v>
                </c:pt>
                <c:pt idx="3270">
                  <c:v>4.2500000000000003E-2</c:v>
                </c:pt>
                <c:pt idx="3271">
                  <c:v>4.2500000000000003E-2</c:v>
                </c:pt>
                <c:pt idx="3272">
                  <c:v>4.2500000000000003E-2</c:v>
                </c:pt>
                <c:pt idx="3273">
                  <c:v>4.2500000000000003E-2</c:v>
                </c:pt>
                <c:pt idx="3274">
                  <c:v>4.2500000000000003E-2</c:v>
                </c:pt>
                <c:pt idx="3275">
                  <c:v>4.2500000000000003E-2</c:v>
                </c:pt>
                <c:pt idx="3276">
                  <c:v>4.2500000000000003E-2</c:v>
                </c:pt>
                <c:pt idx="3277">
                  <c:v>4.2500000000000003E-2</c:v>
                </c:pt>
                <c:pt idx="3278">
                  <c:v>4.2500000000000003E-2</c:v>
                </c:pt>
                <c:pt idx="3279">
                  <c:v>4.2500000000000003E-2</c:v>
                </c:pt>
                <c:pt idx="3280">
                  <c:v>4.2500000000000003E-2</c:v>
                </c:pt>
                <c:pt idx="3281">
                  <c:v>4.2500000000000003E-2</c:v>
                </c:pt>
                <c:pt idx="3282">
                  <c:v>4.2500000000000003E-2</c:v>
                </c:pt>
                <c:pt idx="3283">
                  <c:v>4.2500000000000003E-2</c:v>
                </c:pt>
                <c:pt idx="3284">
                  <c:v>4.2500000000000003E-2</c:v>
                </c:pt>
                <c:pt idx="3285">
                  <c:v>4.2500000000000003E-2</c:v>
                </c:pt>
                <c:pt idx="3286">
                  <c:v>4.2500000000000003E-2</c:v>
                </c:pt>
                <c:pt idx="3287">
                  <c:v>4.2500000000000003E-2</c:v>
                </c:pt>
                <c:pt idx="3288">
                  <c:v>4.2500000000000003E-2</c:v>
                </c:pt>
                <c:pt idx="3289">
                  <c:v>4.2500000000000003E-2</c:v>
                </c:pt>
                <c:pt idx="3290">
                  <c:v>4.2500000000000003E-2</c:v>
                </c:pt>
                <c:pt idx="3291">
                  <c:v>4.2500000000000003E-2</c:v>
                </c:pt>
                <c:pt idx="3292">
                  <c:v>4.2500000000000003E-2</c:v>
                </c:pt>
                <c:pt idx="3293">
                  <c:v>4.2500000000000003E-2</c:v>
                </c:pt>
                <c:pt idx="3294">
                  <c:v>4.2500000000000003E-2</c:v>
                </c:pt>
                <c:pt idx="3295">
                  <c:v>4.2500000000000003E-2</c:v>
                </c:pt>
                <c:pt idx="3296">
                  <c:v>4.2500000000000003E-2</c:v>
                </c:pt>
                <c:pt idx="3297">
                  <c:v>4.2500000000000003E-2</c:v>
                </c:pt>
                <c:pt idx="3298">
                  <c:v>4.2500000000000003E-2</c:v>
                </c:pt>
                <c:pt idx="3299">
                  <c:v>4.2500000000000003E-2</c:v>
                </c:pt>
                <c:pt idx="3300">
                  <c:v>4.2500000000000003E-2</c:v>
                </c:pt>
                <c:pt idx="3301">
                  <c:v>4.2500000000000003E-2</c:v>
                </c:pt>
                <c:pt idx="3302">
                  <c:v>4.2500000000000003E-2</c:v>
                </c:pt>
                <c:pt idx="3303">
                  <c:v>4.2500000000000003E-2</c:v>
                </c:pt>
                <c:pt idx="3304">
                  <c:v>4.2500000000000003E-2</c:v>
                </c:pt>
                <c:pt idx="3305">
                  <c:v>4.2500000000000003E-2</c:v>
                </c:pt>
                <c:pt idx="3306">
                  <c:v>4.2500000000000003E-2</c:v>
                </c:pt>
                <c:pt idx="3307">
                  <c:v>4.2500000000000003E-2</c:v>
                </c:pt>
                <c:pt idx="3308">
                  <c:v>4.2500000000000003E-2</c:v>
                </c:pt>
                <c:pt idx="3309">
                  <c:v>4.2500000000000003E-2</c:v>
                </c:pt>
                <c:pt idx="3310">
                  <c:v>4.2500000000000003E-2</c:v>
                </c:pt>
                <c:pt idx="3311">
                  <c:v>4.2500000000000003E-2</c:v>
                </c:pt>
                <c:pt idx="3312">
                  <c:v>4.2500000000000003E-2</c:v>
                </c:pt>
                <c:pt idx="3313">
                  <c:v>4.2500000000000003E-2</c:v>
                </c:pt>
                <c:pt idx="3314">
                  <c:v>4.2500000000000003E-2</c:v>
                </c:pt>
                <c:pt idx="3315">
                  <c:v>4.2500000000000003E-2</c:v>
                </c:pt>
                <c:pt idx="3316">
                  <c:v>4.2500000000000003E-2</c:v>
                </c:pt>
                <c:pt idx="3317">
                  <c:v>4.2500000000000003E-2</c:v>
                </c:pt>
                <c:pt idx="3318">
                  <c:v>4.2500000000000003E-2</c:v>
                </c:pt>
                <c:pt idx="3319">
                  <c:v>4.2500000000000003E-2</c:v>
                </c:pt>
                <c:pt idx="3320">
                  <c:v>4.2500000000000003E-2</c:v>
                </c:pt>
                <c:pt idx="3321">
                  <c:v>4.2500000000000003E-2</c:v>
                </c:pt>
                <c:pt idx="3322">
                  <c:v>4.2500000000000003E-2</c:v>
                </c:pt>
                <c:pt idx="3323">
                  <c:v>4.2500000000000003E-2</c:v>
                </c:pt>
                <c:pt idx="3324">
                  <c:v>4.2500000000000003E-2</c:v>
                </c:pt>
                <c:pt idx="3325">
                  <c:v>4.2500000000000003E-2</c:v>
                </c:pt>
                <c:pt idx="3326">
                  <c:v>4.2500000000000003E-2</c:v>
                </c:pt>
                <c:pt idx="3327">
                  <c:v>4.2500000000000003E-2</c:v>
                </c:pt>
                <c:pt idx="3328">
                  <c:v>4.2500000000000003E-2</c:v>
                </c:pt>
                <c:pt idx="3329">
                  <c:v>4.2500000000000003E-2</c:v>
                </c:pt>
                <c:pt idx="3330">
                  <c:v>4.2500000000000003E-2</c:v>
                </c:pt>
                <c:pt idx="3331">
                  <c:v>4.2500000000000003E-2</c:v>
                </c:pt>
                <c:pt idx="3332">
                  <c:v>4.2500000000000003E-2</c:v>
                </c:pt>
                <c:pt idx="3333">
                  <c:v>4.2500000000000003E-2</c:v>
                </c:pt>
                <c:pt idx="3334">
                  <c:v>4.2500000000000003E-2</c:v>
                </c:pt>
                <c:pt idx="3335">
                  <c:v>4.2500000000000003E-2</c:v>
                </c:pt>
                <c:pt idx="3336">
                  <c:v>4.2500000000000003E-2</c:v>
                </c:pt>
                <c:pt idx="3337">
                  <c:v>4.2500000000000003E-2</c:v>
                </c:pt>
                <c:pt idx="3338">
                  <c:v>4.2500000000000003E-2</c:v>
                </c:pt>
                <c:pt idx="3339">
                  <c:v>4.2500000000000003E-2</c:v>
                </c:pt>
                <c:pt idx="3340">
                  <c:v>4.2500000000000003E-2</c:v>
                </c:pt>
                <c:pt idx="3341">
                  <c:v>4.2500000000000003E-2</c:v>
                </c:pt>
                <c:pt idx="3342">
                  <c:v>4.2500000000000003E-2</c:v>
                </c:pt>
                <c:pt idx="3343">
                  <c:v>4.2500000000000003E-2</c:v>
                </c:pt>
                <c:pt idx="3344">
                  <c:v>4.2500000000000003E-2</c:v>
                </c:pt>
                <c:pt idx="3345">
                  <c:v>4.2500000000000003E-2</c:v>
                </c:pt>
                <c:pt idx="3346">
                  <c:v>4.2500000000000003E-2</c:v>
                </c:pt>
                <c:pt idx="3347">
                  <c:v>4.2500000000000003E-2</c:v>
                </c:pt>
                <c:pt idx="3348">
                  <c:v>4.2500000000000003E-2</c:v>
                </c:pt>
                <c:pt idx="3349">
                  <c:v>4.2500000000000003E-2</c:v>
                </c:pt>
                <c:pt idx="3350">
                  <c:v>4.2500000000000003E-2</c:v>
                </c:pt>
                <c:pt idx="3351">
                  <c:v>4.2500000000000003E-2</c:v>
                </c:pt>
                <c:pt idx="3352">
                  <c:v>4.2500000000000003E-2</c:v>
                </c:pt>
                <c:pt idx="3353">
                  <c:v>4.2500000000000003E-2</c:v>
                </c:pt>
                <c:pt idx="3354">
                  <c:v>4.2500000000000003E-2</c:v>
                </c:pt>
                <c:pt idx="3355">
                  <c:v>4.2500000000000003E-2</c:v>
                </c:pt>
                <c:pt idx="3356">
                  <c:v>4.2500000000000003E-2</c:v>
                </c:pt>
                <c:pt idx="3357">
                  <c:v>4.2500000000000003E-2</c:v>
                </c:pt>
                <c:pt idx="3358">
                  <c:v>4.2500000000000003E-2</c:v>
                </c:pt>
                <c:pt idx="3359">
                  <c:v>4.2500000000000003E-2</c:v>
                </c:pt>
                <c:pt idx="3360">
                  <c:v>4.2500000000000003E-2</c:v>
                </c:pt>
                <c:pt idx="3361">
                  <c:v>4.2500000000000003E-2</c:v>
                </c:pt>
                <c:pt idx="3362">
                  <c:v>4.2500000000000003E-2</c:v>
                </c:pt>
                <c:pt idx="3363">
                  <c:v>4.2500000000000003E-2</c:v>
                </c:pt>
                <c:pt idx="3364">
                  <c:v>4.2500000000000003E-2</c:v>
                </c:pt>
                <c:pt idx="3365">
                  <c:v>4.2500000000000003E-2</c:v>
                </c:pt>
                <c:pt idx="3366">
                  <c:v>4.2500000000000003E-2</c:v>
                </c:pt>
                <c:pt idx="3367">
                  <c:v>4.2500000000000003E-2</c:v>
                </c:pt>
                <c:pt idx="3368">
                  <c:v>4.2500000000000003E-2</c:v>
                </c:pt>
                <c:pt idx="3369">
                  <c:v>4.2500000000000003E-2</c:v>
                </c:pt>
                <c:pt idx="3370">
                  <c:v>4.2500000000000003E-2</c:v>
                </c:pt>
                <c:pt idx="3371">
                  <c:v>4.2500000000000003E-2</c:v>
                </c:pt>
                <c:pt idx="3372">
                  <c:v>4.2500000000000003E-2</c:v>
                </c:pt>
                <c:pt idx="3373">
                  <c:v>4.2500000000000003E-2</c:v>
                </c:pt>
                <c:pt idx="3374">
                  <c:v>4.2500000000000003E-2</c:v>
                </c:pt>
                <c:pt idx="3375">
                  <c:v>4.2500000000000003E-2</c:v>
                </c:pt>
                <c:pt idx="3376">
                  <c:v>4.2500000000000003E-2</c:v>
                </c:pt>
                <c:pt idx="3377">
                  <c:v>4.2500000000000003E-2</c:v>
                </c:pt>
                <c:pt idx="3378">
                  <c:v>4.2500000000000003E-2</c:v>
                </c:pt>
                <c:pt idx="3379">
                  <c:v>4.2500000000000003E-2</c:v>
                </c:pt>
                <c:pt idx="3380">
                  <c:v>4.2500000000000003E-2</c:v>
                </c:pt>
                <c:pt idx="3381">
                  <c:v>4.2500000000000003E-2</c:v>
                </c:pt>
                <c:pt idx="3382">
                  <c:v>4.2500000000000003E-2</c:v>
                </c:pt>
                <c:pt idx="3383">
                  <c:v>4.2500000000000003E-2</c:v>
                </c:pt>
                <c:pt idx="3384">
                  <c:v>4.2500000000000003E-2</c:v>
                </c:pt>
                <c:pt idx="3385">
                  <c:v>4.2500000000000003E-2</c:v>
                </c:pt>
                <c:pt idx="3386">
                  <c:v>4.2500000000000003E-2</c:v>
                </c:pt>
                <c:pt idx="3387">
                  <c:v>4.2500000000000003E-2</c:v>
                </c:pt>
                <c:pt idx="3388">
                  <c:v>4.2500000000000003E-2</c:v>
                </c:pt>
                <c:pt idx="3389">
                  <c:v>4.2500000000000003E-2</c:v>
                </c:pt>
                <c:pt idx="3390">
                  <c:v>4.2500000000000003E-2</c:v>
                </c:pt>
                <c:pt idx="3391">
                  <c:v>4.2500000000000003E-2</c:v>
                </c:pt>
                <c:pt idx="3392">
                  <c:v>4.2500000000000003E-2</c:v>
                </c:pt>
                <c:pt idx="3393">
                  <c:v>4.2500000000000003E-2</c:v>
                </c:pt>
                <c:pt idx="3394">
                  <c:v>4.2500000000000003E-2</c:v>
                </c:pt>
                <c:pt idx="3395">
                  <c:v>4.2500000000000003E-2</c:v>
                </c:pt>
                <c:pt idx="3396">
                  <c:v>4.2500000000000003E-2</c:v>
                </c:pt>
                <c:pt idx="3397">
                  <c:v>4.2500000000000003E-2</c:v>
                </c:pt>
                <c:pt idx="3398">
                  <c:v>4.2500000000000003E-2</c:v>
                </c:pt>
                <c:pt idx="3399">
                  <c:v>4.2500000000000003E-2</c:v>
                </c:pt>
                <c:pt idx="3400">
                  <c:v>4.2500000000000003E-2</c:v>
                </c:pt>
                <c:pt idx="3401">
                  <c:v>4.2500000000000003E-2</c:v>
                </c:pt>
                <c:pt idx="3402">
                  <c:v>4.2500000000000003E-2</c:v>
                </c:pt>
                <c:pt idx="3403">
                  <c:v>4.2500000000000003E-2</c:v>
                </c:pt>
                <c:pt idx="3404">
                  <c:v>4.2500000000000003E-2</c:v>
                </c:pt>
                <c:pt idx="3405">
                  <c:v>4.2500000000000003E-2</c:v>
                </c:pt>
                <c:pt idx="3406">
                  <c:v>4.2500000000000003E-2</c:v>
                </c:pt>
                <c:pt idx="3407">
                  <c:v>4.2500000000000003E-2</c:v>
                </c:pt>
                <c:pt idx="3408">
                  <c:v>4.2500000000000003E-2</c:v>
                </c:pt>
                <c:pt idx="3409">
                  <c:v>4.2500000000000003E-2</c:v>
                </c:pt>
                <c:pt idx="3410">
                  <c:v>4.2500000000000003E-2</c:v>
                </c:pt>
                <c:pt idx="3411">
                  <c:v>4.2500000000000003E-2</c:v>
                </c:pt>
                <c:pt idx="3412">
                  <c:v>4.2500000000000003E-2</c:v>
                </c:pt>
                <c:pt idx="3413">
                  <c:v>4.2500000000000003E-2</c:v>
                </c:pt>
                <c:pt idx="3414">
                  <c:v>4.2500000000000003E-2</c:v>
                </c:pt>
                <c:pt idx="3415">
                  <c:v>4.2500000000000003E-2</c:v>
                </c:pt>
                <c:pt idx="3416">
                  <c:v>4.2500000000000003E-2</c:v>
                </c:pt>
                <c:pt idx="3417">
                  <c:v>4.2500000000000003E-2</c:v>
                </c:pt>
                <c:pt idx="3418">
                  <c:v>4.2500000000000003E-2</c:v>
                </c:pt>
                <c:pt idx="3419">
                  <c:v>4.2500000000000003E-2</c:v>
                </c:pt>
                <c:pt idx="3420">
                  <c:v>4.2500000000000003E-2</c:v>
                </c:pt>
                <c:pt idx="3421">
                  <c:v>4.2500000000000003E-2</c:v>
                </c:pt>
                <c:pt idx="3422">
                  <c:v>4.2500000000000003E-2</c:v>
                </c:pt>
                <c:pt idx="3423">
                  <c:v>4.2500000000000003E-2</c:v>
                </c:pt>
                <c:pt idx="3424">
                  <c:v>4.2500000000000003E-2</c:v>
                </c:pt>
                <c:pt idx="3425">
                  <c:v>4.2500000000000003E-2</c:v>
                </c:pt>
                <c:pt idx="3426">
                  <c:v>4.2500000000000003E-2</c:v>
                </c:pt>
                <c:pt idx="3427">
                  <c:v>4.2500000000000003E-2</c:v>
                </c:pt>
                <c:pt idx="3428">
                  <c:v>4.2500000000000003E-2</c:v>
                </c:pt>
                <c:pt idx="3429">
                  <c:v>4.2500000000000003E-2</c:v>
                </c:pt>
                <c:pt idx="3430">
                  <c:v>4.2500000000000003E-2</c:v>
                </c:pt>
                <c:pt idx="3431">
                  <c:v>4.2500000000000003E-2</c:v>
                </c:pt>
                <c:pt idx="3432">
                  <c:v>4.2500000000000003E-2</c:v>
                </c:pt>
                <c:pt idx="3433">
                  <c:v>4.2500000000000003E-2</c:v>
                </c:pt>
                <c:pt idx="3434">
                  <c:v>4.2500000000000003E-2</c:v>
                </c:pt>
                <c:pt idx="3435">
                  <c:v>4.2500000000000003E-2</c:v>
                </c:pt>
                <c:pt idx="3436">
                  <c:v>4.2500000000000003E-2</c:v>
                </c:pt>
                <c:pt idx="3437">
                  <c:v>4.2500000000000003E-2</c:v>
                </c:pt>
                <c:pt idx="3438">
                  <c:v>4.2500000000000003E-2</c:v>
                </c:pt>
                <c:pt idx="3439">
                  <c:v>4.2500000000000003E-2</c:v>
                </c:pt>
                <c:pt idx="3440">
                  <c:v>4.2500000000000003E-2</c:v>
                </c:pt>
                <c:pt idx="3441">
                  <c:v>4.2500000000000003E-2</c:v>
                </c:pt>
                <c:pt idx="3442">
                  <c:v>4.2500000000000003E-2</c:v>
                </c:pt>
                <c:pt idx="3443">
                  <c:v>4.2500000000000003E-2</c:v>
                </c:pt>
                <c:pt idx="3444">
                  <c:v>4.2500000000000003E-2</c:v>
                </c:pt>
                <c:pt idx="3445">
                  <c:v>4.2500000000000003E-2</c:v>
                </c:pt>
                <c:pt idx="3446">
                  <c:v>4.2500000000000003E-2</c:v>
                </c:pt>
                <c:pt idx="3447">
                  <c:v>4.2500000000000003E-2</c:v>
                </c:pt>
                <c:pt idx="3448">
                  <c:v>4.2500000000000003E-2</c:v>
                </c:pt>
                <c:pt idx="3449">
                  <c:v>4.2500000000000003E-2</c:v>
                </c:pt>
                <c:pt idx="3450">
                  <c:v>4.2500000000000003E-2</c:v>
                </c:pt>
                <c:pt idx="3451">
                  <c:v>4.2500000000000003E-2</c:v>
                </c:pt>
                <c:pt idx="3452">
                  <c:v>4.2500000000000003E-2</c:v>
                </c:pt>
                <c:pt idx="3453">
                  <c:v>4.2500000000000003E-2</c:v>
                </c:pt>
                <c:pt idx="3454">
                  <c:v>4.2500000000000003E-2</c:v>
                </c:pt>
                <c:pt idx="3455">
                  <c:v>4.2500000000000003E-2</c:v>
                </c:pt>
                <c:pt idx="3456">
                  <c:v>4.2500000000000003E-2</c:v>
                </c:pt>
                <c:pt idx="3457">
                  <c:v>4.2500000000000003E-2</c:v>
                </c:pt>
                <c:pt idx="3458">
                  <c:v>4.2500000000000003E-2</c:v>
                </c:pt>
                <c:pt idx="3459">
                  <c:v>4.2500000000000003E-2</c:v>
                </c:pt>
                <c:pt idx="3460">
                  <c:v>4.2500000000000003E-2</c:v>
                </c:pt>
                <c:pt idx="3461">
                  <c:v>4.2500000000000003E-2</c:v>
                </c:pt>
                <c:pt idx="3462">
                  <c:v>4.2500000000000003E-2</c:v>
                </c:pt>
                <c:pt idx="3463">
                  <c:v>4.2500000000000003E-2</c:v>
                </c:pt>
                <c:pt idx="3464">
                  <c:v>4.2500000000000003E-2</c:v>
                </c:pt>
                <c:pt idx="3465">
                  <c:v>4.2500000000000003E-2</c:v>
                </c:pt>
                <c:pt idx="3466">
                  <c:v>4.2500000000000003E-2</c:v>
                </c:pt>
                <c:pt idx="3467">
                  <c:v>4.2500000000000003E-2</c:v>
                </c:pt>
                <c:pt idx="3468">
                  <c:v>4.2500000000000003E-2</c:v>
                </c:pt>
                <c:pt idx="3469">
                  <c:v>4.2500000000000003E-2</c:v>
                </c:pt>
                <c:pt idx="3470">
                  <c:v>4.2500000000000003E-2</c:v>
                </c:pt>
                <c:pt idx="3471">
                  <c:v>4.2500000000000003E-2</c:v>
                </c:pt>
                <c:pt idx="3472">
                  <c:v>4.2500000000000003E-2</c:v>
                </c:pt>
                <c:pt idx="3473">
                  <c:v>4.2500000000000003E-2</c:v>
                </c:pt>
                <c:pt idx="3474">
                  <c:v>4.2500000000000003E-2</c:v>
                </c:pt>
                <c:pt idx="3475">
                  <c:v>4.2500000000000003E-2</c:v>
                </c:pt>
                <c:pt idx="3476">
                  <c:v>4.2500000000000003E-2</c:v>
                </c:pt>
                <c:pt idx="3477">
                  <c:v>4.2500000000000003E-2</c:v>
                </c:pt>
                <c:pt idx="3478">
                  <c:v>4.2500000000000003E-2</c:v>
                </c:pt>
                <c:pt idx="3479">
                  <c:v>4.2500000000000003E-2</c:v>
                </c:pt>
                <c:pt idx="3480">
                  <c:v>4.2500000000000003E-2</c:v>
                </c:pt>
                <c:pt idx="3481">
                  <c:v>4.2500000000000003E-2</c:v>
                </c:pt>
                <c:pt idx="3482">
                  <c:v>4.2500000000000003E-2</c:v>
                </c:pt>
                <c:pt idx="3483">
                  <c:v>4.2500000000000003E-2</c:v>
                </c:pt>
                <c:pt idx="3484">
                  <c:v>4.2500000000000003E-2</c:v>
                </c:pt>
                <c:pt idx="3485">
                  <c:v>4.2500000000000003E-2</c:v>
                </c:pt>
                <c:pt idx="3486">
                  <c:v>4.2500000000000003E-2</c:v>
                </c:pt>
                <c:pt idx="3487">
                  <c:v>4.2500000000000003E-2</c:v>
                </c:pt>
                <c:pt idx="3488">
                  <c:v>4.2500000000000003E-2</c:v>
                </c:pt>
                <c:pt idx="3489">
                  <c:v>4.2500000000000003E-2</c:v>
                </c:pt>
                <c:pt idx="3490">
                  <c:v>4.2500000000000003E-2</c:v>
                </c:pt>
                <c:pt idx="3491">
                  <c:v>4.2500000000000003E-2</c:v>
                </c:pt>
                <c:pt idx="3492">
                  <c:v>4.2500000000000003E-2</c:v>
                </c:pt>
                <c:pt idx="3493">
                  <c:v>4.2500000000000003E-2</c:v>
                </c:pt>
                <c:pt idx="3494">
                  <c:v>4.2500000000000003E-2</c:v>
                </c:pt>
                <c:pt idx="3495">
                  <c:v>4.2500000000000003E-2</c:v>
                </c:pt>
                <c:pt idx="3496">
                  <c:v>4.2500000000000003E-2</c:v>
                </c:pt>
                <c:pt idx="3497">
                  <c:v>4.2500000000000003E-2</c:v>
                </c:pt>
                <c:pt idx="3498">
                  <c:v>4.2500000000000003E-2</c:v>
                </c:pt>
                <c:pt idx="3499">
                  <c:v>4.2500000000000003E-2</c:v>
                </c:pt>
                <c:pt idx="3500">
                  <c:v>4.2500000000000003E-2</c:v>
                </c:pt>
                <c:pt idx="3501">
                  <c:v>4.2500000000000003E-2</c:v>
                </c:pt>
                <c:pt idx="3502">
                  <c:v>4.2500000000000003E-2</c:v>
                </c:pt>
                <c:pt idx="3503">
                  <c:v>4.2500000000000003E-2</c:v>
                </c:pt>
                <c:pt idx="3504">
                  <c:v>4.2500000000000003E-2</c:v>
                </c:pt>
                <c:pt idx="3505">
                  <c:v>4.2500000000000003E-2</c:v>
                </c:pt>
                <c:pt idx="3506">
                  <c:v>4.2500000000000003E-2</c:v>
                </c:pt>
                <c:pt idx="3507">
                  <c:v>4.2500000000000003E-2</c:v>
                </c:pt>
                <c:pt idx="3508">
                  <c:v>4.2500000000000003E-2</c:v>
                </c:pt>
                <c:pt idx="3509">
                  <c:v>4.2500000000000003E-2</c:v>
                </c:pt>
                <c:pt idx="3510">
                  <c:v>4.2500000000000003E-2</c:v>
                </c:pt>
                <c:pt idx="3511">
                  <c:v>4.2500000000000003E-2</c:v>
                </c:pt>
                <c:pt idx="3512">
                  <c:v>4.2500000000000003E-2</c:v>
                </c:pt>
                <c:pt idx="3513">
                  <c:v>4.2500000000000003E-2</c:v>
                </c:pt>
                <c:pt idx="3514">
                  <c:v>4.2500000000000003E-2</c:v>
                </c:pt>
                <c:pt idx="3515">
                  <c:v>4.2500000000000003E-2</c:v>
                </c:pt>
                <c:pt idx="3516">
                  <c:v>4.2500000000000003E-2</c:v>
                </c:pt>
                <c:pt idx="3517">
                  <c:v>4.2500000000000003E-2</c:v>
                </c:pt>
                <c:pt idx="3518">
                  <c:v>4.2500000000000003E-2</c:v>
                </c:pt>
                <c:pt idx="3519">
                  <c:v>4.2500000000000003E-2</c:v>
                </c:pt>
                <c:pt idx="3520">
                  <c:v>4.2500000000000003E-2</c:v>
                </c:pt>
                <c:pt idx="3521">
                  <c:v>4.2500000000000003E-2</c:v>
                </c:pt>
                <c:pt idx="3522">
                  <c:v>4.2500000000000003E-2</c:v>
                </c:pt>
                <c:pt idx="3523">
                  <c:v>4.2500000000000003E-2</c:v>
                </c:pt>
                <c:pt idx="3524">
                  <c:v>4.2500000000000003E-2</c:v>
                </c:pt>
                <c:pt idx="3525">
                  <c:v>4.2500000000000003E-2</c:v>
                </c:pt>
                <c:pt idx="3526">
                  <c:v>4.2500000000000003E-2</c:v>
                </c:pt>
                <c:pt idx="3527">
                  <c:v>4.2500000000000003E-2</c:v>
                </c:pt>
                <c:pt idx="3528">
                  <c:v>4.2500000000000003E-2</c:v>
                </c:pt>
                <c:pt idx="3529">
                  <c:v>4.2500000000000003E-2</c:v>
                </c:pt>
                <c:pt idx="3530">
                  <c:v>4.2500000000000003E-2</c:v>
                </c:pt>
                <c:pt idx="3531">
                  <c:v>4.2500000000000003E-2</c:v>
                </c:pt>
                <c:pt idx="3532">
                  <c:v>4.2500000000000003E-2</c:v>
                </c:pt>
                <c:pt idx="3533">
                  <c:v>4.2500000000000003E-2</c:v>
                </c:pt>
                <c:pt idx="3534">
                  <c:v>4.2500000000000003E-2</c:v>
                </c:pt>
                <c:pt idx="3535">
                  <c:v>4.2500000000000003E-2</c:v>
                </c:pt>
                <c:pt idx="3536">
                  <c:v>4.2500000000000003E-2</c:v>
                </c:pt>
                <c:pt idx="3537">
                  <c:v>4.2500000000000003E-2</c:v>
                </c:pt>
                <c:pt idx="3538">
                  <c:v>4.2500000000000003E-2</c:v>
                </c:pt>
                <c:pt idx="3539">
                  <c:v>4.2500000000000003E-2</c:v>
                </c:pt>
                <c:pt idx="3540">
                  <c:v>4.2500000000000003E-2</c:v>
                </c:pt>
                <c:pt idx="3541">
                  <c:v>4.2500000000000003E-2</c:v>
                </c:pt>
                <c:pt idx="3542">
                  <c:v>4.2500000000000003E-2</c:v>
                </c:pt>
                <c:pt idx="3543">
                  <c:v>4.2500000000000003E-2</c:v>
                </c:pt>
                <c:pt idx="3544">
                  <c:v>4.2500000000000003E-2</c:v>
                </c:pt>
                <c:pt idx="3545">
                  <c:v>4.2500000000000003E-2</c:v>
                </c:pt>
                <c:pt idx="3546">
                  <c:v>4.2500000000000003E-2</c:v>
                </c:pt>
                <c:pt idx="3547">
                  <c:v>4.2500000000000003E-2</c:v>
                </c:pt>
                <c:pt idx="3548">
                  <c:v>4.2500000000000003E-2</c:v>
                </c:pt>
                <c:pt idx="3549">
                  <c:v>4.2500000000000003E-2</c:v>
                </c:pt>
                <c:pt idx="3550">
                  <c:v>4.2500000000000003E-2</c:v>
                </c:pt>
                <c:pt idx="3551">
                  <c:v>4.2500000000000003E-2</c:v>
                </c:pt>
                <c:pt idx="3552">
                  <c:v>4.2500000000000003E-2</c:v>
                </c:pt>
                <c:pt idx="3553">
                  <c:v>4.2500000000000003E-2</c:v>
                </c:pt>
                <c:pt idx="3554">
                  <c:v>4.2500000000000003E-2</c:v>
                </c:pt>
                <c:pt idx="3555">
                  <c:v>4.2500000000000003E-2</c:v>
                </c:pt>
                <c:pt idx="3556">
                  <c:v>4.2500000000000003E-2</c:v>
                </c:pt>
                <c:pt idx="3557">
                  <c:v>4.2500000000000003E-2</c:v>
                </c:pt>
                <c:pt idx="3558">
                  <c:v>4.2500000000000003E-2</c:v>
                </c:pt>
                <c:pt idx="3559">
                  <c:v>4.2500000000000003E-2</c:v>
                </c:pt>
                <c:pt idx="3560">
                  <c:v>4.2500000000000003E-2</c:v>
                </c:pt>
                <c:pt idx="3561">
                  <c:v>4.2500000000000003E-2</c:v>
                </c:pt>
                <c:pt idx="3562">
                  <c:v>4.2500000000000003E-2</c:v>
                </c:pt>
                <c:pt idx="3563">
                  <c:v>4.2500000000000003E-2</c:v>
                </c:pt>
                <c:pt idx="3564">
                  <c:v>4.2500000000000003E-2</c:v>
                </c:pt>
                <c:pt idx="3565">
                  <c:v>4.2500000000000003E-2</c:v>
                </c:pt>
                <c:pt idx="3566">
                  <c:v>4.2500000000000003E-2</c:v>
                </c:pt>
                <c:pt idx="3567">
                  <c:v>4.2500000000000003E-2</c:v>
                </c:pt>
                <c:pt idx="3568">
                  <c:v>4.2500000000000003E-2</c:v>
                </c:pt>
                <c:pt idx="3569">
                  <c:v>4.2500000000000003E-2</c:v>
                </c:pt>
                <c:pt idx="3570">
                  <c:v>4.2500000000000003E-2</c:v>
                </c:pt>
                <c:pt idx="3571">
                  <c:v>4.2500000000000003E-2</c:v>
                </c:pt>
                <c:pt idx="3572">
                  <c:v>4.2500000000000003E-2</c:v>
                </c:pt>
                <c:pt idx="3573">
                  <c:v>4.2500000000000003E-2</c:v>
                </c:pt>
                <c:pt idx="3574">
                  <c:v>4.2500000000000003E-2</c:v>
                </c:pt>
                <c:pt idx="3575">
                  <c:v>4.2500000000000003E-2</c:v>
                </c:pt>
                <c:pt idx="3576">
                  <c:v>4.2500000000000003E-2</c:v>
                </c:pt>
                <c:pt idx="3577">
                  <c:v>4.2500000000000003E-2</c:v>
                </c:pt>
                <c:pt idx="3578">
                  <c:v>4.2500000000000003E-2</c:v>
                </c:pt>
                <c:pt idx="3579">
                  <c:v>4.2500000000000003E-2</c:v>
                </c:pt>
                <c:pt idx="3580">
                  <c:v>4.2500000000000003E-2</c:v>
                </c:pt>
                <c:pt idx="3581">
                  <c:v>4.2500000000000003E-2</c:v>
                </c:pt>
                <c:pt idx="3582">
                  <c:v>4.2500000000000003E-2</c:v>
                </c:pt>
                <c:pt idx="3583">
                  <c:v>4.2500000000000003E-2</c:v>
                </c:pt>
                <c:pt idx="3584">
                  <c:v>4.2500000000000003E-2</c:v>
                </c:pt>
                <c:pt idx="3585">
                  <c:v>4.2500000000000003E-2</c:v>
                </c:pt>
                <c:pt idx="3586">
                  <c:v>4.2500000000000003E-2</c:v>
                </c:pt>
                <c:pt idx="3587">
                  <c:v>4.2500000000000003E-2</c:v>
                </c:pt>
                <c:pt idx="3588">
                  <c:v>4.2500000000000003E-2</c:v>
                </c:pt>
                <c:pt idx="3589">
                  <c:v>4.2500000000000003E-2</c:v>
                </c:pt>
                <c:pt idx="3590">
                  <c:v>4.2500000000000003E-2</c:v>
                </c:pt>
                <c:pt idx="3591">
                  <c:v>4.2500000000000003E-2</c:v>
                </c:pt>
                <c:pt idx="3592">
                  <c:v>4.2500000000000003E-2</c:v>
                </c:pt>
                <c:pt idx="3593">
                  <c:v>4.2500000000000003E-2</c:v>
                </c:pt>
                <c:pt idx="3594">
                  <c:v>4.2500000000000003E-2</c:v>
                </c:pt>
                <c:pt idx="3595">
                  <c:v>4.2500000000000003E-2</c:v>
                </c:pt>
                <c:pt idx="3596">
                  <c:v>4.2500000000000003E-2</c:v>
                </c:pt>
                <c:pt idx="3597">
                  <c:v>4.2500000000000003E-2</c:v>
                </c:pt>
                <c:pt idx="3598">
                  <c:v>4.2500000000000003E-2</c:v>
                </c:pt>
                <c:pt idx="3599">
                  <c:v>4.2500000000000003E-2</c:v>
                </c:pt>
                <c:pt idx="3600">
                  <c:v>4.2500000000000003E-2</c:v>
                </c:pt>
                <c:pt idx="3601">
                  <c:v>4.2500000000000003E-2</c:v>
                </c:pt>
                <c:pt idx="3602">
                  <c:v>4.2500000000000003E-2</c:v>
                </c:pt>
                <c:pt idx="3603">
                  <c:v>4.2500000000000003E-2</c:v>
                </c:pt>
                <c:pt idx="3604">
                  <c:v>4.2500000000000003E-2</c:v>
                </c:pt>
                <c:pt idx="3605">
                  <c:v>4.2500000000000003E-2</c:v>
                </c:pt>
                <c:pt idx="3606">
                  <c:v>4.2500000000000003E-2</c:v>
                </c:pt>
                <c:pt idx="3607">
                  <c:v>4.2500000000000003E-2</c:v>
                </c:pt>
                <c:pt idx="3608">
                  <c:v>4.2500000000000003E-2</c:v>
                </c:pt>
                <c:pt idx="3609">
                  <c:v>4.2500000000000003E-2</c:v>
                </c:pt>
                <c:pt idx="3610">
                  <c:v>4.2500000000000003E-2</c:v>
                </c:pt>
                <c:pt idx="3611">
                  <c:v>4.2500000000000003E-2</c:v>
                </c:pt>
                <c:pt idx="3612">
                  <c:v>4.2500000000000003E-2</c:v>
                </c:pt>
                <c:pt idx="3613">
                  <c:v>4.2500000000000003E-2</c:v>
                </c:pt>
                <c:pt idx="3614">
                  <c:v>4.2500000000000003E-2</c:v>
                </c:pt>
                <c:pt idx="3615">
                  <c:v>4.2500000000000003E-2</c:v>
                </c:pt>
                <c:pt idx="3616">
                  <c:v>4.2500000000000003E-2</c:v>
                </c:pt>
                <c:pt idx="3617">
                  <c:v>4.2500000000000003E-2</c:v>
                </c:pt>
                <c:pt idx="3618">
                  <c:v>4.2500000000000003E-2</c:v>
                </c:pt>
                <c:pt idx="3619">
                  <c:v>4.2500000000000003E-2</c:v>
                </c:pt>
                <c:pt idx="3620">
                  <c:v>4.2500000000000003E-2</c:v>
                </c:pt>
                <c:pt idx="3621">
                  <c:v>4.2500000000000003E-2</c:v>
                </c:pt>
                <c:pt idx="3622">
                  <c:v>4.2500000000000003E-2</c:v>
                </c:pt>
                <c:pt idx="3623">
                  <c:v>4.2500000000000003E-2</c:v>
                </c:pt>
                <c:pt idx="3624">
                  <c:v>4.2500000000000003E-2</c:v>
                </c:pt>
                <c:pt idx="3625">
                  <c:v>4.2500000000000003E-2</c:v>
                </c:pt>
                <c:pt idx="3626">
                  <c:v>4.2500000000000003E-2</c:v>
                </c:pt>
                <c:pt idx="3627">
                  <c:v>4.2500000000000003E-2</c:v>
                </c:pt>
                <c:pt idx="3628">
                  <c:v>4.2500000000000003E-2</c:v>
                </c:pt>
                <c:pt idx="3629">
                  <c:v>4.2500000000000003E-2</c:v>
                </c:pt>
                <c:pt idx="3630">
                  <c:v>4.2500000000000003E-2</c:v>
                </c:pt>
                <c:pt idx="3631">
                  <c:v>4.2500000000000003E-2</c:v>
                </c:pt>
                <c:pt idx="3632">
                  <c:v>4.2500000000000003E-2</c:v>
                </c:pt>
                <c:pt idx="3633">
                  <c:v>4.2500000000000003E-2</c:v>
                </c:pt>
                <c:pt idx="3634">
                  <c:v>4.2500000000000003E-2</c:v>
                </c:pt>
                <c:pt idx="3635">
                  <c:v>4.2500000000000003E-2</c:v>
                </c:pt>
                <c:pt idx="3636">
                  <c:v>4.2500000000000003E-2</c:v>
                </c:pt>
                <c:pt idx="3637">
                  <c:v>4.2500000000000003E-2</c:v>
                </c:pt>
                <c:pt idx="3638">
                  <c:v>4.2500000000000003E-2</c:v>
                </c:pt>
                <c:pt idx="3639">
                  <c:v>4.2500000000000003E-2</c:v>
                </c:pt>
                <c:pt idx="3640">
                  <c:v>4.2500000000000003E-2</c:v>
                </c:pt>
                <c:pt idx="3641">
                  <c:v>4.2500000000000003E-2</c:v>
                </c:pt>
                <c:pt idx="3642">
                  <c:v>4.2500000000000003E-2</c:v>
                </c:pt>
                <c:pt idx="3643">
                  <c:v>4.2500000000000003E-2</c:v>
                </c:pt>
                <c:pt idx="3644">
                  <c:v>4.2500000000000003E-2</c:v>
                </c:pt>
                <c:pt idx="3645">
                  <c:v>4.2500000000000003E-2</c:v>
                </c:pt>
                <c:pt idx="3646">
                  <c:v>4.2500000000000003E-2</c:v>
                </c:pt>
                <c:pt idx="3647">
                  <c:v>4.2500000000000003E-2</c:v>
                </c:pt>
                <c:pt idx="3648">
                  <c:v>4.2500000000000003E-2</c:v>
                </c:pt>
                <c:pt idx="3649">
                  <c:v>4.2500000000000003E-2</c:v>
                </c:pt>
                <c:pt idx="3650">
                  <c:v>4.2500000000000003E-2</c:v>
                </c:pt>
                <c:pt idx="3651">
                  <c:v>4.2500000000000003E-2</c:v>
                </c:pt>
                <c:pt idx="3652">
                  <c:v>4.2500000000000003E-2</c:v>
                </c:pt>
                <c:pt idx="3653">
                  <c:v>4.2500000000000003E-2</c:v>
                </c:pt>
                <c:pt idx="3654">
                  <c:v>4.2500000000000003E-2</c:v>
                </c:pt>
                <c:pt idx="3655">
                  <c:v>4.2500000000000003E-2</c:v>
                </c:pt>
                <c:pt idx="3656">
                  <c:v>4.2500000000000003E-2</c:v>
                </c:pt>
                <c:pt idx="3657">
                  <c:v>4.2500000000000003E-2</c:v>
                </c:pt>
                <c:pt idx="3658">
                  <c:v>4.2500000000000003E-2</c:v>
                </c:pt>
                <c:pt idx="3659">
                  <c:v>4.2500000000000003E-2</c:v>
                </c:pt>
                <c:pt idx="3660">
                  <c:v>4.2500000000000003E-2</c:v>
                </c:pt>
                <c:pt idx="3661">
                  <c:v>4.2500000000000003E-2</c:v>
                </c:pt>
                <c:pt idx="3662">
                  <c:v>4.2500000000000003E-2</c:v>
                </c:pt>
                <c:pt idx="3663">
                  <c:v>4.2500000000000003E-2</c:v>
                </c:pt>
                <c:pt idx="3664">
                  <c:v>4.2500000000000003E-2</c:v>
                </c:pt>
                <c:pt idx="3665">
                  <c:v>4.2500000000000003E-2</c:v>
                </c:pt>
                <c:pt idx="3666">
                  <c:v>4.2500000000000003E-2</c:v>
                </c:pt>
                <c:pt idx="3667">
                  <c:v>4.2500000000000003E-2</c:v>
                </c:pt>
                <c:pt idx="3668">
                  <c:v>4.2500000000000003E-2</c:v>
                </c:pt>
                <c:pt idx="3669">
                  <c:v>4.2500000000000003E-2</c:v>
                </c:pt>
                <c:pt idx="3670">
                  <c:v>4.2500000000000003E-2</c:v>
                </c:pt>
                <c:pt idx="3671">
                  <c:v>4.2500000000000003E-2</c:v>
                </c:pt>
                <c:pt idx="3672">
                  <c:v>4.2500000000000003E-2</c:v>
                </c:pt>
                <c:pt idx="3673">
                  <c:v>4.2500000000000003E-2</c:v>
                </c:pt>
                <c:pt idx="3674">
                  <c:v>4.2500000000000003E-2</c:v>
                </c:pt>
                <c:pt idx="3675">
                  <c:v>4.2500000000000003E-2</c:v>
                </c:pt>
                <c:pt idx="3676">
                  <c:v>4.2500000000000003E-2</c:v>
                </c:pt>
                <c:pt idx="3677">
                  <c:v>4.2500000000000003E-2</c:v>
                </c:pt>
                <c:pt idx="3678">
                  <c:v>4.2500000000000003E-2</c:v>
                </c:pt>
                <c:pt idx="3679">
                  <c:v>4.2500000000000003E-2</c:v>
                </c:pt>
                <c:pt idx="3680">
                  <c:v>4.2500000000000003E-2</c:v>
                </c:pt>
                <c:pt idx="3681">
                  <c:v>4.2500000000000003E-2</c:v>
                </c:pt>
                <c:pt idx="3682">
                  <c:v>4.2500000000000003E-2</c:v>
                </c:pt>
                <c:pt idx="3683">
                  <c:v>4.2500000000000003E-2</c:v>
                </c:pt>
                <c:pt idx="3684">
                  <c:v>4.2500000000000003E-2</c:v>
                </c:pt>
                <c:pt idx="3685">
                  <c:v>4.2500000000000003E-2</c:v>
                </c:pt>
                <c:pt idx="3686">
                  <c:v>4.2500000000000003E-2</c:v>
                </c:pt>
                <c:pt idx="3687">
                  <c:v>4.2500000000000003E-2</c:v>
                </c:pt>
                <c:pt idx="3688">
                  <c:v>4.2500000000000003E-2</c:v>
                </c:pt>
                <c:pt idx="3689">
                  <c:v>4.2500000000000003E-2</c:v>
                </c:pt>
                <c:pt idx="3690">
                  <c:v>4.2500000000000003E-2</c:v>
                </c:pt>
                <c:pt idx="3691">
                  <c:v>4.2500000000000003E-2</c:v>
                </c:pt>
                <c:pt idx="3692">
                  <c:v>4.2500000000000003E-2</c:v>
                </c:pt>
                <c:pt idx="3693">
                  <c:v>4.2500000000000003E-2</c:v>
                </c:pt>
                <c:pt idx="3694">
                  <c:v>4.2500000000000003E-2</c:v>
                </c:pt>
                <c:pt idx="3695">
                  <c:v>4.2500000000000003E-2</c:v>
                </c:pt>
                <c:pt idx="3696">
                  <c:v>4.2500000000000003E-2</c:v>
                </c:pt>
                <c:pt idx="3697">
                  <c:v>4.2500000000000003E-2</c:v>
                </c:pt>
                <c:pt idx="3698">
                  <c:v>4.2500000000000003E-2</c:v>
                </c:pt>
                <c:pt idx="3699">
                  <c:v>4.2500000000000003E-2</c:v>
                </c:pt>
                <c:pt idx="3700">
                  <c:v>4.2500000000000003E-2</c:v>
                </c:pt>
                <c:pt idx="3701">
                  <c:v>4.2500000000000003E-2</c:v>
                </c:pt>
                <c:pt idx="3702">
                  <c:v>4.2500000000000003E-2</c:v>
                </c:pt>
                <c:pt idx="3703">
                  <c:v>4.2500000000000003E-2</c:v>
                </c:pt>
                <c:pt idx="3704">
                  <c:v>4.2500000000000003E-2</c:v>
                </c:pt>
                <c:pt idx="3705">
                  <c:v>4.2500000000000003E-2</c:v>
                </c:pt>
                <c:pt idx="3706">
                  <c:v>4.2500000000000003E-2</c:v>
                </c:pt>
                <c:pt idx="3707">
                  <c:v>4.2500000000000003E-2</c:v>
                </c:pt>
                <c:pt idx="3708">
                  <c:v>4.2500000000000003E-2</c:v>
                </c:pt>
                <c:pt idx="3709">
                  <c:v>4.2500000000000003E-2</c:v>
                </c:pt>
                <c:pt idx="3710">
                  <c:v>4.2500000000000003E-2</c:v>
                </c:pt>
                <c:pt idx="3711">
                  <c:v>4.2500000000000003E-2</c:v>
                </c:pt>
                <c:pt idx="3712">
                  <c:v>4.2500000000000003E-2</c:v>
                </c:pt>
                <c:pt idx="3713">
                  <c:v>4.2500000000000003E-2</c:v>
                </c:pt>
                <c:pt idx="3714">
                  <c:v>4.2500000000000003E-2</c:v>
                </c:pt>
                <c:pt idx="3715">
                  <c:v>4.2500000000000003E-2</c:v>
                </c:pt>
                <c:pt idx="3716">
                  <c:v>4.2500000000000003E-2</c:v>
                </c:pt>
                <c:pt idx="3717">
                  <c:v>4.2500000000000003E-2</c:v>
                </c:pt>
                <c:pt idx="3718">
                  <c:v>4.2500000000000003E-2</c:v>
                </c:pt>
                <c:pt idx="3719">
                  <c:v>4.2500000000000003E-2</c:v>
                </c:pt>
                <c:pt idx="3720">
                  <c:v>4.2500000000000003E-2</c:v>
                </c:pt>
                <c:pt idx="3721">
                  <c:v>4.2500000000000003E-2</c:v>
                </c:pt>
                <c:pt idx="3722">
                  <c:v>4.2500000000000003E-2</c:v>
                </c:pt>
                <c:pt idx="3723">
                  <c:v>4.2500000000000003E-2</c:v>
                </c:pt>
                <c:pt idx="3724">
                  <c:v>4.2500000000000003E-2</c:v>
                </c:pt>
                <c:pt idx="3725">
                  <c:v>4.2500000000000003E-2</c:v>
                </c:pt>
                <c:pt idx="3726">
                  <c:v>4.2500000000000003E-2</c:v>
                </c:pt>
                <c:pt idx="3727">
                  <c:v>4.2500000000000003E-2</c:v>
                </c:pt>
                <c:pt idx="3728">
                  <c:v>4.2500000000000003E-2</c:v>
                </c:pt>
                <c:pt idx="3729">
                  <c:v>4.2500000000000003E-2</c:v>
                </c:pt>
                <c:pt idx="3730">
                  <c:v>4.2500000000000003E-2</c:v>
                </c:pt>
                <c:pt idx="3731">
                  <c:v>4.2500000000000003E-2</c:v>
                </c:pt>
                <c:pt idx="3732">
                  <c:v>4.2500000000000003E-2</c:v>
                </c:pt>
                <c:pt idx="3733">
                  <c:v>4.2500000000000003E-2</c:v>
                </c:pt>
                <c:pt idx="3734">
                  <c:v>4.2500000000000003E-2</c:v>
                </c:pt>
                <c:pt idx="3735">
                  <c:v>4.2500000000000003E-2</c:v>
                </c:pt>
                <c:pt idx="3736">
                  <c:v>4.2500000000000003E-2</c:v>
                </c:pt>
                <c:pt idx="3737">
                  <c:v>4.2500000000000003E-2</c:v>
                </c:pt>
                <c:pt idx="3738">
                  <c:v>4.2500000000000003E-2</c:v>
                </c:pt>
                <c:pt idx="3739">
                  <c:v>4.2500000000000003E-2</c:v>
                </c:pt>
                <c:pt idx="3740">
                  <c:v>4.2500000000000003E-2</c:v>
                </c:pt>
                <c:pt idx="3741">
                  <c:v>4.2500000000000003E-2</c:v>
                </c:pt>
                <c:pt idx="3742">
                  <c:v>4.2500000000000003E-2</c:v>
                </c:pt>
                <c:pt idx="3743">
                  <c:v>4.2500000000000003E-2</c:v>
                </c:pt>
                <c:pt idx="3744">
                  <c:v>4.2500000000000003E-2</c:v>
                </c:pt>
                <c:pt idx="3745">
                  <c:v>4.2500000000000003E-2</c:v>
                </c:pt>
                <c:pt idx="3746">
                  <c:v>4.2500000000000003E-2</c:v>
                </c:pt>
                <c:pt idx="3747">
                  <c:v>4.2500000000000003E-2</c:v>
                </c:pt>
                <c:pt idx="3748">
                  <c:v>4.2500000000000003E-2</c:v>
                </c:pt>
                <c:pt idx="3749">
                  <c:v>4.2500000000000003E-2</c:v>
                </c:pt>
                <c:pt idx="3750">
                  <c:v>4.2500000000000003E-2</c:v>
                </c:pt>
                <c:pt idx="3751">
                  <c:v>4.2500000000000003E-2</c:v>
                </c:pt>
                <c:pt idx="3752">
                  <c:v>4.2500000000000003E-2</c:v>
                </c:pt>
                <c:pt idx="3753">
                  <c:v>4.2500000000000003E-2</c:v>
                </c:pt>
                <c:pt idx="3754">
                  <c:v>4.2500000000000003E-2</c:v>
                </c:pt>
                <c:pt idx="3755">
                  <c:v>4.2500000000000003E-2</c:v>
                </c:pt>
                <c:pt idx="3756">
                  <c:v>4.2500000000000003E-2</c:v>
                </c:pt>
                <c:pt idx="3757">
                  <c:v>4.2500000000000003E-2</c:v>
                </c:pt>
                <c:pt idx="3758">
                  <c:v>4.2500000000000003E-2</c:v>
                </c:pt>
                <c:pt idx="3759">
                  <c:v>4.2500000000000003E-2</c:v>
                </c:pt>
                <c:pt idx="3760">
                  <c:v>4.2500000000000003E-2</c:v>
                </c:pt>
                <c:pt idx="3761">
                  <c:v>4.2500000000000003E-2</c:v>
                </c:pt>
                <c:pt idx="3762">
                  <c:v>4.2500000000000003E-2</c:v>
                </c:pt>
                <c:pt idx="3763">
                  <c:v>4.2500000000000003E-2</c:v>
                </c:pt>
                <c:pt idx="3764">
                  <c:v>4.2500000000000003E-2</c:v>
                </c:pt>
                <c:pt idx="3765">
                  <c:v>4.2500000000000003E-2</c:v>
                </c:pt>
                <c:pt idx="3766">
                  <c:v>4.2500000000000003E-2</c:v>
                </c:pt>
                <c:pt idx="3767">
                  <c:v>4.2500000000000003E-2</c:v>
                </c:pt>
                <c:pt idx="3768">
                  <c:v>4.2500000000000003E-2</c:v>
                </c:pt>
                <c:pt idx="3769">
                  <c:v>4.2500000000000003E-2</c:v>
                </c:pt>
                <c:pt idx="3770">
                  <c:v>4.2500000000000003E-2</c:v>
                </c:pt>
                <c:pt idx="3771">
                  <c:v>4.2500000000000003E-2</c:v>
                </c:pt>
                <c:pt idx="3772">
                  <c:v>4.2500000000000003E-2</c:v>
                </c:pt>
                <c:pt idx="3773">
                  <c:v>4.2500000000000003E-2</c:v>
                </c:pt>
                <c:pt idx="3774">
                  <c:v>4.2500000000000003E-2</c:v>
                </c:pt>
                <c:pt idx="3775">
                  <c:v>4.2500000000000003E-2</c:v>
                </c:pt>
                <c:pt idx="3776">
                  <c:v>4.2500000000000003E-2</c:v>
                </c:pt>
                <c:pt idx="3777">
                  <c:v>4.2500000000000003E-2</c:v>
                </c:pt>
                <c:pt idx="3778">
                  <c:v>4.2500000000000003E-2</c:v>
                </c:pt>
                <c:pt idx="3779">
                  <c:v>4.2500000000000003E-2</c:v>
                </c:pt>
                <c:pt idx="3780">
                  <c:v>4.2500000000000003E-2</c:v>
                </c:pt>
                <c:pt idx="3781">
                  <c:v>4.2500000000000003E-2</c:v>
                </c:pt>
                <c:pt idx="3782">
                  <c:v>4.2500000000000003E-2</c:v>
                </c:pt>
                <c:pt idx="3783">
                  <c:v>4.2500000000000003E-2</c:v>
                </c:pt>
                <c:pt idx="3784">
                  <c:v>4.2500000000000003E-2</c:v>
                </c:pt>
                <c:pt idx="3785">
                  <c:v>4.2500000000000003E-2</c:v>
                </c:pt>
                <c:pt idx="3786">
                  <c:v>4.2500000000000003E-2</c:v>
                </c:pt>
                <c:pt idx="3787">
                  <c:v>4.2500000000000003E-2</c:v>
                </c:pt>
                <c:pt idx="3788">
                  <c:v>4.2500000000000003E-2</c:v>
                </c:pt>
                <c:pt idx="3789">
                  <c:v>4.2500000000000003E-2</c:v>
                </c:pt>
                <c:pt idx="3790">
                  <c:v>4.2500000000000003E-2</c:v>
                </c:pt>
                <c:pt idx="3791">
                  <c:v>4.2500000000000003E-2</c:v>
                </c:pt>
                <c:pt idx="3792">
                  <c:v>4.2500000000000003E-2</c:v>
                </c:pt>
                <c:pt idx="3793">
                  <c:v>4.2500000000000003E-2</c:v>
                </c:pt>
                <c:pt idx="3794">
                  <c:v>4.2500000000000003E-2</c:v>
                </c:pt>
                <c:pt idx="3795">
                  <c:v>4.2500000000000003E-2</c:v>
                </c:pt>
                <c:pt idx="3796">
                  <c:v>4.2500000000000003E-2</c:v>
                </c:pt>
                <c:pt idx="3797">
                  <c:v>4.2500000000000003E-2</c:v>
                </c:pt>
                <c:pt idx="3798">
                  <c:v>4.2500000000000003E-2</c:v>
                </c:pt>
                <c:pt idx="3799">
                  <c:v>4.2500000000000003E-2</c:v>
                </c:pt>
                <c:pt idx="3800">
                  <c:v>4.2500000000000003E-2</c:v>
                </c:pt>
                <c:pt idx="3801">
                  <c:v>4.2500000000000003E-2</c:v>
                </c:pt>
                <c:pt idx="3802">
                  <c:v>4.2500000000000003E-2</c:v>
                </c:pt>
                <c:pt idx="3803">
                  <c:v>4.2500000000000003E-2</c:v>
                </c:pt>
                <c:pt idx="3804">
                  <c:v>4.2500000000000003E-2</c:v>
                </c:pt>
                <c:pt idx="3805">
                  <c:v>4.2500000000000003E-2</c:v>
                </c:pt>
                <c:pt idx="3806">
                  <c:v>4.2500000000000003E-2</c:v>
                </c:pt>
                <c:pt idx="3807">
                  <c:v>4.2500000000000003E-2</c:v>
                </c:pt>
                <c:pt idx="3808">
                  <c:v>4.2500000000000003E-2</c:v>
                </c:pt>
                <c:pt idx="3809">
                  <c:v>4.2500000000000003E-2</c:v>
                </c:pt>
                <c:pt idx="3810">
                  <c:v>4.2500000000000003E-2</c:v>
                </c:pt>
                <c:pt idx="3811">
                  <c:v>4.2500000000000003E-2</c:v>
                </c:pt>
                <c:pt idx="3812">
                  <c:v>4.2500000000000003E-2</c:v>
                </c:pt>
                <c:pt idx="3813">
                  <c:v>4.2500000000000003E-2</c:v>
                </c:pt>
                <c:pt idx="3814">
                  <c:v>4.2500000000000003E-2</c:v>
                </c:pt>
                <c:pt idx="3815">
                  <c:v>4.2500000000000003E-2</c:v>
                </c:pt>
                <c:pt idx="3816">
                  <c:v>4.2500000000000003E-2</c:v>
                </c:pt>
                <c:pt idx="3817">
                  <c:v>4.2500000000000003E-2</c:v>
                </c:pt>
                <c:pt idx="3818">
                  <c:v>4.2500000000000003E-2</c:v>
                </c:pt>
                <c:pt idx="3819">
                  <c:v>4.2500000000000003E-2</c:v>
                </c:pt>
                <c:pt idx="3820">
                  <c:v>4.2500000000000003E-2</c:v>
                </c:pt>
                <c:pt idx="3821">
                  <c:v>4.2500000000000003E-2</c:v>
                </c:pt>
                <c:pt idx="3822">
                  <c:v>4.2500000000000003E-2</c:v>
                </c:pt>
                <c:pt idx="3823">
                  <c:v>4.2500000000000003E-2</c:v>
                </c:pt>
                <c:pt idx="3824">
                  <c:v>4.2500000000000003E-2</c:v>
                </c:pt>
                <c:pt idx="3825">
                  <c:v>4.2500000000000003E-2</c:v>
                </c:pt>
                <c:pt idx="3826">
                  <c:v>4.2500000000000003E-2</c:v>
                </c:pt>
                <c:pt idx="3827">
                  <c:v>4.2500000000000003E-2</c:v>
                </c:pt>
                <c:pt idx="3828">
                  <c:v>4.2500000000000003E-2</c:v>
                </c:pt>
                <c:pt idx="3829">
                  <c:v>4.2500000000000003E-2</c:v>
                </c:pt>
                <c:pt idx="3830">
                  <c:v>4.2500000000000003E-2</c:v>
                </c:pt>
                <c:pt idx="3831">
                  <c:v>4.2500000000000003E-2</c:v>
                </c:pt>
                <c:pt idx="3832">
                  <c:v>4.2500000000000003E-2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C8-479F-8496-9D4D1BE744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90716943"/>
        <c:axId val="690720303"/>
      </c:lineChart>
      <c:dateAx>
        <c:axId val="690716943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ash"/>
              <a:round/>
            </a:ln>
            <a:effectLst/>
          </c:spPr>
        </c:majorGridlines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defRPr>
            </a:pPr>
            <a:endParaRPr lang="ko-KR"/>
          </a:p>
        </c:txPr>
        <c:crossAx val="690720303"/>
        <c:crosses val="autoZero"/>
        <c:auto val="1"/>
        <c:lblOffset val="100"/>
        <c:baseTimeUnit val="days"/>
        <c:majorUnit val="1"/>
        <c:majorTimeUnit val="years"/>
      </c:dateAx>
      <c:valAx>
        <c:axId val="690720303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ash"/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defRPr>
            </a:pPr>
            <a:endParaRPr lang="ko-KR"/>
          </a:p>
        </c:txPr>
        <c:crossAx val="690716943"/>
        <c:crosses val="autoZero"/>
        <c:crossBetween val="between"/>
        <c:majorUnit val="1.0000000000000002E-2"/>
      </c:valAx>
      <c:spPr>
        <a:noFill/>
        <a:ln w="3175">
          <a:noFill/>
        </a:ln>
        <a:effectLst/>
      </c:spPr>
    </c:plotArea>
    <c:legend>
      <c:legendPos val="r"/>
      <c:layout>
        <c:manualLayout>
          <c:xMode val="edge"/>
          <c:yMode val="edge"/>
          <c:x val="0.83173156180192565"/>
          <c:y val="0.56839506214870072"/>
          <c:w val="0.15572887027992491"/>
          <c:h val="0.23319600554392966"/>
        </c:manualLayout>
      </c:layout>
      <c:overlay val="0"/>
      <c:spPr>
        <a:solidFill>
          <a:schemeClr val="bg1">
            <a:lumMod val="95000"/>
          </a:schemeClr>
        </a:solidFill>
        <a:ln>
          <a:solidFill>
            <a:schemeClr val="bg2">
              <a:lumMod val="90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23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44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51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4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98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05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70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02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8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80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4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D3582BD-DBCA-1ECF-B8AB-2249ED59C5D9}"/>
              </a:ext>
            </a:extLst>
          </p:cNvPr>
          <p:cNvSpPr/>
          <p:nvPr userDrawn="1"/>
        </p:nvSpPr>
        <p:spPr>
          <a:xfrm>
            <a:off x="0" y="644398"/>
            <a:ext cx="12188952" cy="45719"/>
          </a:xfrm>
          <a:prstGeom prst="rect">
            <a:avLst/>
          </a:prstGeom>
          <a:solidFill>
            <a:srgbClr val="2F53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C39872-6836-CD00-D5B6-599D2E4976EE}"/>
              </a:ext>
            </a:extLst>
          </p:cNvPr>
          <p:cNvSpPr/>
          <p:nvPr userDrawn="1"/>
        </p:nvSpPr>
        <p:spPr>
          <a:xfrm>
            <a:off x="1" y="644398"/>
            <a:ext cx="2182483" cy="45719"/>
          </a:xfrm>
          <a:prstGeom prst="rect">
            <a:avLst/>
          </a:prstGeom>
          <a:solidFill>
            <a:srgbClr val="4D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B2C7C87-1B38-8DD3-D991-E40ACB5E4EB1}"/>
              </a:ext>
            </a:extLst>
          </p:cNvPr>
          <p:cNvSpPr/>
          <p:nvPr userDrawn="1"/>
        </p:nvSpPr>
        <p:spPr>
          <a:xfrm>
            <a:off x="2156605" y="644398"/>
            <a:ext cx="69012" cy="45719"/>
          </a:xfrm>
          <a:prstGeom prst="ellipse">
            <a:avLst/>
          </a:prstGeom>
          <a:solidFill>
            <a:srgbClr val="4D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29C154-709B-4324-4BD0-7C5BC74274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665" y="109728"/>
            <a:ext cx="1023004" cy="47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8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3" y="2377440"/>
            <a:ext cx="68580" cy="132588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4128" y="2377440"/>
            <a:ext cx="10241280" cy="1325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28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CD91일 </a:t>
            </a:r>
            <a:r>
              <a:rPr sz="28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연계</a:t>
            </a:r>
            <a:endParaRPr sz="2800"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pPr>
              <a:lnSpc>
                <a:spcPct val="102000"/>
              </a:lnSpc>
              <a:spcBef>
                <a:spcPts val="200"/>
              </a:spcBef>
            </a:pPr>
            <a:r>
              <a:rPr sz="4600" b="1" dirty="0">
                <a:solidFill>
                  <a:srgbClr val="0C3B24"/>
                </a:solidFill>
                <a:latin typeface="페이퍼로지 8 ExtraBold"/>
                <a:ea typeface="페이퍼로지 8 ExtraBold"/>
                <a:cs typeface="페이퍼로지 8 ExtraBold"/>
              </a:rPr>
              <a:t>Range Accrual Callable DLB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4005072"/>
            <a:ext cx="1024128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CD91일물 </a:t>
            </a:r>
            <a:r>
              <a:rPr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금리를</a:t>
            </a:r>
            <a:r>
              <a:rPr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기초자산으로</a:t>
            </a:r>
            <a:r>
              <a:rPr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하는</a:t>
            </a:r>
            <a:r>
              <a:rPr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 Range Accrual </a:t>
            </a:r>
            <a:r>
              <a:rPr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구조의</a:t>
            </a:r>
            <a:r>
              <a:rPr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원금지급형</a:t>
            </a:r>
            <a:r>
              <a:rPr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파생결합사채</a:t>
            </a:r>
            <a:endParaRPr dirty="0">
              <a:solidFill>
                <a:srgbClr val="4A4F55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24128" y="4645155"/>
            <a:ext cx="5943600" cy="14631"/>
          </a:xfrm>
          <a:prstGeom prst="rect">
            <a:avLst/>
          </a:prstGeom>
          <a:solidFill>
            <a:srgbClr val="D9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484632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5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5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FICC솔루션부</a:t>
            </a:r>
            <a:r>
              <a:rPr sz="15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  |   </a:t>
            </a:r>
            <a:r>
              <a:rPr sz="15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2026.09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7EC9F10-326F-36EC-8B66-33587CF85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3460" y="530963"/>
            <a:ext cx="2386345" cy="11062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787242"/>
            <a:ext cx="54864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목  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42849"/>
            <a:ext cx="1188720" cy="25603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73822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2600" b="1" dirty="0">
                <a:solidFill>
                  <a:schemeClr val="bg1">
                    <a:lumMod val="50000"/>
                  </a:schemeClr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5376" y="1775214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ko-KR" altLang="en-US" sz="2000" b="1" dirty="0">
                <a:latin typeface="페이퍼로지 7 Bold"/>
                <a:ea typeface="페이퍼로지 7 Bold"/>
                <a:cs typeface="페이퍼로지 7 Bold"/>
              </a:rPr>
              <a:t>파생결합상품</a:t>
            </a:r>
            <a:r>
              <a:rPr sz="2000" b="1" dirty="0"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2000" b="1" dirty="0" err="1">
                <a:latin typeface="페이퍼로지 7 Bold"/>
                <a:ea typeface="페이퍼로지 7 Bold"/>
                <a:cs typeface="페이퍼로지 7 Bold"/>
              </a:rPr>
              <a:t>개요</a:t>
            </a:r>
            <a:endParaRPr sz="2000" b="1" dirty="0"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65376" y="2405301"/>
            <a:ext cx="8595360" cy="12801"/>
          </a:xfrm>
          <a:prstGeom prst="rect">
            <a:avLst/>
          </a:prstGeom>
          <a:solidFill>
            <a:srgbClr val="EC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8219" y="2475829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2400" b="1" dirty="0">
                <a:solidFill>
                  <a:srgbClr val="8A949E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667" y="2521012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900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당사</a:t>
            </a:r>
            <a:r>
              <a:rPr sz="1900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DLB </a:t>
            </a:r>
            <a:r>
              <a:rPr sz="1900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상품</a:t>
            </a:r>
            <a:r>
              <a:rPr sz="1900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900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소개</a:t>
            </a:r>
            <a:endParaRPr sz="1900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856667" y="3221283"/>
            <a:ext cx="8595360" cy="12801"/>
          </a:xfrm>
          <a:prstGeom prst="rect">
            <a:avLst/>
          </a:prstGeom>
          <a:solidFill>
            <a:srgbClr val="EC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58219" y="3299373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2400" b="1" dirty="0">
                <a:solidFill>
                  <a:srgbClr val="8A949E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5376" y="3327522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900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DLB </a:t>
            </a:r>
            <a:r>
              <a:rPr sz="1900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투자</a:t>
            </a:r>
            <a:r>
              <a:rPr sz="1900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900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주요</a:t>
            </a:r>
            <a:r>
              <a:rPr sz="1900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900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사례</a:t>
            </a:r>
            <a:endParaRPr sz="1900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865376" y="4045979"/>
            <a:ext cx="8595360" cy="12801"/>
          </a:xfrm>
          <a:prstGeom prst="rect">
            <a:avLst/>
          </a:prstGeom>
          <a:solidFill>
            <a:srgbClr val="EC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280" y="4936235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2400" b="1" dirty="0">
                <a:solidFill>
                  <a:srgbClr val="8A949E"/>
                </a:solidFill>
                <a:latin typeface="페이퍼로지 8 ExtraBold"/>
                <a:ea typeface="페이퍼로지 8 ExtraBold"/>
                <a:cs typeface="페이퍼로지 8 ExtraBold"/>
              </a:rPr>
              <a:t>0</a:t>
            </a:r>
            <a:r>
              <a:rPr lang="en-US" sz="2400" b="1" dirty="0">
                <a:solidFill>
                  <a:srgbClr val="8A949E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r>
            <a:endParaRPr sz="2400" b="1" dirty="0">
              <a:solidFill>
                <a:srgbClr val="8A949E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52310" y="497978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900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투자</a:t>
            </a:r>
            <a:r>
              <a:rPr sz="1900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900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유의사항</a:t>
            </a:r>
            <a:endParaRPr sz="1900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2890C4-8698-BAA2-9CF4-33A3FAD32A04}"/>
              </a:ext>
            </a:extLst>
          </p:cNvPr>
          <p:cNvSpPr txBox="1"/>
          <p:nvPr/>
        </p:nvSpPr>
        <p:spPr>
          <a:xfrm>
            <a:off x="545153" y="4100835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2400" b="1" dirty="0">
                <a:solidFill>
                  <a:srgbClr val="8A949E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D55C5F-E17A-1695-237B-9864859E557A}"/>
              </a:ext>
            </a:extLst>
          </p:cNvPr>
          <p:cNvSpPr txBox="1"/>
          <p:nvPr/>
        </p:nvSpPr>
        <p:spPr>
          <a:xfrm>
            <a:off x="1852310" y="4130465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ko-KR" altLang="en-US" sz="1900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사모 </a:t>
            </a:r>
            <a:r>
              <a:rPr lang="en-US" altLang="ko-KR" sz="1900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DLB </a:t>
            </a:r>
            <a:r>
              <a:rPr lang="ko-KR" altLang="en-US" sz="1900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청약 절차 </a:t>
            </a:r>
            <a:endParaRPr sz="1900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EB5F0E78-7D81-C9EA-1C2D-CB366582E18B}"/>
              </a:ext>
            </a:extLst>
          </p:cNvPr>
          <p:cNvSpPr/>
          <p:nvPr/>
        </p:nvSpPr>
        <p:spPr>
          <a:xfrm>
            <a:off x="1852310" y="4816692"/>
            <a:ext cx="8595360" cy="12801"/>
          </a:xfrm>
          <a:prstGeom prst="rect">
            <a:avLst/>
          </a:prstGeom>
          <a:solidFill>
            <a:srgbClr val="EC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5688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9877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1. </a:t>
            </a:r>
            <a:r>
              <a:rPr lang="ko-KR" altLang="en-US"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파생결합상품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개요</a:t>
            </a:r>
            <a:endParaRPr sz="1400" b="1" dirty="0">
              <a:solidFill>
                <a:srgbClr val="14532D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32" y="731520"/>
            <a:ext cx="11058113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30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파생결합</a:t>
            </a:r>
            <a:r>
              <a:rPr lang="ko-KR" altLang="en-US"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상품이</a:t>
            </a:r>
            <a:r>
              <a:rPr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란 </a:t>
            </a:r>
            <a:r>
              <a:rPr sz="30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무엇인가</a:t>
            </a:r>
            <a:endParaRPr sz="3000"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32" y="1389892"/>
            <a:ext cx="11058113" cy="12801"/>
          </a:xfrm>
          <a:prstGeom prst="rect">
            <a:avLst/>
          </a:prstGeom>
          <a:solidFill>
            <a:srgbClr val="D9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508760" cy="18288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7423" y="1530709"/>
            <a:ext cx="10911809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기초자산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가격에 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따라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투자수익이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결정되는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증권</a:t>
            </a:r>
            <a:r>
              <a:rPr lang="ko-KR" altLang="en-US"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  <a:sym typeface="Wingdings" panose="05000000000000000000" pitchFamily="2" charset="2"/>
              </a:rPr>
              <a:t>채권</a:t>
            </a:r>
            <a:endParaRPr sz="1600" dirty="0">
              <a:solidFill>
                <a:srgbClr val="23272C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70247" y="1963350"/>
            <a:ext cx="128882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000" b="1" dirty="0" err="1">
                <a:solidFill>
                  <a:srgbClr val="23272C"/>
                </a:solidFill>
                <a:latin typeface="페이퍼로지 8 ExtraBold"/>
                <a:ea typeface="페이퍼로지 8 ExtraBold"/>
                <a:cs typeface="페이퍼로지 8 ExtraBold"/>
              </a:rPr>
              <a:t>일반채권</a:t>
            </a:r>
            <a:endParaRPr sz="2000" dirty="0">
              <a:solidFill>
                <a:srgbClr val="8A949E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19304" y="2468880"/>
            <a:ext cx="148132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19304" y="2468880"/>
            <a:ext cx="27432" cy="585216"/>
          </a:xfrm>
          <a:prstGeom prst="rect">
            <a:avLst/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83392" y="2611791"/>
            <a:ext cx="608805" cy="305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0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원금</a:t>
            </a:r>
            <a:endParaRPr sz="20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37209" y="26151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500" b="1">
                <a:solidFill>
                  <a:srgbClr val="8A949E"/>
                </a:solidFill>
                <a:latin typeface="페이퍼로지 7 Bold"/>
                <a:ea typeface="페이퍼로지 7 Bold"/>
                <a:cs typeface="페이퍼로지 7 Bold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4681" y="2468880"/>
            <a:ext cx="148132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84681" y="2468880"/>
            <a:ext cx="27432" cy="585216"/>
          </a:xfrm>
          <a:prstGeom prst="rect">
            <a:avLst/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74009" y="2611791"/>
            <a:ext cx="1082436" cy="305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0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고정이자</a:t>
            </a:r>
            <a:endParaRPr sz="20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3993300" y="3086003"/>
            <a:ext cx="0" cy="252000"/>
          </a:xfrm>
          <a:prstGeom prst="line">
            <a:avLst/>
          </a:prstGeom>
          <a:ln w="19050">
            <a:solidFill>
              <a:srgbClr val="8A949E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03937" y="3438144"/>
            <a:ext cx="2377440" cy="566928"/>
          </a:xfrm>
          <a:prstGeom prst="roundRect">
            <a:avLst>
              <a:gd name="adj" fmla="val 12000"/>
            </a:avLst>
          </a:prstGeom>
          <a:solidFill>
            <a:srgbClr val="D9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03937" y="354787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2000" b="1" dirty="0" err="1">
                <a:solidFill>
                  <a:srgbClr val="23272C"/>
                </a:solidFill>
                <a:latin typeface="페이퍼로지 8 ExtraBold"/>
                <a:ea typeface="페이퍼로지 8 ExtraBold"/>
                <a:cs typeface="페이퍼로지 8 ExtraBold"/>
              </a:rPr>
              <a:t>확정수익</a:t>
            </a:r>
            <a:endParaRPr sz="2000" b="1" dirty="0">
              <a:solidFill>
                <a:srgbClr val="23272C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90688" y="1999580"/>
            <a:ext cx="161304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altLang="en-US" sz="2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4 Regular"/>
              </a:rPr>
              <a:t>파생결합상품</a:t>
            </a:r>
            <a:endParaRPr sz="2000" dirty="0">
              <a:solidFill>
                <a:srgbClr val="8A949E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008179" y="2322579"/>
            <a:ext cx="3931920" cy="10972"/>
          </a:xfrm>
          <a:prstGeom prst="rect">
            <a:avLst/>
          </a:prstGeom>
          <a:solidFill>
            <a:srgbClr val="D9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70671" y="2468880"/>
            <a:ext cx="148132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70671" y="2468880"/>
            <a:ext cx="27432" cy="5852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46335" y="2629997"/>
            <a:ext cx="1146858" cy="3055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20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기초자산</a:t>
            </a:r>
            <a:endParaRPr sz="20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888575" y="26151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500" b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6047" y="2468880"/>
            <a:ext cx="148132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236047" y="2468880"/>
            <a:ext cx="27432" cy="5852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22753" y="2610612"/>
            <a:ext cx="1172930" cy="3055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20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수익조건</a:t>
            </a:r>
            <a:endParaRPr sz="20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9044023" y="3054096"/>
            <a:ext cx="0" cy="252000"/>
          </a:xfrm>
          <a:prstGeom prst="line">
            <a:avLst/>
          </a:prstGeom>
          <a:ln w="19050">
            <a:solidFill>
              <a:srgbClr val="14532D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881429" y="3438144"/>
            <a:ext cx="2377440" cy="566928"/>
          </a:xfrm>
          <a:prstGeom prst="roundRect">
            <a:avLst>
              <a:gd name="adj" fmla="val 1200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63840" y="351661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조건부</a:t>
            </a:r>
            <a:r>
              <a:rPr sz="2000" b="1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 Coupon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22705" y="2048261"/>
            <a:ext cx="14631" cy="1956815"/>
          </a:xfrm>
          <a:prstGeom prst="rect">
            <a:avLst/>
          </a:prstGeom>
          <a:solidFill>
            <a:srgbClr val="D9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8165" y="2895603"/>
            <a:ext cx="603504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VS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281781"/>
              </p:ext>
            </p:extLst>
          </p:nvPr>
        </p:nvGraphicFramePr>
        <p:xfrm>
          <a:off x="805631" y="4420041"/>
          <a:ext cx="10307154" cy="15912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8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428"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23272C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구분</a:t>
                      </a:r>
                      <a:endParaRPr sz="1500" b="1" dirty="0">
                        <a:solidFill>
                          <a:srgbClr val="23272C"/>
                        </a:solidFill>
                        <a:latin typeface="페이퍼로지 7 Bold"/>
                        <a:ea typeface="페이퍼로지 7 Bold"/>
                        <a:cs typeface="페이퍼로지 7 Bold"/>
                      </a:endParaRPr>
                    </a:p>
                  </a:txBody>
                  <a:tcPr marL="101600" marR="101600" marT="63500" marB="63500" anchor="ctr">
                    <a:lnL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23272C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일반채권</a:t>
                      </a:r>
                      <a:endParaRPr sz="1500" b="1" dirty="0">
                        <a:solidFill>
                          <a:srgbClr val="23272C"/>
                        </a:solidFill>
                        <a:latin typeface="페이퍼로지 7 Bold"/>
                        <a:ea typeface="페이퍼로지 7 Bold"/>
                        <a:cs typeface="페이퍼로지 7 Bold"/>
                      </a:endParaRPr>
                    </a:p>
                  </a:txBody>
                  <a:tcPr marL="101600" marR="101600" marT="63500" marB="63500" anchor="ctr">
                    <a:lnL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14532D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파생결합</a:t>
                      </a:r>
                      <a:r>
                        <a:rPr lang="ko-KR" altLang="en-US" sz="1500" b="1" dirty="0">
                          <a:solidFill>
                            <a:srgbClr val="14532D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상품</a:t>
                      </a:r>
                      <a:endParaRPr sz="1500" b="1" dirty="0">
                        <a:solidFill>
                          <a:srgbClr val="14532D"/>
                        </a:solidFill>
                        <a:latin typeface="페이퍼로지 7 Bold"/>
                        <a:ea typeface="페이퍼로지 7 Bold"/>
                        <a:cs typeface="페이퍼로지 7 Bold"/>
                      </a:endParaRPr>
                    </a:p>
                  </a:txBody>
                  <a:tcPr marL="101600" marR="101600" marT="63500" marB="63500" anchor="ctr">
                    <a:lnL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600"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14532D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기초자산</a:t>
                      </a:r>
                      <a:endParaRPr sz="1500" b="1" dirty="0">
                        <a:solidFill>
                          <a:srgbClr val="14532D"/>
                        </a:solidFill>
                        <a:latin typeface="페이퍼로지 7 Bold"/>
                        <a:ea typeface="페이퍼로지 7 Bold"/>
                        <a:cs typeface="페이퍼로지 7 Bold"/>
                      </a:endParaRPr>
                    </a:p>
                  </a:txBody>
                  <a:tcPr marL="152400" marR="101600" marT="63500" marB="63500" anchor="ctr">
                    <a:lnL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없음</a:t>
                      </a:r>
                      <a:endParaRPr sz="1300" b="0" dirty="0">
                        <a:solidFill>
                          <a:srgbClr val="23272C"/>
                        </a:solidFill>
                        <a:latin typeface="페이퍼로지 4 Regular"/>
                        <a:ea typeface="페이퍼로지 4 Regular"/>
                        <a:cs typeface="페이퍼로지 4 Regular"/>
                      </a:endParaRPr>
                    </a:p>
                  </a:txBody>
                  <a:tcPr marL="152400" marR="101600" marT="63500" marB="63500" anchor="ctr">
                    <a:lnL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금리</a:t>
                      </a:r>
                      <a:r>
                        <a:rPr sz="1300" b="0" dirty="0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 · </a:t>
                      </a:r>
                      <a:r>
                        <a:rPr sz="1300" b="0" dirty="0" err="1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환율</a:t>
                      </a:r>
                      <a:r>
                        <a:rPr sz="1300" b="0" dirty="0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 · </a:t>
                      </a:r>
                      <a:r>
                        <a:rPr sz="1300" b="0" dirty="0" err="1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원자재</a:t>
                      </a:r>
                      <a:r>
                        <a:rPr sz="1300" b="0" dirty="0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 등</a:t>
                      </a:r>
                    </a:p>
                  </a:txBody>
                  <a:tcPr marL="152400" marR="101600" marT="63500" marB="63500" anchor="ctr">
                    <a:lnL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600"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14532D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쿠폰</a:t>
                      </a:r>
                      <a:endParaRPr sz="1500" b="1" dirty="0">
                        <a:solidFill>
                          <a:srgbClr val="14532D"/>
                        </a:solidFill>
                        <a:latin typeface="페이퍼로지 7 Bold"/>
                        <a:ea typeface="페이퍼로지 7 Bold"/>
                        <a:cs typeface="페이퍼로지 7 Bold"/>
                      </a:endParaRPr>
                    </a:p>
                  </a:txBody>
                  <a:tcPr marL="152400" marR="101600" marT="63500" marB="63500" anchor="ctr">
                    <a:lnL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사전에</a:t>
                      </a:r>
                      <a:r>
                        <a:rPr sz="1300" b="0" dirty="0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확정</a:t>
                      </a:r>
                      <a:endParaRPr sz="1300" b="0" dirty="0">
                        <a:solidFill>
                          <a:srgbClr val="23272C"/>
                        </a:solidFill>
                        <a:latin typeface="페이퍼로지 4 Regular"/>
                        <a:ea typeface="페이퍼로지 4 Regular"/>
                        <a:cs typeface="페이퍼로지 4 Regular"/>
                      </a:endParaRPr>
                    </a:p>
                  </a:txBody>
                  <a:tcPr marL="152400" marR="101600" marT="63500" marB="63500" anchor="ctr">
                    <a:lnL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조건</a:t>
                      </a:r>
                      <a:r>
                        <a:rPr sz="1300" b="0" dirty="0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충족</a:t>
                      </a:r>
                      <a:r>
                        <a:rPr sz="1300" b="0" dirty="0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여부에</a:t>
                      </a:r>
                      <a:r>
                        <a:rPr sz="1300" b="0" dirty="0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따라</a:t>
                      </a:r>
                      <a:r>
                        <a:rPr sz="1300" b="0" dirty="0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결정</a:t>
                      </a:r>
                      <a:endParaRPr sz="1300" b="0" dirty="0">
                        <a:solidFill>
                          <a:srgbClr val="23272C"/>
                        </a:solidFill>
                        <a:latin typeface="페이퍼로지 4 Regular"/>
                        <a:ea typeface="페이퍼로지 4 Regular"/>
                        <a:cs typeface="페이퍼로지 4 Regular"/>
                      </a:endParaRPr>
                    </a:p>
                  </a:txBody>
                  <a:tcPr marL="152400" marR="101600" marT="63500" marB="63500" anchor="ctr">
                    <a:lnL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b="1" dirty="0">
                          <a:solidFill>
                            <a:srgbClr val="14532D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쿠폰변화</a:t>
                      </a:r>
                      <a:endParaRPr sz="1500" b="1" dirty="0">
                        <a:solidFill>
                          <a:srgbClr val="14532D"/>
                        </a:solidFill>
                        <a:latin typeface="페이퍼로지 7 Bold"/>
                        <a:ea typeface="페이퍼로지 7 Bold"/>
                        <a:cs typeface="페이퍼로지 7 Bold"/>
                      </a:endParaRPr>
                    </a:p>
                  </a:txBody>
                  <a:tcPr marL="152400" marR="101600" marT="63500" marB="63500" anchor="ctr">
                    <a:lnL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 dirty="0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없음</a:t>
                      </a:r>
                      <a:endParaRPr sz="1300" b="0" dirty="0">
                        <a:solidFill>
                          <a:srgbClr val="23272C"/>
                        </a:solidFill>
                        <a:latin typeface="페이퍼로지 4 Regular"/>
                        <a:ea typeface="페이퍼로지 4 Regular"/>
                        <a:cs typeface="페이퍼로지 4 Regular"/>
                      </a:endParaRPr>
                    </a:p>
                  </a:txBody>
                  <a:tcPr marL="152400" marR="101600" marT="63500" marB="63500" anchor="ctr">
                    <a:lnL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 dirty="0">
                          <a:solidFill>
                            <a:srgbClr val="23272C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>변동</a:t>
                      </a:r>
                      <a:endParaRPr sz="1300" b="0" dirty="0">
                        <a:solidFill>
                          <a:srgbClr val="23272C"/>
                        </a:solidFill>
                        <a:latin typeface="페이퍼로지 4 Regular"/>
                        <a:ea typeface="페이퍼로지 4 Regular"/>
                        <a:cs typeface="페이퍼로지 4 Regular"/>
                      </a:endParaRPr>
                    </a:p>
                  </a:txBody>
                  <a:tcPr marL="152400" marR="101600" marT="63500" marB="63500" anchor="ctr">
                    <a:lnL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874220" y="3194745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endParaRPr sz="1300" dirty="0">
              <a:solidFill>
                <a:srgbClr val="8A949E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1607DD-A495-2C6F-6981-9735C4080597}"/>
              </a:ext>
            </a:extLst>
          </p:cNvPr>
          <p:cNvSpPr txBox="1"/>
          <p:nvPr/>
        </p:nvSpPr>
        <p:spPr>
          <a:xfrm>
            <a:off x="566928" y="654710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KYOBO SECURITIES · FICC SOLUTION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B7E2BE-9CC9-E059-8435-590495817813}"/>
              </a:ext>
            </a:extLst>
          </p:cNvPr>
          <p:cNvSpPr txBox="1"/>
          <p:nvPr/>
        </p:nvSpPr>
        <p:spPr>
          <a:xfrm>
            <a:off x="10241280" y="6547104"/>
            <a:ext cx="1380744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03 </a:t>
            </a:r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/ 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5</a:t>
            </a:r>
            <a:endParaRPr sz="1200" dirty="0">
              <a:solidFill>
                <a:schemeClr val="bg1">
                  <a:lumMod val="8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7" name="Rectangle 24">
            <a:extLst>
              <a:ext uri="{FF2B5EF4-FFF2-40B4-BE49-F238E27FC236}">
                <a16:creationId xmlns:a16="http://schemas.microsoft.com/office/drawing/2014/main" id="{3062E31B-96F3-A768-2972-CAF6F279764D}"/>
              </a:ext>
            </a:extLst>
          </p:cNvPr>
          <p:cNvSpPr/>
          <p:nvPr/>
        </p:nvSpPr>
        <p:spPr>
          <a:xfrm>
            <a:off x="2083469" y="2344347"/>
            <a:ext cx="3931920" cy="10972"/>
          </a:xfrm>
          <a:prstGeom prst="rect">
            <a:avLst/>
          </a:prstGeom>
          <a:solidFill>
            <a:srgbClr val="D9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2994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1466"/>
            <a:ext cx="9601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altLang="ko-KR"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1. </a:t>
            </a:r>
            <a:r>
              <a:rPr lang="ko-KR" altLang="en-US"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파생결합상품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4156"/>
            <a:ext cx="11055096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파생결합상품</a:t>
            </a:r>
            <a:r>
              <a:rPr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의 </a:t>
            </a:r>
            <a:r>
              <a:rPr sz="30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투자</a:t>
            </a:r>
            <a:r>
              <a:rPr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30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특성</a:t>
            </a:r>
            <a:endParaRPr sz="3000"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144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508760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605107"/>
            <a:ext cx="1090879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특정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조건을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수용하는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대신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일반채권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대비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높은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쿠폰을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기대할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수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있는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구조</a:t>
            </a:r>
            <a:endParaRPr sz="1600" dirty="0">
              <a:solidFill>
                <a:srgbClr val="23272C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2283211"/>
            <a:ext cx="51206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파생결합상품을</a:t>
            </a:r>
            <a:r>
              <a:rPr sz="17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7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통해</a:t>
            </a:r>
            <a:r>
              <a:rPr sz="17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7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확보하는</a:t>
            </a:r>
            <a:r>
              <a:rPr sz="17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7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투자</a:t>
            </a:r>
            <a:r>
              <a:rPr sz="17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7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특성</a:t>
            </a:r>
            <a:endParaRPr sz="1700"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2633472"/>
            <a:ext cx="5120640" cy="8229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08776" y="2283211"/>
            <a:ext cx="51206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투자자가 감수하는 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33472"/>
            <a:ext cx="5120640" cy="8229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4476" y="2240280"/>
            <a:ext cx="10059" cy="3291840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928090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81"/>
            <a:ext cx="44348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맞춤형</a:t>
            </a:r>
            <a:r>
              <a:rPr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6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설계</a:t>
            </a:r>
            <a:endParaRPr sz="16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3385969"/>
            <a:ext cx="4672818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1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발행일</a:t>
            </a:r>
            <a:r>
              <a:rPr sz="1251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· </a:t>
            </a:r>
            <a:r>
              <a:rPr sz="1251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만기</a:t>
            </a:r>
            <a:r>
              <a:rPr sz="1251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· </a:t>
            </a:r>
            <a:r>
              <a:rPr sz="1251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금액</a:t>
            </a:r>
            <a:r>
              <a:rPr sz="1251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· </a:t>
            </a:r>
            <a:r>
              <a:rPr sz="13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기초자산</a:t>
            </a:r>
            <a:r>
              <a:rPr sz="1251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· </a:t>
            </a:r>
            <a:r>
              <a:rPr sz="1251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Barrier를</a:t>
            </a:r>
            <a:r>
              <a:rPr sz="1251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51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투자자</a:t>
            </a:r>
            <a:r>
              <a:rPr sz="1251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51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요구에</a:t>
            </a:r>
            <a:r>
              <a:rPr sz="1251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51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맞게</a:t>
            </a:r>
            <a:r>
              <a:rPr sz="1251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51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설정</a:t>
            </a:r>
            <a:endParaRPr sz="1251" dirty="0">
              <a:solidFill>
                <a:srgbClr val="4A4F55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6928" y="3703320"/>
            <a:ext cx="512064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961362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59353"/>
            <a:ext cx="44348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시장</a:t>
            </a:r>
            <a:r>
              <a:rPr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6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전망</a:t>
            </a:r>
            <a:r>
              <a:rPr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6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구현</a:t>
            </a:r>
            <a:endParaRPr sz="16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88720" y="4398824"/>
            <a:ext cx="44348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금리</a:t>
            </a:r>
            <a:r>
              <a:rPr sz="13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3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상승</a:t>
            </a:r>
            <a:r>
              <a:rPr sz="13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· </a:t>
            </a:r>
            <a:r>
              <a:rPr sz="13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하락</a:t>
            </a:r>
            <a:r>
              <a:rPr sz="13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· </a:t>
            </a:r>
            <a:r>
              <a:rPr sz="13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횡보</a:t>
            </a:r>
            <a:r>
              <a:rPr sz="13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3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전망을</a:t>
            </a:r>
            <a:r>
              <a:rPr sz="13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Coupon </a:t>
            </a:r>
            <a:r>
              <a:rPr sz="13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수익구조로</a:t>
            </a:r>
            <a:r>
              <a:rPr sz="13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3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설계</a:t>
            </a:r>
            <a:endParaRPr sz="1300" dirty="0">
              <a:solidFill>
                <a:srgbClr val="4A4F55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" y="4736592"/>
            <a:ext cx="512064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994634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992623"/>
            <a:ext cx="44348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높은</a:t>
            </a:r>
            <a:r>
              <a:rPr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Coupon </a:t>
            </a:r>
            <a:r>
              <a:rPr sz="16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가능</a:t>
            </a:r>
            <a:endParaRPr sz="16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8720" y="5432096"/>
            <a:ext cx="44348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조건 수용 대신 일반채권 대비 높은 Coupon 확보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769864"/>
            <a:ext cx="512064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08776" y="2928090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2926081"/>
            <a:ext cx="44348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조건부</a:t>
            </a:r>
            <a:r>
              <a:rPr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Coupon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3365552"/>
            <a:ext cx="44348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조건 미충족 시 Coupon 감소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6" y="3703320"/>
            <a:ext cx="512064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08776" y="3961362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959353"/>
            <a:ext cx="44348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기초자산</a:t>
            </a:r>
            <a:r>
              <a:rPr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6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변동</a:t>
            </a:r>
            <a:r>
              <a:rPr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6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위험</a:t>
            </a:r>
            <a:endParaRPr sz="16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30568" y="4398824"/>
            <a:ext cx="44348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예상치 못한 시장 충격 시 기초자산 가격 변동 위험</a:t>
            </a:r>
            <a:endParaRPr sz="1300" dirty="0">
              <a:solidFill>
                <a:srgbClr val="4A4F55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208776" y="4736592"/>
            <a:ext cx="512064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08776" y="4994634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4992623"/>
            <a:ext cx="44348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조기상환</a:t>
            </a:r>
            <a:r>
              <a:rPr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· </a:t>
            </a:r>
            <a:r>
              <a:rPr sz="16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유동성</a:t>
            </a:r>
            <a:endParaRPr sz="16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830568" y="5432096"/>
            <a:ext cx="44348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발행자 조기상환 가능 및 중도환매 제약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08776" y="5769864"/>
            <a:ext cx="512064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6928" y="6048981"/>
            <a:ext cx="11055096" cy="10972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DD225E-1BD6-7877-5E8C-2BE631F39878}"/>
              </a:ext>
            </a:extLst>
          </p:cNvPr>
          <p:cNvSpPr txBox="1"/>
          <p:nvPr/>
        </p:nvSpPr>
        <p:spPr>
          <a:xfrm>
            <a:off x="566928" y="654710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KYOBO SECURITIES · FICC SOLUTION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BD4F35-4F93-B4E7-DD67-60BDF5959767}"/>
              </a:ext>
            </a:extLst>
          </p:cNvPr>
          <p:cNvSpPr txBox="1"/>
          <p:nvPr/>
        </p:nvSpPr>
        <p:spPr>
          <a:xfrm>
            <a:off x="10241280" y="6547104"/>
            <a:ext cx="1380744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04</a:t>
            </a:r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 / 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5</a:t>
            </a:r>
            <a:endParaRPr sz="1200" dirty="0">
              <a:solidFill>
                <a:schemeClr val="bg1">
                  <a:lumMod val="8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61090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altLang="ko-KR"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1. </a:t>
            </a:r>
            <a:r>
              <a:rPr lang="ko-KR" altLang="en-US"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파생결합상품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32" y="731520"/>
            <a:ext cx="11058113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30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파생결합상품의 종류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32" y="1389892"/>
            <a:ext cx="11058113" cy="12801"/>
          </a:xfrm>
          <a:prstGeom prst="rect">
            <a:avLst/>
          </a:prstGeom>
          <a:solidFill>
            <a:srgbClr val="D9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508760" cy="18288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6" y="1517904"/>
            <a:ext cx="10911809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주식연계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·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기타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기초자산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원금지급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여부에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따라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4가지로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구분</a:t>
            </a:r>
            <a:endParaRPr sz="1600" dirty="0">
              <a:solidFill>
                <a:srgbClr val="23272C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03120" y="197510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주식</a:t>
            </a:r>
            <a:r>
              <a:rPr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연계</a:t>
            </a:r>
            <a:endParaRPr sz="1600" dirty="0">
              <a:solidFill>
                <a:srgbClr val="8A949E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65392" y="197510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기타</a:t>
            </a:r>
            <a:endParaRPr sz="1600" dirty="0">
              <a:solidFill>
                <a:srgbClr val="8A949E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6" y="2559145"/>
            <a:ext cx="981824" cy="3297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원금지급형</a:t>
            </a:r>
            <a:endParaRPr sz="16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6" y="4280268"/>
            <a:ext cx="111103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원금비보장형</a:t>
            </a:r>
            <a:endParaRPr sz="16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  <a:p>
            <a:endParaRPr sz="1600" dirty="0">
              <a:solidFill>
                <a:srgbClr val="8A949E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24796" y="2340864"/>
            <a:ext cx="433531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59152" y="2523744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2500" b="1">
                <a:solidFill>
                  <a:srgbClr val="23272C"/>
                </a:solidFill>
                <a:latin typeface="페이퍼로지 8 ExtraBold"/>
                <a:ea typeface="페이퍼로지 8 ExtraBold"/>
                <a:cs typeface="페이퍼로지 8 ExtraBold"/>
              </a:rPr>
              <a:t>ELB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8837" y="267919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Equity Linked Bond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182112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30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주식 연계 · 원금지급형 파생결합사채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65392" y="2340864"/>
            <a:ext cx="4480560" cy="1463040"/>
          </a:xfrm>
          <a:prstGeom prst="rect">
            <a:avLst/>
          </a:prstGeom>
          <a:solidFill>
            <a:srgbClr val="E7F0EA"/>
          </a:solidFill>
          <a:ln w="22225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21424" y="2523744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25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DLB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6849" y="3419856"/>
            <a:ext cx="1325663" cy="3108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35888" y="3496051"/>
            <a:ext cx="1492433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본 </a:t>
            </a:r>
            <a:r>
              <a:rPr sz="1200" b="1" dirty="0" err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자료</a:t>
            </a:r>
            <a:r>
              <a:rPr sz="12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대상</a:t>
            </a:r>
            <a:r>
              <a:rPr sz="12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상품</a:t>
            </a:r>
            <a:endParaRPr sz="1200" b="1" dirty="0">
              <a:solidFill>
                <a:srgbClr val="FFFFFF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3863" y="3216953"/>
            <a:ext cx="3977640" cy="27126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300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기타</a:t>
            </a:r>
            <a:r>
              <a:rPr sz="1300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300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기초자산</a:t>
            </a:r>
            <a:r>
              <a:rPr sz="1300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300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연계</a:t>
            </a:r>
            <a:r>
              <a:rPr sz="1300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· </a:t>
            </a:r>
            <a:r>
              <a:rPr sz="1300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원금지급형</a:t>
            </a:r>
            <a:r>
              <a:rPr sz="1300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300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사채</a:t>
            </a:r>
            <a:endParaRPr sz="1300" dirty="0">
              <a:solidFill>
                <a:srgbClr val="14532D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103123" y="4041648"/>
            <a:ext cx="435698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59152" y="422452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2500" b="1">
                <a:solidFill>
                  <a:srgbClr val="23272C"/>
                </a:solidFill>
                <a:latin typeface="페이퍼로지 8 ExtraBold"/>
                <a:ea typeface="페이퍼로지 8 ExtraBold"/>
                <a:cs typeface="페이퍼로지 8 ExtraBold"/>
              </a:rPr>
              <a:t>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3910" y="4391297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Equity Linked Securit</a:t>
            </a:r>
            <a:r>
              <a:rPr lang="en-US" sz="12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ies</a:t>
            </a:r>
            <a:endParaRPr sz="1200" dirty="0">
              <a:solidFill>
                <a:srgbClr val="8A949E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59152" y="4882896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30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주식 연계 · 원금비보장형 증권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5392" y="4041648"/>
            <a:ext cx="44805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21424" y="422452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2500" b="1">
                <a:solidFill>
                  <a:srgbClr val="23272C"/>
                </a:solidFill>
                <a:latin typeface="페이퍼로지 8 ExtraBold"/>
                <a:ea typeface="페이퍼로지 8 ExtraBold"/>
                <a:cs typeface="페이퍼로지 8 ExtraBold"/>
              </a:rPr>
              <a:t>DLS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800" y="436604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Derivatives Linked Securit</a:t>
            </a:r>
            <a:r>
              <a:rPr lang="en-US" sz="12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ies</a:t>
            </a:r>
            <a:endParaRPr sz="1200" dirty="0">
              <a:solidFill>
                <a:srgbClr val="8A949E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21424" y="4882896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30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기타 연계 · 원금비보장형 증권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32" y="5779008"/>
            <a:ext cx="11058113" cy="475488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32" y="5834743"/>
            <a:ext cx="11058113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본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자료에서는</a:t>
            </a:r>
            <a:r>
              <a:rPr sz="15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 CD91일물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금리를</a:t>
            </a:r>
            <a:r>
              <a:rPr sz="15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기초자산으로</a:t>
            </a:r>
            <a:r>
              <a:rPr sz="15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하는</a:t>
            </a:r>
            <a:r>
              <a:rPr sz="15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원금지급형</a:t>
            </a:r>
            <a:r>
              <a:rPr sz="15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DLB를</a:t>
            </a:r>
            <a:r>
              <a:rPr sz="15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중심으로</a:t>
            </a:r>
            <a:r>
              <a:rPr sz="1500" b="1" dirty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설명합니다</a:t>
            </a:r>
            <a:endParaRPr sz="1500" b="1" dirty="0">
              <a:solidFill>
                <a:srgbClr val="FFFFFF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44CFBA-34AC-2562-2354-6FDAC03018D6}"/>
              </a:ext>
            </a:extLst>
          </p:cNvPr>
          <p:cNvSpPr txBox="1"/>
          <p:nvPr/>
        </p:nvSpPr>
        <p:spPr>
          <a:xfrm>
            <a:off x="7790800" y="266438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Derivatives Linked </a:t>
            </a:r>
            <a:r>
              <a:rPr lang="en-US" sz="12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Bond</a:t>
            </a:r>
            <a:endParaRPr sz="1200" dirty="0">
              <a:solidFill>
                <a:srgbClr val="8A949E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2115A0-8339-5937-BC64-52D3A6FF7820}"/>
              </a:ext>
            </a:extLst>
          </p:cNvPr>
          <p:cNvSpPr txBox="1"/>
          <p:nvPr/>
        </p:nvSpPr>
        <p:spPr>
          <a:xfrm>
            <a:off x="566928" y="654710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KYOBO SECURITIES · FICC SOLUTION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4A9FBA-9D30-B000-BD46-95BC9BC9D31A}"/>
              </a:ext>
            </a:extLst>
          </p:cNvPr>
          <p:cNvSpPr txBox="1"/>
          <p:nvPr/>
        </p:nvSpPr>
        <p:spPr>
          <a:xfrm>
            <a:off x="10241280" y="6547104"/>
            <a:ext cx="1380744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05</a:t>
            </a:r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 / 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5</a:t>
            </a:r>
            <a:endParaRPr sz="1200" dirty="0">
              <a:solidFill>
                <a:schemeClr val="bg1">
                  <a:lumMod val="8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73879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1. </a:t>
            </a:r>
            <a:r>
              <a:rPr lang="ko-KR" altLang="en-US"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파생결합상품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개요</a:t>
            </a:r>
            <a:endParaRPr sz="1400" b="1" dirty="0">
              <a:solidFill>
                <a:srgbClr val="14532D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32" y="731520"/>
            <a:ext cx="11058113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30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파생결합상품 시장의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32" y="1389892"/>
            <a:ext cx="11058113" cy="12801"/>
          </a:xfrm>
          <a:prstGeom prst="rect">
            <a:avLst/>
          </a:prstGeom>
          <a:solidFill>
            <a:srgbClr val="D9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508760" cy="18288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6" y="1517904"/>
            <a:ext cx="10911809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ELS·DLS 등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원금비보장형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중심에서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ELB·DLB 등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원금지급형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중심으로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발행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구조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변화</a:t>
            </a:r>
            <a:endParaRPr sz="1600" dirty="0">
              <a:solidFill>
                <a:srgbClr val="23272C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2" y="1990467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altLang="ko-KR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□</a:t>
            </a:r>
            <a:r>
              <a:rPr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연도별</a:t>
            </a:r>
            <a:r>
              <a:rPr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발행액</a:t>
            </a:r>
            <a:r>
              <a:rPr sz="13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(</a:t>
            </a:r>
            <a:r>
              <a:rPr sz="1300"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조원</a:t>
            </a:r>
            <a:r>
              <a:rPr sz="13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36192" y="5504688"/>
            <a:ext cx="6775704" cy="0"/>
          </a:xfrm>
          <a:prstGeom prst="line">
            <a:avLst/>
          </a:prstGeom>
          <a:ln w="15875">
            <a:solidFill>
              <a:srgbClr val="2327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36192" y="2743200"/>
            <a:ext cx="0" cy="2761488"/>
          </a:xfrm>
          <a:prstGeom prst="line">
            <a:avLst/>
          </a:prstGeom>
          <a:ln w="15875">
            <a:solidFill>
              <a:srgbClr val="2327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36192" y="4952391"/>
            <a:ext cx="6775704" cy="0"/>
          </a:xfrm>
          <a:prstGeom prst="line">
            <a:avLst/>
          </a:prstGeom>
          <a:ln w="12700">
            <a:solidFill>
              <a:srgbClr val="D9D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96112" y="4851807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120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20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36192" y="4400092"/>
            <a:ext cx="6775704" cy="0"/>
          </a:xfrm>
          <a:prstGeom prst="line">
            <a:avLst/>
          </a:prstGeom>
          <a:ln w="12700">
            <a:solidFill>
              <a:srgbClr val="D9D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96112" y="429950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120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40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36192" y="3847795"/>
            <a:ext cx="6775704" cy="0"/>
          </a:xfrm>
          <a:prstGeom prst="line">
            <a:avLst/>
          </a:prstGeom>
          <a:ln w="12700">
            <a:solidFill>
              <a:srgbClr val="D9D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6112" y="3747211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120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60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36192" y="3295497"/>
            <a:ext cx="6775704" cy="0"/>
          </a:xfrm>
          <a:prstGeom prst="line">
            <a:avLst/>
          </a:prstGeom>
          <a:ln w="12700">
            <a:solidFill>
              <a:srgbClr val="D9DF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96112" y="3194913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120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264261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120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520" y="2443449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00"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발행액</a:t>
            </a:r>
            <a:r>
              <a:rPr sz="11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 (</a:t>
            </a:r>
            <a:r>
              <a:rPr sz="1100"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조원</a:t>
            </a:r>
            <a:r>
              <a:rPr sz="11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6515" y="4137161"/>
            <a:ext cx="548640" cy="1358652"/>
          </a:xfrm>
          <a:prstGeom prst="rect">
            <a:avLst/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826515" y="3991393"/>
            <a:ext cx="548640" cy="154643"/>
          </a:xfrm>
          <a:prstGeom prst="rect">
            <a:avLst/>
          </a:prstGeom>
          <a:solidFill>
            <a:srgbClr val="4A4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826515" y="3359014"/>
            <a:ext cx="548640" cy="632380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26515" y="3041441"/>
            <a:ext cx="548640" cy="317571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43635" y="3081355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11.5조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0755" y="556869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2021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55799" y="4717071"/>
            <a:ext cx="548640" cy="778739"/>
          </a:xfrm>
          <a:prstGeom prst="rect">
            <a:avLst/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955799" y="4634824"/>
            <a:ext cx="548640" cy="91129"/>
          </a:xfrm>
          <a:prstGeom prst="rect">
            <a:avLst/>
          </a:prstGeom>
          <a:solidFill>
            <a:srgbClr val="4A4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955799" y="3817419"/>
            <a:ext cx="548640" cy="817400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955799" y="3452906"/>
            <a:ext cx="548640" cy="364516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72919" y="351628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13.2조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90039" y="556869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2022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85083" y="4648033"/>
            <a:ext cx="548640" cy="847776"/>
          </a:xfrm>
          <a:prstGeom prst="rect">
            <a:avLst/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085083" y="4568547"/>
            <a:ext cx="548640" cy="88367"/>
          </a:xfrm>
          <a:prstGeom prst="rect">
            <a:avLst/>
          </a:prstGeom>
          <a:solidFill>
            <a:srgbClr val="4A4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085083" y="3682106"/>
            <a:ext cx="548640" cy="886437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085083" y="3328638"/>
            <a:ext cx="548640" cy="353471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02203" y="3386499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12.8조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19323" y="556869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2023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14367" y="5051214"/>
            <a:ext cx="548640" cy="444599"/>
          </a:xfrm>
          <a:prstGeom prst="rect">
            <a:avLst/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214367" y="4949629"/>
            <a:ext cx="548640" cy="110459"/>
          </a:xfrm>
          <a:prstGeom prst="rect">
            <a:avLst/>
          </a:prstGeom>
          <a:solidFill>
            <a:srgbClr val="4A4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214367" y="3869888"/>
            <a:ext cx="548640" cy="1079741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214367" y="3472235"/>
            <a:ext cx="548640" cy="397655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31487" y="3552187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14.4조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8607" y="556869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2024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43651" y="4893809"/>
            <a:ext cx="548640" cy="602004"/>
          </a:xfrm>
          <a:prstGeom prst="rect">
            <a:avLst/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343651" y="4792225"/>
            <a:ext cx="548640" cy="110459"/>
          </a:xfrm>
          <a:prstGeom prst="rect">
            <a:avLst/>
          </a:prstGeom>
          <a:solidFill>
            <a:srgbClr val="4A4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343651" y="3480517"/>
            <a:ext cx="548640" cy="1311707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343651" y="2881273"/>
            <a:ext cx="548640" cy="599243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60771" y="3062023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21.7조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77891" y="556869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2025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72933" y="5159740"/>
            <a:ext cx="548640" cy="336073"/>
          </a:xfrm>
          <a:prstGeom prst="rect">
            <a:avLst/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472933" y="5105656"/>
            <a:ext cx="548640" cy="62961"/>
          </a:xfrm>
          <a:prstGeom prst="rect">
            <a:avLst/>
          </a:prstGeom>
          <a:solidFill>
            <a:srgbClr val="4A4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472933" y="4675137"/>
            <a:ext cx="548640" cy="430515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472933" y="4299021"/>
            <a:ext cx="548640" cy="376115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90055" y="4368207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13.6조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07175" y="556869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2026 1H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59168" y="402336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100">
                <a:solidFill>
                  <a:srgbClr val="8A949E"/>
                </a:solidFill>
                <a:latin typeface="페이퍼로지 6 SemiBold"/>
                <a:ea typeface="페이퍼로지 6 SemiBold"/>
                <a:cs typeface="페이퍼로지 6 SemiBold"/>
              </a:rPr>
              <a:t>1H 기준</a:t>
            </a:r>
          </a:p>
        </p:txBody>
      </p:sp>
      <p:sp>
        <p:nvSpPr>
          <p:cNvPr id="69" name="TextBox 68"/>
          <p:cNvSpPr txBox="1"/>
          <p:nvPr/>
        </p:nvSpPr>
        <p:spPr>
          <a:xfrm rot="21382801">
            <a:off x="4589196" y="2806732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2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DLB</a:t>
            </a:r>
            <a:r>
              <a:rPr sz="12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200" b="1" dirty="0">
                <a:latin typeface="페이퍼로지 8 ExtraBold"/>
                <a:ea typeface="페이퍼로지 8 ExtraBold"/>
                <a:cs typeface="페이퍼로지 8 ExtraBold"/>
              </a:rPr>
              <a:t>11.5→21.7조</a:t>
            </a:r>
          </a:p>
        </p:txBody>
      </p:sp>
      <p:cxnSp>
        <p:nvCxnSpPr>
          <p:cNvPr id="70" name="Connector 69"/>
          <p:cNvCxnSpPr>
            <a:cxnSpLocks/>
          </p:cNvCxnSpPr>
          <p:nvPr/>
        </p:nvCxnSpPr>
        <p:spPr>
          <a:xfrm flipH="1">
            <a:off x="2387727" y="2944368"/>
            <a:ext cx="3864483" cy="296992"/>
          </a:xfrm>
          <a:prstGeom prst="line">
            <a:avLst/>
          </a:prstGeom>
          <a:ln w="12700">
            <a:solidFill>
              <a:srgbClr val="00A86B"/>
            </a:solidFill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488187" y="5791781"/>
            <a:ext cx="8001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※ Source :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금융감독원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'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파생결합증권·사채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발행·운용현황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' ·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한국예탁결제원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(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SEIBro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) · 2026년은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상반기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(1H)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기준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·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단위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: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조원</a:t>
            </a:r>
            <a:endParaRPr sz="900" dirty="0">
              <a:solidFill>
                <a:srgbClr val="8A949E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-1945673" y="6048864"/>
            <a:ext cx="11058113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4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→  </a:t>
            </a:r>
            <a:r>
              <a:rPr sz="1600" b="1" u="sng" dirty="0" err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원금지급형</a:t>
            </a:r>
            <a:r>
              <a:rPr sz="1600" b="1" u="sng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600" b="1" u="sng" dirty="0" err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상품</a:t>
            </a:r>
            <a:r>
              <a:rPr sz="1600" b="1" u="sng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600" b="1" u="sng" dirty="0" err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수요</a:t>
            </a:r>
            <a:r>
              <a:rPr sz="1600" b="1" u="sng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600" b="1" u="sng" dirty="0" err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확대</a:t>
            </a:r>
            <a:r>
              <a:rPr sz="1600" b="1" dirty="0" err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와</a:t>
            </a:r>
            <a:r>
              <a:rPr sz="1600" b="1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600" b="1" dirty="0" err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함께</a:t>
            </a:r>
            <a:r>
              <a:rPr sz="1600" b="1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600" b="1" u="sng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DLB </a:t>
            </a:r>
            <a:r>
              <a:rPr sz="1600" b="1" u="sng" dirty="0" err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발행</a:t>
            </a:r>
            <a:r>
              <a:rPr sz="1600" b="1" u="sng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600" b="1" u="sng" dirty="0" err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증가</a:t>
            </a:r>
            <a:endParaRPr sz="1600" b="1" u="sng" dirty="0">
              <a:solidFill>
                <a:srgbClr val="23272C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8613648" y="1760701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시장</a:t>
            </a:r>
            <a:r>
              <a:rPr sz="15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5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변화</a:t>
            </a:r>
            <a:r>
              <a:rPr sz="15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5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핵심</a:t>
            </a:r>
            <a:r>
              <a:rPr sz="15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5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지표</a:t>
            </a:r>
            <a:endParaRPr sz="1500"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8613648" y="2078083"/>
            <a:ext cx="3017520" cy="8229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613648" y="2244950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44" indent="-285744">
              <a:buFont typeface="Wingdings" panose="05000000000000000000" pitchFamily="2" charset="2"/>
              <a:buChar char="ü"/>
            </a:pPr>
            <a:r>
              <a:rPr sz="14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DLB </a:t>
            </a:r>
            <a:r>
              <a:rPr sz="1400"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발행액</a:t>
            </a:r>
            <a:r>
              <a:rPr sz="14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400"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확대</a:t>
            </a:r>
            <a:r>
              <a:rPr sz="14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13648" y="3569352"/>
            <a:ext cx="301752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613648" y="3760459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44" indent="-285744">
              <a:buFont typeface="Wingdings" panose="05000000000000000000" pitchFamily="2" charset="2"/>
              <a:buChar char="ü"/>
            </a:pPr>
            <a:r>
              <a:rPr sz="1400"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원금지급형</a:t>
            </a:r>
            <a:r>
              <a:rPr sz="14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400"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비중</a:t>
            </a:r>
            <a:r>
              <a:rPr sz="14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 (</a:t>
            </a:r>
            <a:r>
              <a:rPr sz="1400"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발행액</a:t>
            </a:r>
            <a:r>
              <a:rPr sz="14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400"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기준</a:t>
            </a:r>
            <a:r>
              <a:rPr sz="14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613648" y="5085128"/>
            <a:ext cx="301752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613648" y="5214090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71446" indent="-171446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  </a:t>
            </a:r>
            <a:r>
              <a:rPr sz="14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2026 </a:t>
            </a:r>
            <a:r>
              <a:rPr sz="1400"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상반기</a:t>
            </a:r>
            <a:r>
              <a:rPr sz="14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(1H) DLB </a:t>
            </a:r>
            <a:r>
              <a:rPr sz="1400"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발행액</a:t>
            </a:r>
            <a:endParaRPr sz="1400" b="1" dirty="0">
              <a:solidFill>
                <a:srgbClr val="4A4F55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9385925" y="5498676"/>
            <a:ext cx="1357795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dirty="0">
                <a:solidFill>
                  <a:srgbClr val="1E7A4B"/>
                </a:solidFill>
                <a:latin typeface="페이퍼로지 8 ExtraBold"/>
                <a:ea typeface="페이퍼로지 8 ExtraBold"/>
                <a:cs typeface="페이퍼로지 8 ExtraBold"/>
              </a:rPr>
              <a:t>13.6조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5BEE68F-CB7F-60F4-D06C-56B0480E4133}"/>
              </a:ext>
            </a:extLst>
          </p:cNvPr>
          <p:cNvSpPr/>
          <p:nvPr/>
        </p:nvSpPr>
        <p:spPr>
          <a:xfrm>
            <a:off x="7194046" y="2566035"/>
            <a:ext cx="1003052" cy="7093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EEE7A0B-6333-D45B-AED5-594437BB0343}"/>
              </a:ext>
            </a:extLst>
          </p:cNvPr>
          <p:cNvSpPr txBox="1"/>
          <p:nvPr/>
        </p:nvSpPr>
        <p:spPr>
          <a:xfrm>
            <a:off x="7651141" y="2543912"/>
            <a:ext cx="7796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100" dirty="0">
                <a:solidFill>
                  <a:srgbClr val="4A4F55"/>
                </a:solidFill>
              </a:rPr>
              <a:t>DLB</a:t>
            </a:r>
          </a:p>
          <a:p>
            <a:pPr algn="just"/>
            <a:r>
              <a:rPr lang="en-US" altLang="ko-KR" sz="1100" dirty="0">
                <a:solidFill>
                  <a:srgbClr val="4A4F55"/>
                </a:solidFill>
              </a:rPr>
              <a:t>ELB</a:t>
            </a:r>
          </a:p>
          <a:p>
            <a:pPr algn="just"/>
            <a:r>
              <a:rPr lang="en-US" altLang="ko-KR" sz="1100" dirty="0">
                <a:solidFill>
                  <a:srgbClr val="4A4F55"/>
                </a:solidFill>
              </a:rPr>
              <a:t>DLS</a:t>
            </a:r>
          </a:p>
          <a:p>
            <a:pPr algn="just"/>
            <a:r>
              <a:rPr lang="en-US" altLang="ko-KR" sz="1100" dirty="0">
                <a:solidFill>
                  <a:srgbClr val="4A4F55"/>
                </a:solidFill>
              </a:rPr>
              <a:t>ELS</a:t>
            </a:r>
            <a:endParaRPr lang="ko-KR" altLang="en-US" sz="1100" dirty="0">
              <a:solidFill>
                <a:srgbClr val="4A4F55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5A51338A-1AFD-C3CB-C2E4-71F555F39B85}"/>
              </a:ext>
            </a:extLst>
          </p:cNvPr>
          <p:cNvSpPr>
            <a:spLocks noChangeAspect="1"/>
          </p:cNvSpPr>
          <p:nvPr/>
        </p:nvSpPr>
        <p:spPr>
          <a:xfrm>
            <a:off x="7294119" y="2776679"/>
            <a:ext cx="360000" cy="108000"/>
          </a:xfrm>
          <a:prstGeom prst="rect">
            <a:avLst/>
          </a:prstGeom>
          <a:solidFill>
            <a:srgbClr val="1E7A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F9FA27A-BB5E-7912-3756-E60CDE74F4D0}"/>
              </a:ext>
            </a:extLst>
          </p:cNvPr>
          <p:cNvSpPr>
            <a:spLocks noChangeAspect="1"/>
          </p:cNvSpPr>
          <p:nvPr/>
        </p:nvSpPr>
        <p:spPr>
          <a:xfrm>
            <a:off x="7301444" y="2619547"/>
            <a:ext cx="360000" cy="108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C29686A-6FC9-DEB7-2777-6F8B09DC19F9}"/>
              </a:ext>
            </a:extLst>
          </p:cNvPr>
          <p:cNvSpPr>
            <a:spLocks noChangeAspect="1"/>
          </p:cNvSpPr>
          <p:nvPr/>
        </p:nvSpPr>
        <p:spPr>
          <a:xfrm>
            <a:off x="7295552" y="2931123"/>
            <a:ext cx="360000" cy="108000"/>
          </a:xfrm>
          <a:prstGeom prst="rect">
            <a:avLst/>
          </a:prstGeom>
          <a:solidFill>
            <a:srgbClr val="4A4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AA21CAE-3A6E-5BC8-8D59-29A59119658B}"/>
              </a:ext>
            </a:extLst>
          </p:cNvPr>
          <p:cNvSpPr>
            <a:spLocks noChangeAspect="1"/>
          </p:cNvSpPr>
          <p:nvPr/>
        </p:nvSpPr>
        <p:spPr>
          <a:xfrm>
            <a:off x="7301444" y="3107951"/>
            <a:ext cx="360000" cy="108000"/>
          </a:xfrm>
          <a:prstGeom prst="rect">
            <a:avLst/>
          </a:prstGeom>
          <a:solidFill>
            <a:srgbClr val="8A94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36FF4B1A-64FF-0E84-D486-0BFB9295B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56059"/>
              </p:ext>
            </p:extLst>
          </p:nvPr>
        </p:nvGraphicFramePr>
        <p:xfrm>
          <a:off x="8638897" y="2601727"/>
          <a:ext cx="2690920" cy="7518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45460">
                  <a:extLst>
                    <a:ext uri="{9D8B030D-6E8A-4147-A177-3AD203B41FA5}">
                      <a16:colId xmlns:a16="http://schemas.microsoft.com/office/drawing/2014/main" val="3320892136"/>
                    </a:ext>
                  </a:extLst>
                </a:gridCol>
                <a:gridCol w="1345460">
                  <a:extLst>
                    <a:ext uri="{9D8B030D-6E8A-4147-A177-3AD203B41FA5}">
                      <a16:colId xmlns:a16="http://schemas.microsoft.com/office/drawing/2014/main" val="4180422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2021</a:t>
                      </a:r>
                      <a:endParaRPr lang="ko-KR" altLang="en-US" sz="1500" dirty="0"/>
                    </a:p>
                  </a:txBody>
                  <a:tcPr anchor="ctr">
                    <a:lnL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2025</a:t>
                      </a:r>
                      <a:endParaRPr lang="ko-KR" altLang="en-US" sz="1500" dirty="0"/>
                    </a:p>
                  </a:txBody>
                  <a:tcPr anchor="ctr">
                    <a:lnL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40609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900" dirty="0">
                          <a:solidFill>
                            <a:srgbClr val="14532D"/>
                          </a:solidFill>
                          <a:latin typeface="+mj-ea"/>
                          <a:ea typeface="+mj-ea"/>
                        </a:rPr>
                        <a:t>11.5</a:t>
                      </a:r>
                      <a:r>
                        <a:rPr lang="ko-KR" altLang="en-US" sz="1900" dirty="0">
                          <a:solidFill>
                            <a:srgbClr val="14532D"/>
                          </a:solidFill>
                          <a:latin typeface="+mj-ea"/>
                          <a:ea typeface="+mj-ea"/>
                        </a:rPr>
                        <a:t>조</a:t>
                      </a:r>
                    </a:p>
                  </a:txBody>
                  <a:tcPr>
                    <a:lnL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FD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900" kern="1200" dirty="0">
                          <a:solidFill>
                            <a:srgbClr val="14532D"/>
                          </a:solidFill>
                          <a:latin typeface="+mj-ea"/>
                          <a:ea typeface="+mj-ea"/>
                          <a:cs typeface="+mn-cs"/>
                        </a:rPr>
                        <a:t>21.7</a:t>
                      </a:r>
                      <a:r>
                        <a:rPr lang="ko-KR" altLang="en-US" sz="1900" kern="1200" dirty="0">
                          <a:solidFill>
                            <a:srgbClr val="14532D"/>
                          </a:solidFill>
                          <a:latin typeface="+mj-ea"/>
                          <a:ea typeface="+mj-ea"/>
                          <a:cs typeface="+mn-cs"/>
                        </a:rPr>
                        <a:t>조</a:t>
                      </a:r>
                    </a:p>
                  </a:txBody>
                  <a:tcPr>
                    <a:lnL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FDA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517163"/>
                  </a:ext>
                </a:extLst>
              </a:tr>
            </a:tbl>
          </a:graphicData>
        </a:graphic>
      </p:graphicFrame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5C7756B7-5C90-58B8-A757-5164F5E51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181360"/>
              </p:ext>
            </p:extLst>
          </p:nvPr>
        </p:nvGraphicFramePr>
        <p:xfrm>
          <a:off x="8646671" y="4140903"/>
          <a:ext cx="2690920" cy="7518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45460">
                  <a:extLst>
                    <a:ext uri="{9D8B030D-6E8A-4147-A177-3AD203B41FA5}">
                      <a16:colId xmlns:a16="http://schemas.microsoft.com/office/drawing/2014/main" val="10302832"/>
                    </a:ext>
                  </a:extLst>
                </a:gridCol>
                <a:gridCol w="1345460">
                  <a:extLst>
                    <a:ext uri="{9D8B030D-6E8A-4147-A177-3AD203B41FA5}">
                      <a16:colId xmlns:a16="http://schemas.microsoft.com/office/drawing/2014/main" val="2274752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2021</a:t>
                      </a:r>
                      <a:endParaRPr lang="ko-KR" altLang="en-US" sz="1500" dirty="0"/>
                    </a:p>
                  </a:txBody>
                  <a:tcPr anchor="ctr">
                    <a:lnL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2025</a:t>
                      </a:r>
                      <a:endParaRPr lang="ko-KR" altLang="en-US" sz="1500" dirty="0"/>
                    </a:p>
                  </a:txBody>
                  <a:tcPr anchor="ctr">
                    <a:lnL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6682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900" dirty="0">
                          <a:solidFill>
                            <a:srgbClr val="14532D"/>
                          </a:solidFill>
                          <a:latin typeface="+mj-ea"/>
                          <a:ea typeface="+mj-ea"/>
                        </a:rPr>
                        <a:t>38.6%</a:t>
                      </a:r>
                      <a:endParaRPr lang="ko-KR" altLang="en-US" sz="1900" dirty="0">
                        <a:solidFill>
                          <a:srgbClr val="14532D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FD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900" kern="1200" dirty="0">
                          <a:solidFill>
                            <a:srgbClr val="14532D"/>
                          </a:solidFill>
                          <a:latin typeface="+mj-ea"/>
                          <a:ea typeface="+mj-ea"/>
                          <a:cs typeface="+mn-cs"/>
                        </a:rPr>
                        <a:t>72.8%</a:t>
                      </a:r>
                      <a:endParaRPr lang="ko-KR" altLang="en-US" sz="1900" kern="1200" dirty="0">
                        <a:solidFill>
                          <a:srgbClr val="14532D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6D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FDA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449231"/>
                  </a:ext>
                </a:extLst>
              </a:tr>
            </a:tbl>
          </a:graphicData>
        </a:graphic>
      </p:graphicFrame>
      <p:sp>
        <p:nvSpPr>
          <p:cNvPr id="81" name="TextBox 80">
            <a:extLst>
              <a:ext uri="{FF2B5EF4-FFF2-40B4-BE49-F238E27FC236}">
                <a16:creationId xmlns:a16="http://schemas.microsoft.com/office/drawing/2014/main" id="{C52E1E71-3130-904F-A6D0-FE7A73671148}"/>
              </a:ext>
            </a:extLst>
          </p:cNvPr>
          <p:cNvSpPr txBox="1"/>
          <p:nvPr/>
        </p:nvSpPr>
        <p:spPr>
          <a:xfrm>
            <a:off x="566928" y="654710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KYOBO SECURITIES · FICC SOLUTION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CBA6D4F-1EDE-EF28-090B-977BE4C2804A}"/>
              </a:ext>
            </a:extLst>
          </p:cNvPr>
          <p:cNvSpPr txBox="1"/>
          <p:nvPr/>
        </p:nvSpPr>
        <p:spPr>
          <a:xfrm>
            <a:off x="10241280" y="6547104"/>
            <a:ext cx="1380744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06</a:t>
            </a:r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 / 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5</a:t>
            </a:r>
            <a:endParaRPr sz="1200" dirty="0">
              <a:solidFill>
                <a:schemeClr val="bg1">
                  <a:lumMod val="8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3E0FAC7-7922-EABC-D495-AC1123B5B940}"/>
              </a:ext>
            </a:extLst>
          </p:cNvPr>
          <p:cNvSpPr/>
          <p:nvPr/>
        </p:nvSpPr>
        <p:spPr>
          <a:xfrm>
            <a:off x="9288589" y="1903689"/>
            <a:ext cx="2333435" cy="2875638"/>
          </a:xfrm>
          <a:prstGeom prst="roundRect">
            <a:avLst>
              <a:gd name="adj" fmla="val 3034"/>
            </a:avLst>
          </a:prstGeom>
          <a:solidFill>
            <a:srgbClr val="E7F0EA"/>
          </a:solidFill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5D9D743E-8688-2742-0132-902E7A879582}"/>
              </a:ext>
            </a:extLst>
          </p:cNvPr>
          <p:cNvSpPr/>
          <p:nvPr/>
        </p:nvSpPr>
        <p:spPr>
          <a:xfrm>
            <a:off x="566928" y="4994367"/>
            <a:ext cx="11009394" cy="709457"/>
          </a:xfrm>
          <a:prstGeom prst="roundRect">
            <a:avLst/>
          </a:prstGeom>
          <a:solidFill>
            <a:srgbClr val="F7F9F7"/>
          </a:solidFill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66928" y="221466"/>
            <a:ext cx="9601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2.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당사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DLB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상품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소개</a:t>
            </a:r>
            <a:endParaRPr sz="1400" b="1" dirty="0">
              <a:solidFill>
                <a:srgbClr val="14532D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84156"/>
            <a:ext cx="11055096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DLB 상품 설계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144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508760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18238"/>
            <a:ext cx="1090879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기초자산과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수익조건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만기·Call조건을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조합하여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투자자의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시장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전망에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맞는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수익구조를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설계</a:t>
            </a:r>
            <a:endParaRPr sz="1600" dirty="0">
              <a:solidFill>
                <a:srgbClr val="23272C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1970420"/>
            <a:ext cx="263347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72911"/>
            <a:ext cx="2633472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기초자산</a:t>
            </a:r>
            <a:r>
              <a:rPr sz="17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7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선택</a:t>
            </a:r>
            <a:endParaRPr sz="17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9808" y="2926080"/>
            <a:ext cx="2160000" cy="8229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096466"/>
            <a:ext cx="2633472" cy="207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1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금리</a:t>
            </a:r>
            <a:endParaRPr sz="1351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3327527"/>
            <a:ext cx="263347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CD91일물 ·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국고채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· Swap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63394"/>
            <a:ext cx="2633472" cy="207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1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환율</a:t>
            </a:r>
            <a:endParaRPr sz="1351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9808" y="3894455"/>
            <a:ext cx="263347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USD/KRW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230322"/>
            <a:ext cx="2633472" cy="207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1" b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원자재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61383"/>
            <a:ext cx="263347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금 · 원유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0663" y="1987838"/>
            <a:ext cx="263347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0663" y="2399038"/>
            <a:ext cx="2633472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조건 설정</a:t>
            </a:r>
            <a:endParaRPr sz="17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70663" y="2943498"/>
            <a:ext cx="2160000" cy="8229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70663" y="3105740"/>
            <a:ext cx="2633472" cy="207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ko-KR" sz="1351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Barrier Range </a:t>
            </a:r>
            <a:r>
              <a:rPr lang="ko-KR" altLang="en-US" sz="1351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설정</a:t>
            </a:r>
            <a:r>
              <a:rPr sz="1351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5556" y="3350186"/>
            <a:ext cx="263347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기초자산</a:t>
            </a:r>
            <a:r>
              <a:rPr lang="ko-KR" altLang="en-US"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의 </a:t>
            </a:r>
            <a:r>
              <a:rPr lang="ko-KR" altLang="en-US" sz="1200" dirty="0">
                <a:solidFill>
                  <a:srgbClr val="4A4F55"/>
                </a:solidFill>
                <a:ea typeface="페이퍼로지 4 Regular"/>
                <a:cs typeface="페이퍼로지 4 Regular"/>
              </a:rPr>
              <a:t>상</a:t>
            </a:r>
            <a:r>
              <a:rPr lang="en-US" altLang="ko-KR" sz="1200" dirty="0">
                <a:solidFill>
                  <a:srgbClr val="4A4F55"/>
                </a:solidFill>
                <a:ea typeface="HY신명조" panose="02030600000101010101" pitchFamily="18" charset="-127"/>
                <a:cs typeface="페이퍼로지 4 Regular"/>
              </a:rPr>
              <a:t>ᆞ</a:t>
            </a:r>
            <a:r>
              <a:rPr lang="ko-KR" altLang="en-US" sz="1200" dirty="0">
                <a:solidFill>
                  <a:srgbClr val="4A4F55"/>
                </a:solidFill>
                <a:latin typeface="페이퍼로지 4 Regular"/>
                <a:ea typeface="페이퍼로지 4 Regular"/>
              </a:rPr>
              <a:t>하단의 </a:t>
            </a:r>
            <a:r>
              <a:rPr lang="ko-KR" altLang="en-US" sz="1200" dirty="0" err="1">
                <a:solidFill>
                  <a:srgbClr val="4A4F55"/>
                </a:solidFill>
                <a:latin typeface="페이퍼로지 4 Regular"/>
                <a:ea typeface="페이퍼로지 4 Regular"/>
              </a:rPr>
              <a:t>베리어</a:t>
            </a:r>
            <a:r>
              <a:rPr lang="ko-KR" altLang="en-US" sz="1200" dirty="0">
                <a:solidFill>
                  <a:srgbClr val="4A4F55"/>
                </a:solidFill>
                <a:latin typeface="페이퍼로지 4 Regular"/>
                <a:ea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ea typeface="페이퍼로지 4 Regular"/>
                <a:cs typeface="페이퍼로지 4 Regular"/>
              </a:rPr>
              <a:t>설정</a:t>
            </a:r>
            <a:endParaRPr lang="en-US" sz="1200" dirty="0">
              <a:solidFill>
                <a:srgbClr val="4A4F55"/>
              </a:solidFill>
              <a:ea typeface="페이퍼로지 4 Regular"/>
              <a:cs typeface="페이퍼로지 4 Regular"/>
            </a:endParaRPr>
          </a:p>
          <a:p>
            <a:pPr algn="l"/>
            <a:r>
              <a:rPr lang="ko-KR" altLang="en-US" sz="1200" dirty="0">
                <a:solidFill>
                  <a:srgbClr val="4A4F55"/>
                </a:solidFill>
                <a:ea typeface="페이퍼로지 4 Regular"/>
                <a:cs typeface="페이퍼로지 4 Regular"/>
              </a:rPr>
              <a:t>목표구간 </a:t>
            </a:r>
            <a:r>
              <a:rPr lang="en-US" altLang="ko-KR" sz="1100" dirty="0">
                <a:solidFill>
                  <a:srgbClr val="4A4F55"/>
                </a:solidFill>
                <a:ea typeface="페이퍼로지 4 Regular"/>
                <a:cs typeface="페이퍼로지 4 Regular"/>
              </a:rPr>
              <a:t>(ex. 0%~4.5%)</a:t>
            </a:r>
            <a:endParaRPr sz="1200" dirty="0">
              <a:solidFill>
                <a:srgbClr val="4A4F55"/>
              </a:solidFill>
              <a:ea typeface="페이퍼로지 4 Regular"/>
              <a:cs typeface="페이퍼로지 4 Regula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49017" y="3914514"/>
            <a:ext cx="2633472" cy="207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51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이자 계산 방식 설정</a:t>
            </a:r>
            <a:endParaRPr sz="1351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72763" y="4246178"/>
            <a:ext cx="2633472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매일</a:t>
            </a:r>
            <a:r>
              <a:rPr lang="en-US" altLang="ko-KR"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lang="ko-KR" altLang="en-US"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조건 충족 여부 관찰</a:t>
            </a:r>
            <a:r>
              <a:rPr lang="en-US" altLang="ko-KR"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lang="ko-KR" altLang="en-US"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후</a:t>
            </a:r>
            <a:endParaRPr lang="en-US" altLang="ko-KR" sz="1200" dirty="0">
              <a:solidFill>
                <a:srgbClr val="4A4F55"/>
              </a:solidFill>
              <a:latin typeface="페이퍼로지 4 Regular"/>
              <a:ea typeface="페이퍼로지 4 Regular"/>
              <a:cs typeface="페이퍼로지 4 Regular"/>
            </a:endParaRPr>
          </a:p>
          <a:p>
            <a:pPr algn="l"/>
            <a:r>
              <a:rPr lang="ko-KR" altLang="en-US"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조건 충족일수에 비례하여 </a:t>
            </a:r>
            <a:endParaRPr lang="en-US" altLang="ko-KR" sz="1200" dirty="0">
              <a:solidFill>
                <a:srgbClr val="4A4F55"/>
              </a:solidFill>
              <a:latin typeface="페이퍼로지 4 Regular"/>
              <a:ea typeface="페이퍼로지 4 Regular"/>
              <a:cs typeface="페이퍼로지 4 Regular"/>
            </a:endParaRPr>
          </a:p>
          <a:p>
            <a:pPr algn="l"/>
            <a:r>
              <a:rPr lang="en-US" altLang="ko-KR"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Coupon </a:t>
            </a:r>
            <a:r>
              <a:rPr lang="ko-KR" altLang="en-US"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계산</a:t>
            </a:r>
            <a:endParaRPr lang="en-US" altLang="ko-KR" sz="1200" dirty="0">
              <a:solidFill>
                <a:srgbClr val="4A4F55"/>
              </a:solidFill>
              <a:latin typeface="페이퍼로지 4 Regular"/>
              <a:ea typeface="페이퍼로지 4 Regular"/>
              <a:cs typeface="페이퍼로지 4 Regular"/>
            </a:endParaRPr>
          </a:p>
          <a:p>
            <a:pPr algn="l"/>
            <a:r>
              <a:rPr lang="en-US" altLang="ko-KR"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3944" y="1987838"/>
            <a:ext cx="2976809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3944" y="2390329"/>
            <a:ext cx="2976809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기타 </a:t>
            </a:r>
            <a:r>
              <a:rPr sz="17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상품조건</a:t>
            </a:r>
            <a:endParaRPr sz="17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613944" y="2943498"/>
            <a:ext cx="2160000" cy="8229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3944" y="3113884"/>
            <a:ext cx="2976809" cy="207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1" b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만기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3944" y="3344945"/>
            <a:ext cx="297680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3Y / 5Y 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3944" y="3889816"/>
            <a:ext cx="2976809" cy="207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1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Issuer 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3944" y="4120877"/>
            <a:ext cx="297680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조기상환</a:t>
            </a:r>
            <a:endParaRPr sz="1200" dirty="0">
              <a:solidFill>
                <a:srgbClr val="4A4F55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22012" y="3160642"/>
            <a:ext cx="348343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62532" y="3172633"/>
            <a:ext cx="27432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→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01C22A-8033-FE1B-57C8-076E74E99318}"/>
              </a:ext>
            </a:extLst>
          </p:cNvPr>
          <p:cNvSpPr txBox="1"/>
          <p:nvPr/>
        </p:nvSpPr>
        <p:spPr>
          <a:xfrm>
            <a:off x="566928" y="654710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KYOBO SECURITIES · FICC SOLUTION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DE5DDD-E8A7-151C-3A57-A05F8CA9ABB6}"/>
              </a:ext>
            </a:extLst>
          </p:cNvPr>
          <p:cNvSpPr txBox="1"/>
          <p:nvPr/>
        </p:nvSpPr>
        <p:spPr>
          <a:xfrm>
            <a:off x="10241280" y="6547104"/>
            <a:ext cx="1380744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07</a:t>
            </a:r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 / 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5</a:t>
            </a:r>
            <a:endParaRPr sz="1200" dirty="0">
              <a:solidFill>
                <a:schemeClr val="bg1">
                  <a:lumMod val="8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52AEBF3-BA22-5EED-D63E-F4BF8FBFB2B8}"/>
              </a:ext>
            </a:extLst>
          </p:cNvPr>
          <p:cNvSpPr/>
          <p:nvPr/>
        </p:nvSpPr>
        <p:spPr>
          <a:xfrm>
            <a:off x="732219" y="5140824"/>
            <a:ext cx="1482495" cy="415107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4B7C33-4A08-2674-F480-15A1785C688C}"/>
              </a:ext>
            </a:extLst>
          </p:cNvPr>
          <p:cNvSpPr txBox="1"/>
          <p:nvPr/>
        </p:nvSpPr>
        <p:spPr>
          <a:xfrm>
            <a:off x="749809" y="5205635"/>
            <a:ext cx="1505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상품구성</a:t>
            </a:r>
            <a:r>
              <a:rPr lang="en-US" altLang="ko-KR" sz="1400" b="1" dirty="0">
                <a:solidFill>
                  <a:schemeClr val="bg1"/>
                </a:solidFill>
              </a:rPr>
              <a:t>(</a:t>
            </a:r>
            <a:r>
              <a:rPr lang="ko-KR" altLang="en-US" sz="1400" b="1" dirty="0">
                <a:solidFill>
                  <a:schemeClr val="bg1"/>
                </a:solidFill>
              </a:rPr>
              <a:t>예시</a:t>
            </a:r>
            <a:r>
              <a:rPr lang="en-US" altLang="ko-KR" sz="1400" b="1" dirty="0">
                <a:solidFill>
                  <a:schemeClr val="bg1"/>
                </a:solidFill>
              </a:rPr>
              <a:t>)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BBEFB8-9201-22EB-BFEB-0677AF9932B3}"/>
              </a:ext>
            </a:extLst>
          </p:cNvPr>
          <p:cNvSpPr txBox="1"/>
          <p:nvPr/>
        </p:nvSpPr>
        <p:spPr>
          <a:xfrm>
            <a:off x="7525512" y="5223383"/>
            <a:ext cx="4394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CD Range Accrual Callable DLB</a:t>
            </a:r>
            <a:endParaRPr lang="ko-KR" altLang="en-US" sz="1800" dirty="0">
              <a:solidFill>
                <a:schemeClr val="tx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endParaRPr lang="ko-KR" altLang="en-US" dirty="0"/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A65B4F60-8487-FDEF-B964-FED34AD6C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809631"/>
              </p:ext>
            </p:extLst>
          </p:nvPr>
        </p:nvGraphicFramePr>
        <p:xfrm>
          <a:off x="2197124" y="5104459"/>
          <a:ext cx="5355188" cy="31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394">
                  <a:extLst>
                    <a:ext uri="{9D8B030D-6E8A-4147-A177-3AD203B41FA5}">
                      <a16:colId xmlns:a16="http://schemas.microsoft.com/office/drawing/2014/main" val="641401960"/>
                    </a:ext>
                  </a:extLst>
                </a:gridCol>
                <a:gridCol w="317601">
                  <a:extLst>
                    <a:ext uri="{9D8B030D-6E8A-4147-A177-3AD203B41FA5}">
                      <a16:colId xmlns:a16="http://schemas.microsoft.com/office/drawing/2014/main" val="30454993"/>
                    </a:ext>
                  </a:extLst>
                </a:gridCol>
                <a:gridCol w="1710257">
                  <a:extLst>
                    <a:ext uri="{9D8B030D-6E8A-4147-A177-3AD203B41FA5}">
                      <a16:colId xmlns:a16="http://schemas.microsoft.com/office/drawing/2014/main" val="4279979763"/>
                    </a:ext>
                  </a:extLst>
                </a:gridCol>
                <a:gridCol w="451690">
                  <a:extLst>
                    <a:ext uri="{9D8B030D-6E8A-4147-A177-3AD203B41FA5}">
                      <a16:colId xmlns:a16="http://schemas.microsoft.com/office/drawing/2014/main" val="2870424006"/>
                    </a:ext>
                  </a:extLst>
                </a:gridCol>
                <a:gridCol w="1358284">
                  <a:extLst>
                    <a:ext uri="{9D8B030D-6E8A-4147-A177-3AD203B41FA5}">
                      <a16:colId xmlns:a16="http://schemas.microsoft.com/office/drawing/2014/main" val="3272353217"/>
                    </a:ext>
                  </a:extLst>
                </a:gridCol>
                <a:gridCol w="292962">
                  <a:extLst>
                    <a:ext uri="{9D8B030D-6E8A-4147-A177-3AD203B41FA5}">
                      <a16:colId xmlns:a16="http://schemas.microsoft.com/office/drawing/2014/main" val="2660727477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rgbClr val="8C9093"/>
                          </a:solidFill>
                          <a:latin typeface="+mn-ea"/>
                          <a:ea typeface="+mn-ea"/>
                        </a:rPr>
                        <a:t>Step1</a:t>
                      </a:r>
                      <a:endParaRPr lang="ko-KR" altLang="en-US" sz="900" b="0" dirty="0">
                        <a:solidFill>
                          <a:srgbClr val="8C9093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rgbClr val="8C9093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8C9093"/>
                          </a:solidFill>
                          <a:latin typeface="+mn-ea"/>
                          <a:ea typeface="+mn-ea"/>
                        </a:rPr>
                        <a:t>Step2</a:t>
                      </a:r>
                      <a:endParaRPr lang="ko-KR" altLang="en-US" sz="900" b="0" dirty="0">
                        <a:solidFill>
                          <a:srgbClr val="8C9093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rgbClr val="8C9093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rgbClr val="8C9093"/>
                          </a:solidFill>
                          <a:latin typeface="+mn-ea"/>
                          <a:ea typeface="+mn-ea"/>
                        </a:rPr>
                        <a:t>Step3</a:t>
                      </a:r>
                      <a:endParaRPr lang="ko-KR" altLang="en-US" sz="900" b="0" dirty="0">
                        <a:solidFill>
                          <a:srgbClr val="8C9093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rgbClr val="8C9093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793973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42D7F712-C112-CA4D-1706-9D48A1396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324414"/>
              </p:ext>
            </p:extLst>
          </p:nvPr>
        </p:nvGraphicFramePr>
        <p:xfrm>
          <a:off x="2214714" y="5239444"/>
          <a:ext cx="53551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394">
                  <a:extLst>
                    <a:ext uri="{9D8B030D-6E8A-4147-A177-3AD203B41FA5}">
                      <a16:colId xmlns:a16="http://schemas.microsoft.com/office/drawing/2014/main" val="641401960"/>
                    </a:ext>
                  </a:extLst>
                </a:gridCol>
                <a:gridCol w="317601">
                  <a:extLst>
                    <a:ext uri="{9D8B030D-6E8A-4147-A177-3AD203B41FA5}">
                      <a16:colId xmlns:a16="http://schemas.microsoft.com/office/drawing/2014/main" val="30454993"/>
                    </a:ext>
                  </a:extLst>
                </a:gridCol>
                <a:gridCol w="1710257">
                  <a:extLst>
                    <a:ext uri="{9D8B030D-6E8A-4147-A177-3AD203B41FA5}">
                      <a16:colId xmlns:a16="http://schemas.microsoft.com/office/drawing/2014/main" val="4279979763"/>
                    </a:ext>
                  </a:extLst>
                </a:gridCol>
                <a:gridCol w="451690">
                  <a:extLst>
                    <a:ext uri="{9D8B030D-6E8A-4147-A177-3AD203B41FA5}">
                      <a16:colId xmlns:a16="http://schemas.microsoft.com/office/drawing/2014/main" val="2870424006"/>
                    </a:ext>
                  </a:extLst>
                </a:gridCol>
                <a:gridCol w="1358284">
                  <a:extLst>
                    <a:ext uri="{9D8B030D-6E8A-4147-A177-3AD203B41FA5}">
                      <a16:colId xmlns:a16="http://schemas.microsoft.com/office/drawing/2014/main" val="3272353217"/>
                    </a:ext>
                  </a:extLst>
                </a:gridCol>
                <a:gridCol w="292962">
                  <a:extLst>
                    <a:ext uri="{9D8B030D-6E8A-4147-A177-3AD203B41FA5}">
                      <a16:colId xmlns:a16="http://schemas.microsoft.com/office/drawing/2014/main" val="2660727477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CD91</a:t>
                      </a:r>
                      <a:r>
                        <a:rPr lang="ko-KR" altLang="en-US" sz="1500" b="0" dirty="0">
                          <a:solidFill>
                            <a:schemeClr val="tx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일물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00A86B"/>
                          </a:solidFill>
                          <a:latin typeface="+mj-ea"/>
                          <a:ea typeface="+mj-ea"/>
                        </a:rPr>
                        <a:t>+</a:t>
                      </a:r>
                      <a:endParaRPr lang="ko-KR" altLang="en-US" dirty="0">
                        <a:solidFill>
                          <a:srgbClr val="00A86B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Range</a:t>
                      </a:r>
                      <a:r>
                        <a:rPr lang="ko-KR" altLang="en-US" sz="1500" b="0" dirty="0">
                          <a:solidFill>
                            <a:schemeClr val="tx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 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Accrual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00A86B"/>
                          </a:solidFill>
                          <a:latin typeface="+mj-ea"/>
                          <a:ea typeface="+mj-ea"/>
                        </a:rPr>
                        <a:t>+</a:t>
                      </a:r>
                      <a:endParaRPr lang="ko-KR" altLang="en-US" dirty="0">
                        <a:solidFill>
                          <a:srgbClr val="00A86B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Issuer Call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00A86B"/>
                          </a:solidFill>
                          <a:latin typeface="+mj-ea"/>
                          <a:ea typeface="+mj-ea"/>
                        </a:rPr>
                        <a:t>=</a:t>
                      </a:r>
                      <a:endParaRPr lang="ko-KR" altLang="en-US" dirty="0">
                        <a:solidFill>
                          <a:srgbClr val="00A86B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79397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DCCBD65C-B254-E958-AADD-711CAB073C56}"/>
              </a:ext>
            </a:extLst>
          </p:cNvPr>
          <p:cNvSpPr txBox="1"/>
          <p:nvPr/>
        </p:nvSpPr>
        <p:spPr>
          <a:xfrm>
            <a:off x="9518276" y="1983476"/>
            <a:ext cx="122370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00B050"/>
                </a:solidFill>
                <a:latin typeface="페이퍼로지 8 ExtraBold"/>
                <a:ea typeface="페이퍼로지 8 ExtraBold"/>
                <a:cs typeface="페이퍼로지 8 ExtraBold"/>
              </a:rPr>
              <a:t>0</a:t>
            </a:r>
            <a:r>
              <a:rPr lang="en-US" sz="2200" b="1" dirty="0">
                <a:solidFill>
                  <a:srgbClr val="00B050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  <a:endParaRPr sz="2200" b="1" dirty="0">
              <a:solidFill>
                <a:srgbClr val="00B050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3F1A5F-E269-32E7-4FD3-BFCC21A37002}"/>
              </a:ext>
            </a:extLst>
          </p:cNvPr>
          <p:cNvSpPr txBox="1"/>
          <p:nvPr/>
        </p:nvSpPr>
        <p:spPr>
          <a:xfrm>
            <a:off x="9518277" y="2385967"/>
            <a:ext cx="2058046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00B050"/>
                </a:solidFill>
                <a:latin typeface="페이퍼로지 7 Bold"/>
                <a:ea typeface="페이퍼로지 7 Bold"/>
                <a:cs typeface="페이퍼로지 7 Bold"/>
              </a:rPr>
              <a:t>최종 쿠폰 결정</a:t>
            </a:r>
            <a:endParaRPr sz="1700" b="1" dirty="0">
              <a:solidFill>
                <a:srgbClr val="00B050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43" name="Rectangle 32">
            <a:extLst>
              <a:ext uri="{FF2B5EF4-FFF2-40B4-BE49-F238E27FC236}">
                <a16:creationId xmlns:a16="http://schemas.microsoft.com/office/drawing/2014/main" id="{EAB5DB88-0209-7BFC-6EC7-106776A7ADAB}"/>
              </a:ext>
            </a:extLst>
          </p:cNvPr>
          <p:cNvSpPr/>
          <p:nvPr/>
        </p:nvSpPr>
        <p:spPr>
          <a:xfrm>
            <a:off x="9518276" y="2939136"/>
            <a:ext cx="1980000" cy="8229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8D134C-6940-8C46-4E79-7FC3007D0146}"/>
              </a:ext>
            </a:extLst>
          </p:cNvPr>
          <p:cNvSpPr txBox="1"/>
          <p:nvPr/>
        </p:nvSpPr>
        <p:spPr>
          <a:xfrm>
            <a:off x="9541844" y="3058018"/>
            <a:ext cx="2976809" cy="4157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ko-KR" sz="1351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Coupon </a:t>
            </a:r>
            <a:r>
              <a:rPr lang="ko-KR" altLang="en-US" sz="1351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확정 </a:t>
            </a:r>
            <a:endParaRPr lang="en-US" altLang="ko-KR" sz="1351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  <a:p>
            <a:pPr algn="l"/>
            <a:endParaRPr sz="1351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338369-6F0C-480E-2A15-35F08B0966C4}"/>
              </a:ext>
            </a:extLst>
          </p:cNvPr>
          <p:cNvSpPr txBox="1"/>
          <p:nvPr/>
        </p:nvSpPr>
        <p:spPr>
          <a:xfrm>
            <a:off x="8966864" y="3168271"/>
            <a:ext cx="27432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→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F7A125A-4698-1AFA-840A-F50F10D2F4A6}"/>
              </a:ext>
            </a:extLst>
          </p:cNvPr>
          <p:cNvSpPr/>
          <p:nvPr/>
        </p:nvSpPr>
        <p:spPr>
          <a:xfrm>
            <a:off x="566928" y="1899342"/>
            <a:ext cx="2555084" cy="2875638"/>
          </a:xfrm>
          <a:prstGeom prst="roundRect">
            <a:avLst>
              <a:gd name="adj" fmla="val 3034"/>
            </a:avLst>
          </a:prstGeom>
          <a:noFill/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37E03F3-0240-085D-97D5-5A38583C44FC}"/>
              </a:ext>
            </a:extLst>
          </p:cNvPr>
          <p:cNvSpPr/>
          <p:nvPr/>
        </p:nvSpPr>
        <p:spPr>
          <a:xfrm>
            <a:off x="3471252" y="1903690"/>
            <a:ext cx="2555084" cy="2875638"/>
          </a:xfrm>
          <a:prstGeom prst="roundRect">
            <a:avLst>
              <a:gd name="adj" fmla="val 3034"/>
            </a:avLst>
          </a:prstGeom>
          <a:noFill/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06AB13D-1B71-90CA-ED45-706DBB8687B4}"/>
              </a:ext>
            </a:extLst>
          </p:cNvPr>
          <p:cNvSpPr/>
          <p:nvPr/>
        </p:nvSpPr>
        <p:spPr>
          <a:xfrm>
            <a:off x="6397333" y="1903694"/>
            <a:ext cx="2555084" cy="2875638"/>
          </a:xfrm>
          <a:prstGeom prst="roundRect">
            <a:avLst>
              <a:gd name="adj" fmla="val 3034"/>
            </a:avLst>
          </a:prstGeom>
          <a:noFill/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19F155-351B-23D8-411B-FFDA6882E87A}"/>
              </a:ext>
            </a:extLst>
          </p:cNvPr>
          <p:cNvSpPr txBox="1"/>
          <p:nvPr/>
        </p:nvSpPr>
        <p:spPr>
          <a:xfrm>
            <a:off x="9549857" y="3308712"/>
            <a:ext cx="297680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dirty="0">
                <a:latin typeface="페이퍼로지 4 Regular"/>
                <a:ea typeface="페이퍼로지 4 Regular"/>
                <a:cs typeface="페이퍼로지 4 Regular"/>
              </a:rPr>
              <a:t>1~3</a:t>
            </a:r>
            <a:r>
              <a:rPr lang="ko-KR" altLang="en-US" sz="1200" dirty="0">
                <a:latin typeface="페이퍼로지 4 Regular"/>
                <a:ea typeface="페이퍼로지 4 Regular"/>
                <a:cs typeface="페이퍼로지 4 Regular"/>
              </a:rPr>
              <a:t>단계 조건들을 결합하여</a:t>
            </a:r>
            <a:endParaRPr lang="en-US" altLang="ko-KR" sz="1200" dirty="0">
              <a:latin typeface="페이퍼로지 4 Regular"/>
              <a:ea typeface="페이퍼로지 4 Regular"/>
              <a:cs typeface="페이퍼로지 4 Regular"/>
            </a:endParaRPr>
          </a:p>
          <a:p>
            <a:pPr algn="l"/>
            <a:r>
              <a:rPr lang="ko-KR" altLang="en-US" sz="1200" dirty="0">
                <a:latin typeface="페이퍼로지 4 Regular"/>
                <a:ea typeface="페이퍼로지 4 Regular"/>
                <a:cs typeface="페이퍼로지 4 Regular"/>
              </a:rPr>
              <a:t> 조건별 최종 </a:t>
            </a:r>
            <a:r>
              <a:rPr lang="en-US" altLang="ko-KR" sz="1200" dirty="0">
                <a:latin typeface="페이퍼로지 4 Regular"/>
                <a:ea typeface="페이퍼로지 4 Regular"/>
                <a:cs typeface="페이퍼로지 4 Regular"/>
              </a:rPr>
              <a:t>coupon </a:t>
            </a:r>
            <a:r>
              <a:rPr lang="ko-KR" altLang="en-US" sz="1200" dirty="0">
                <a:latin typeface="페이퍼로지 4 Regular"/>
                <a:ea typeface="페이퍼로지 4 Regular"/>
                <a:cs typeface="페이퍼로지 4 Regular"/>
              </a:rPr>
              <a:t>산출</a:t>
            </a:r>
            <a:endParaRPr sz="1200" dirty="0">
              <a:latin typeface="페이퍼로지 4 Regular"/>
              <a:ea typeface="페이퍼로지 4 Regular"/>
              <a:cs typeface="페이퍼로지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292732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BF6C313-ABAA-14C7-0A3B-62C392BD4CA6}"/>
              </a:ext>
            </a:extLst>
          </p:cNvPr>
          <p:cNvSpPr/>
          <p:nvPr/>
        </p:nvSpPr>
        <p:spPr>
          <a:xfrm>
            <a:off x="661622" y="2091068"/>
            <a:ext cx="5040000" cy="3880600"/>
          </a:xfrm>
          <a:prstGeom prst="roundRect">
            <a:avLst>
              <a:gd name="adj" fmla="val 2385"/>
            </a:avLst>
          </a:prstGeom>
          <a:solidFill>
            <a:srgbClr val="F7F9F7"/>
          </a:solidFill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662727" y="2119667"/>
            <a:ext cx="36000" cy="3852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27181AA5-158B-67DC-5036-25176BA7C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170278"/>
              </p:ext>
            </p:extLst>
          </p:nvPr>
        </p:nvGraphicFramePr>
        <p:xfrm>
          <a:off x="6870192" y="2451289"/>
          <a:ext cx="4480560" cy="2181563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539322546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3371075486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888131248"/>
                    </a:ext>
                  </a:extLst>
                </a:gridCol>
              </a:tblGrid>
              <a:tr h="5848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4A4F55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만기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72767A"/>
                          </a:solidFill>
                        </a:rPr>
                        <a:t>Barrier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A86B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4.25%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72767A"/>
                          </a:solidFill>
                        </a:rPr>
                        <a:t>Barrier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rgbClr val="72767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4.50%</a:t>
                      </a:r>
                      <a:endParaRPr lang="ko-KR" altLang="en-US" sz="1400" dirty="0">
                        <a:solidFill>
                          <a:srgbClr val="72767A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959652"/>
                  </a:ext>
                </a:extLst>
              </a:tr>
              <a:tr h="7983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72767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3</a:t>
                      </a:r>
                      <a:r>
                        <a:rPr lang="ko-KR" altLang="en-US" sz="1400" dirty="0">
                          <a:solidFill>
                            <a:srgbClr val="72767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7.00%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6.00%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739556"/>
                  </a:ext>
                </a:extLst>
              </a:tr>
              <a:tr h="7983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A86B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5</a:t>
                      </a:r>
                      <a:r>
                        <a:rPr lang="ko-KR" altLang="en-US" sz="1400" dirty="0">
                          <a:solidFill>
                            <a:srgbClr val="00A86B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9.20%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j-ea"/>
                          <a:ea typeface="+mj-ea"/>
                        </a:rPr>
                        <a:t>7.70%</a:t>
                      </a:r>
                      <a:endParaRPr lang="ko-KR" altLang="en-US" sz="16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71271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66928" y="221466"/>
            <a:ext cx="9601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2.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당사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DLB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상품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소개</a:t>
            </a:r>
            <a:endParaRPr sz="1400" b="1" dirty="0">
              <a:solidFill>
                <a:srgbClr val="14532D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84156"/>
            <a:ext cx="11055096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CD91일 연계 Range Accrual Callable DLB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144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508760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605107"/>
            <a:ext cx="1090879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CD91일물이 Barrier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이하에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머문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일수에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비례하여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Coupon이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결정되는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원금지급형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DLB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40840"/>
            <a:ext cx="27432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기본조건</a:t>
            </a:r>
            <a:endParaRPr sz="13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1248" y="2487171"/>
            <a:ext cx="960120" cy="1097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760599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발행사</a:t>
            </a:r>
            <a:endParaRPr sz="1200" dirty="0">
              <a:solidFill>
                <a:srgbClr val="4A4F55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94560" y="2756687"/>
            <a:ext cx="3291840" cy="1924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1" b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교보증권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054096"/>
            <a:ext cx="452628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181223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신용등급</a:t>
            </a:r>
            <a:endParaRPr sz="1200" dirty="0">
              <a:solidFill>
                <a:srgbClr val="4A4F55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94560" y="3177311"/>
            <a:ext cx="3291840" cy="1924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1" b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AA- (한국기업평가 · NICE)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474720"/>
            <a:ext cx="452628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601847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기초자산</a:t>
            </a:r>
            <a:endParaRPr sz="1200" dirty="0">
              <a:solidFill>
                <a:srgbClr val="4A4F55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4560" y="3597935"/>
            <a:ext cx="3291840" cy="1924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1" b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CD91일물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3895344"/>
            <a:ext cx="452628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022471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상품유형</a:t>
            </a:r>
            <a:endParaRPr sz="1200" dirty="0">
              <a:solidFill>
                <a:srgbClr val="4A4F55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4560" y="4018559"/>
            <a:ext cx="3291840" cy="1924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1" b="1" dirty="0" err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원금지급형</a:t>
            </a:r>
            <a:r>
              <a:rPr sz="1251" b="1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 DLB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315968"/>
            <a:ext cx="452628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4878524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Coupon </a:t>
            </a:r>
            <a:r>
              <a:rPr sz="1200"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지급</a:t>
            </a:r>
            <a:endParaRPr sz="1200" dirty="0">
              <a:solidFill>
                <a:srgbClr val="4A4F55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4560" y="4874612"/>
            <a:ext cx="3291840" cy="1924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1" b="1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연 </a:t>
            </a:r>
            <a:r>
              <a:rPr sz="1251" b="1" dirty="0" err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단위</a:t>
            </a:r>
            <a:r>
              <a:rPr sz="1251" b="1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 (Annual)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4736592"/>
            <a:ext cx="452628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299148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관찰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295236"/>
            <a:ext cx="3291840" cy="1924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51" b="1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매일 관찰</a:t>
            </a:r>
            <a:endParaRPr sz="1251" b="1" dirty="0">
              <a:solidFill>
                <a:srgbClr val="23272C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41248" y="5157216"/>
            <a:ext cx="452628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5719772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Issuer 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715860"/>
            <a:ext cx="3291840" cy="1924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1" b="1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1년 </a:t>
            </a:r>
            <a:r>
              <a:rPr sz="1251" b="1" dirty="0" err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이후</a:t>
            </a:r>
            <a:r>
              <a:rPr sz="1251" b="1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 연 </a:t>
            </a:r>
            <a:r>
              <a:rPr sz="1251" b="1" dirty="0" err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단위</a:t>
            </a:r>
            <a:r>
              <a:rPr sz="1251" b="1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251" b="1" dirty="0" err="1">
                <a:latin typeface="페이퍼로지 6 SemiBold"/>
                <a:ea typeface="페이퍼로지 6 SemiBold"/>
                <a:cs typeface="페이퍼로지 6 SemiBold"/>
              </a:rPr>
              <a:t>조기상환</a:t>
            </a:r>
            <a:r>
              <a:rPr sz="1251" b="1" dirty="0"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251" b="1" dirty="0" err="1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가능</a:t>
            </a:r>
            <a:endParaRPr sz="1251" b="1" dirty="0">
              <a:solidFill>
                <a:srgbClr val="23272C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6560" y="2072779"/>
            <a:ext cx="485546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  </a:t>
            </a:r>
            <a:r>
              <a:rPr sz="16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만기</a:t>
            </a:r>
            <a:r>
              <a:rPr sz="16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· </a:t>
            </a:r>
            <a:r>
              <a:rPr sz="16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Barrier별</a:t>
            </a:r>
            <a:r>
              <a:rPr sz="16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 Coupon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14516" y="3893508"/>
            <a:ext cx="530352" cy="14630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896826" y="5121654"/>
            <a:ext cx="3623637" cy="384048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38168" y="5217131"/>
            <a:ext cx="485546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>
                <a:latin typeface="페이퍼로지 6 SemiBold"/>
                <a:ea typeface="페이퍼로지 6 SemiBold"/>
                <a:cs typeface="페이퍼로지 6 SemiBold"/>
              </a:rPr>
              <a:t>※ </a:t>
            </a:r>
            <a:r>
              <a:rPr lang="ko-KR" altLang="en-US" sz="1400" b="1" dirty="0">
                <a:solidFill>
                  <a:srgbClr val="1E7A4B"/>
                </a:solidFill>
                <a:latin typeface="페이퍼로지 6 SemiBold"/>
                <a:ea typeface="페이퍼로지 6 SemiBold"/>
                <a:cs typeface="페이퍼로지 6 SemiBold"/>
              </a:rPr>
              <a:t>만기가 길수록 배리어가 낮을수록 쿠폰 ↑</a:t>
            </a:r>
            <a:endParaRPr sz="1400" b="1" dirty="0"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2946DB-7BFC-A7AF-7D72-821B18DC338C}"/>
              </a:ext>
            </a:extLst>
          </p:cNvPr>
          <p:cNvSpPr txBox="1"/>
          <p:nvPr/>
        </p:nvSpPr>
        <p:spPr>
          <a:xfrm>
            <a:off x="9323225" y="3885601"/>
            <a:ext cx="53035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페이퍼로지 6 SemiBold"/>
                <a:ea typeface="페이퍼로지 6 SemiBold"/>
                <a:cs typeface="페이퍼로지 6 SemiBold"/>
              </a:rPr>
              <a:t>최</a:t>
            </a:r>
            <a:r>
              <a:rPr lang="ko-KR" altLang="en-US" sz="1000" b="1" dirty="0">
                <a:solidFill>
                  <a:srgbClr val="FFFFFF"/>
                </a:solidFill>
                <a:latin typeface="페이퍼로지 6 SemiBold"/>
                <a:ea typeface="페이퍼로지 6 SemiBold"/>
                <a:cs typeface="페이퍼로지 6 SemiBold"/>
              </a:rPr>
              <a:t>고</a:t>
            </a:r>
            <a:endParaRPr sz="1000" b="1" dirty="0">
              <a:solidFill>
                <a:srgbClr val="FFFFFF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4CC9A18-CDF0-E8C3-5991-95702E897340}"/>
              </a:ext>
            </a:extLst>
          </p:cNvPr>
          <p:cNvSpPr txBox="1"/>
          <p:nvPr/>
        </p:nvSpPr>
        <p:spPr>
          <a:xfrm>
            <a:off x="566928" y="654710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KYOBO SECURITIES · FICC SOLUTION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F21243-4C0D-04EB-9A60-2DA05C1FC629}"/>
              </a:ext>
            </a:extLst>
          </p:cNvPr>
          <p:cNvSpPr txBox="1"/>
          <p:nvPr/>
        </p:nvSpPr>
        <p:spPr>
          <a:xfrm>
            <a:off x="10241280" y="6547104"/>
            <a:ext cx="1380744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08</a:t>
            </a:r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 / 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5</a:t>
            </a:r>
            <a:endParaRPr sz="1200" dirty="0">
              <a:solidFill>
                <a:schemeClr val="bg1">
                  <a:lumMod val="8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F4B9238-B566-60D2-1E70-6565285ACB54}"/>
              </a:ext>
            </a:extLst>
          </p:cNvPr>
          <p:cNvSpPr/>
          <p:nvPr/>
        </p:nvSpPr>
        <p:spPr>
          <a:xfrm>
            <a:off x="8368941" y="3838543"/>
            <a:ext cx="1519476" cy="794309"/>
          </a:xfrm>
          <a:prstGeom prst="rect">
            <a:avLst/>
          </a:prstGeom>
          <a:noFill/>
          <a:ln w="25400">
            <a:solidFill>
              <a:srgbClr val="00A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B3A39E8-2DFC-3C16-4946-408F7DAC7B09}"/>
              </a:ext>
            </a:extLst>
          </p:cNvPr>
          <p:cNvSpPr txBox="1"/>
          <p:nvPr/>
        </p:nvSpPr>
        <p:spPr>
          <a:xfrm>
            <a:off x="6387101" y="4699467"/>
            <a:ext cx="4855464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71446" indent="-171446" algn="ctr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2026.09.15 </a:t>
            </a:r>
            <a:r>
              <a:rPr lang="ko-KR" altLang="en-US" sz="12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기준 </a:t>
            </a:r>
            <a:r>
              <a:rPr lang="en-US" altLang="ko-KR" sz="12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indicative price (</a:t>
            </a:r>
            <a:r>
              <a:rPr lang="ko-KR" altLang="en-US" sz="12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실제 발행 시 변동 가능</a:t>
            </a:r>
            <a:r>
              <a:rPr lang="en-US" altLang="ko-KR" sz="12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)</a:t>
            </a:r>
            <a:r>
              <a:rPr lang="ko-KR" altLang="en-US" sz="12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endParaRPr sz="1200" dirty="0">
              <a:solidFill>
                <a:srgbClr val="8A949E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0055148A-8FF1-20CB-E438-CD19319128FD}"/>
              </a:ext>
            </a:extLst>
          </p:cNvPr>
          <p:cNvSpPr/>
          <p:nvPr/>
        </p:nvSpPr>
        <p:spPr>
          <a:xfrm>
            <a:off x="793341" y="5605706"/>
            <a:ext cx="4526280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766B26-B091-8A03-23CF-02B95D4DE50F}"/>
              </a:ext>
            </a:extLst>
          </p:cNvPr>
          <p:cNvSpPr txBox="1"/>
          <p:nvPr/>
        </p:nvSpPr>
        <p:spPr>
          <a:xfrm>
            <a:off x="828177" y="4462263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모집구분</a:t>
            </a:r>
            <a:endParaRPr sz="1200" dirty="0">
              <a:solidFill>
                <a:srgbClr val="4A4F55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4001F0-4F8A-9143-D6E4-A902973F9B99}"/>
              </a:ext>
            </a:extLst>
          </p:cNvPr>
          <p:cNvSpPr txBox="1"/>
          <p:nvPr/>
        </p:nvSpPr>
        <p:spPr>
          <a:xfrm>
            <a:off x="2181489" y="4458351"/>
            <a:ext cx="3291840" cy="1924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51" b="1" dirty="0">
                <a:solidFill>
                  <a:srgbClr val="23272C"/>
                </a:solidFill>
                <a:latin typeface="페이퍼로지 6 SemiBold"/>
                <a:ea typeface="페이퍼로지 6 SemiBold"/>
                <a:cs typeface="페이퍼로지 6 SemiBold"/>
              </a:rPr>
              <a:t>사모</a:t>
            </a:r>
            <a:endParaRPr sz="1251" b="1" dirty="0">
              <a:solidFill>
                <a:srgbClr val="23272C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사각형: 둥근 모서리 502">
            <a:extLst>
              <a:ext uri="{FF2B5EF4-FFF2-40B4-BE49-F238E27FC236}">
                <a16:creationId xmlns:a16="http://schemas.microsoft.com/office/drawing/2014/main" id="{937430A3-7D8F-A88B-6F19-13593D65A7B8}"/>
              </a:ext>
            </a:extLst>
          </p:cNvPr>
          <p:cNvSpPr/>
          <p:nvPr/>
        </p:nvSpPr>
        <p:spPr>
          <a:xfrm>
            <a:off x="596167" y="5351503"/>
            <a:ext cx="11009394" cy="1066713"/>
          </a:xfrm>
          <a:prstGeom prst="roundRect">
            <a:avLst/>
          </a:prstGeom>
          <a:solidFill>
            <a:srgbClr val="F7F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2" name="사각형: 둥근 모서리 501">
            <a:extLst>
              <a:ext uri="{FF2B5EF4-FFF2-40B4-BE49-F238E27FC236}">
                <a16:creationId xmlns:a16="http://schemas.microsoft.com/office/drawing/2014/main" id="{A4530ED1-DD01-36B9-1086-2FB105A86E6D}"/>
              </a:ext>
            </a:extLst>
          </p:cNvPr>
          <p:cNvSpPr/>
          <p:nvPr/>
        </p:nvSpPr>
        <p:spPr>
          <a:xfrm>
            <a:off x="577918" y="4581459"/>
            <a:ext cx="11009394" cy="452720"/>
          </a:xfrm>
          <a:prstGeom prst="roundRect">
            <a:avLst/>
          </a:prstGeom>
          <a:solidFill>
            <a:srgbClr val="F7F9F7"/>
          </a:solidFill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93" name="차트 492">
            <a:extLst>
              <a:ext uri="{FF2B5EF4-FFF2-40B4-BE49-F238E27FC236}">
                <a16:creationId xmlns:a16="http://schemas.microsoft.com/office/drawing/2014/main" id="{D665F55C-1FEE-D926-01B9-F6F5256565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9660866"/>
              </p:ext>
            </p:extLst>
          </p:nvPr>
        </p:nvGraphicFramePr>
        <p:xfrm>
          <a:off x="714041" y="1980062"/>
          <a:ext cx="10845908" cy="2349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66928" y="221466"/>
            <a:ext cx="9601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2.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당사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DLB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상품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소개</a:t>
            </a:r>
            <a:endParaRPr sz="1400" b="1" dirty="0">
              <a:solidFill>
                <a:srgbClr val="14532D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84156"/>
            <a:ext cx="11055096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CD91일물과 한국은행 기준금리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144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508760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605107"/>
            <a:ext cx="1090879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CD91일물은 기준금리 경로를 밀접하게 반영하며, 단기 자금시장 여건에 따라 일정 수준의 Spread가 형성되는 단기 시장금리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566928" y="4658032"/>
            <a:ext cx="11055096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CD91일물</a:t>
            </a:r>
            <a:r>
              <a:rPr sz="16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  ≈   </a:t>
            </a:r>
            <a:r>
              <a:rPr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기준금리</a:t>
            </a:r>
            <a:r>
              <a:rPr sz="15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   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/>
                <a:ea typeface="페이퍼로지 5 Medium"/>
                <a:cs typeface="페이퍼로지 5 Medium"/>
              </a:rPr>
              <a:t>+</a:t>
            </a:r>
            <a:r>
              <a:rPr sz="15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   </a:t>
            </a:r>
            <a:r>
              <a:rPr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단기</a:t>
            </a:r>
            <a:r>
              <a:rPr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자금시장</a:t>
            </a:r>
            <a:r>
              <a:rPr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 Spread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9936480" y="4381220"/>
            <a:ext cx="1685544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[Data: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201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2</a:t>
            </a:r>
            <a:r>
              <a:rPr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.01 ~ 2026.09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]</a:t>
            </a:r>
            <a:endParaRPr sz="8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491" name="TextBox 490"/>
          <p:cNvSpPr txBox="1"/>
          <p:nvPr/>
        </p:nvSpPr>
        <p:spPr>
          <a:xfrm>
            <a:off x="566928" y="6573647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KYOBO SECURITIES · FICC SOLUTION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11164390" y="6579032"/>
            <a:ext cx="54614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09 / 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5</a:t>
            </a:r>
            <a:endParaRPr sz="1200" dirty="0">
              <a:solidFill>
                <a:schemeClr val="bg1">
                  <a:lumMod val="8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019575" y="2180650"/>
            <a:ext cx="1737360" cy="1463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1" b="1" dirty="0" err="1">
                <a:solidFill>
                  <a:srgbClr val="00B050"/>
                </a:solidFill>
                <a:latin typeface="페이퍼로지 6 SemiBold"/>
                <a:ea typeface="페이퍼로지 6 SemiBold"/>
                <a:cs typeface="페이퍼로지 6 SemiBold"/>
              </a:rPr>
              <a:t>현재</a:t>
            </a:r>
            <a:r>
              <a:rPr sz="951" b="1" dirty="0">
                <a:solidFill>
                  <a:srgbClr val="00B050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951" b="1" dirty="0" err="1">
                <a:solidFill>
                  <a:srgbClr val="00B050"/>
                </a:solidFill>
                <a:latin typeface="페이퍼로지 6 SemiBold"/>
                <a:ea typeface="페이퍼로지 6 SemiBold"/>
                <a:cs typeface="페이퍼로지 6 SemiBold"/>
              </a:rPr>
              <a:t>제안</a:t>
            </a:r>
            <a:r>
              <a:rPr sz="951" b="1" dirty="0">
                <a:solidFill>
                  <a:srgbClr val="00B050"/>
                </a:solidFill>
                <a:latin typeface="페이퍼로지 6 SemiBold"/>
                <a:ea typeface="페이퍼로지 6 SemiBold"/>
                <a:cs typeface="페이퍼로지 6 SemiBold"/>
              </a:rPr>
              <a:t> Barrier 4.25%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B655E761-1D0E-DD4D-BE6B-6812DB14B910}"/>
              </a:ext>
            </a:extLst>
          </p:cNvPr>
          <p:cNvSpPr txBox="1"/>
          <p:nvPr/>
        </p:nvSpPr>
        <p:spPr>
          <a:xfrm>
            <a:off x="632051" y="2215796"/>
            <a:ext cx="5337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1E7A4B"/>
                </a:solidFill>
              </a:rPr>
              <a:t>4.25%</a:t>
            </a:r>
            <a:endParaRPr lang="ko-KR" altLang="en-US" sz="800" b="1" dirty="0">
              <a:solidFill>
                <a:srgbClr val="1E7A4B"/>
              </a:solidFill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A179165B-236C-9E71-6CB7-91D1FE0B757F}"/>
              </a:ext>
            </a:extLst>
          </p:cNvPr>
          <p:cNvSpPr txBox="1"/>
          <p:nvPr/>
        </p:nvSpPr>
        <p:spPr>
          <a:xfrm>
            <a:off x="851820" y="5500255"/>
            <a:ext cx="10858719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71446" indent="-171446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14532D"/>
                </a:solidFill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Spread </a:t>
            </a:r>
            <a:r>
              <a:rPr lang="ko-KR" altLang="en-US" sz="1200" b="1" dirty="0">
                <a:solidFill>
                  <a:srgbClr val="14532D"/>
                </a:solidFill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변동요인 </a:t>
            </a:r>
            <a:r>
              <a:rPr lang="en-US" altLang="ko-KR" sz="1151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: 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은행 자금 수급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및 단기 금융시장 유동성에 따라 변동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  </a:t>
            </a:r>
          </a:p>
          <a:p>
            <a:pPr algn="l"/>
            <a:endParaRPr lang="en-US" altLang="ko-KR" sz="400" dirty="0">
              <a:latin typeface="페이퍼로지 4 Regular" pitchFamily="2" charset="-127"/>
              <a:ea typeface="페이퍼로지 4 Regular" pitchFamily="2" charset="-127"/>
              <a:cs typeface="페이퍼로지 8 ExtraBold"/>
            </a:endParaRPr>
          </a:p>
          <a:p>
            <a:pPr marL="171446" indent="-171446">
              <a:buFont typeface="Wingdings" panose="05000000000000000000" pitchFamily="2" charset="2"/>
              <a:buChar char="ü"/>
            </a:pPr>
            <a:r>
              <a:rPr lang="en-US" altLang="ko-KR" sz="1200" b="1" dirty="0">
                <a:solidFill>
                  <a:srgbClr val="14532D"/>
                </a:solidFill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Spread </a:t>
            </a:r>
            <a:r>
              <a:rPr lang="ko-KR" altLang="en-US" sz="1200" b="1" dirty="0">
                <a:solidFill>
                  <a:srgbClr val="14532D"/>
                </a:solidFill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추이</a:t>
            </a:r>
            <a:r>
              <a:rPr lang="en-US" altLang="ko-KR" sz="1200" b="1" dirty="0">
                <a:solidFill>
                  <a:srgbClr val="14532D"/>
                </a:solidFill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(2012.01~2026.09)</a:t>
            </a:r>
            <a:r>
              <a:rPr lang="ko-KR" altLang="en-US" sz="1200" b="1" dirty="0">
                <a:solidFill>
                  <a:srgbClr val="14532D"/>
                </a:solidFill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 </a:t>
            </a:r>
            <a:r>
              <a:rPr lang="en-US" altLang="ko-KR" sz="1200" b="1" dirty="0">
                <a:solidFill>
                  <a:srgbClr val="14532D"/>
                </a:solidFill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: </a:t>
            </a:r>
            <a:r>
              <a:rPr lang="ko-KR" altLang="en-US" sz="1200" b="1" dirty="0">
                <a:solidFill>
                  <a:srgbClr val="14532D"/>
                </a:solidFill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장기 평균 </a:t>
            </a:r>
            <a:r>
              <a:rPr lang="en-US" altLang="ko-KR" sz="1200" b="1" dirty="0">
                <a:solidFill>
                  <a:srgbClr val="14532D"/>
                </a:solidFill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21bp </a:t>
            </a:r>
            <a:r>
              <a:rPr lang="ko-KR" altLang="en-US" sz="1200" b="1" dirty="0">
                <a:solidFill>
                  <a:srgbClr val="14532D"/>
                </a:solidFill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수준 유지</a:t>
            </a:r>
            <a:endParaRPr lang="en-US" altLang="ko-KR" sz="1200" b="1" dirty="0">
              <a:solidFill>
                <a:srgbClr val="14532D"/>
              </a:solidFill>
              <a:latin typeface="페이퍼로지 4 Regular" pitchFamily="2" charset="-127"/>
              <a:ea typeface="페이퍼로지 4 Regular" pitchFamily="2" charset="-127"/>
              <a:cs typeface="페이퍼로지 8 ExtraBold"/>
            </a:endParaRPr>
          </a:p>
          <a:p>
            <a:pPr algn="l"/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       </a:t>
            </a:r>
            <a:r>
              <a:rPr lang="en-US" altLang="ko-KR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- </a:t>
            </a:r>
            <a:r>
              <a:rPr lang="ko-KR" altLang="en-US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 </a:t>
            </a:r>
            <a:r>
              <a:rPr lang="en-US" altLang="ko-KR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2022</a:t>
            </a:r>
            <a:r>
              <a:rPr lang="ko-KR" altLang="en-US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년 </a:t>
            </a:r>
            <a:r>
              <a:rPr lang="en-US" altLang="ko-KR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4</a:t>
            </a:r>
            <a:r>
              <a:rPr lang="ko-KR" altLang="en-US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분기 </a:t>
            </a:r>
            <a:r>
              <a:rPr lang="en-US" altLang="ko-KR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(</a:t>
            </a:r>
            <a:r>
              <a:rPr lang="ko-KR" altLang="en-US" sz="1100" dirty="0" err="1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레고랜드</a:t>
            </a:r>
            <a:r>
              <a:rPr lang="ko-KR" altLang="en-US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 사태</a:t>
            </a:r>
            <a:r>
              <a:rPr lang="en-US" altLang="ko-KR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)</a:t>
            </a:r>
            <a:r>
              <a:rPr lang="ko-KR" altLang="en-US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 일시적 확대 </a:t>
            </a:r>
            <a:r>
              <a:rPr lang="en-US" altLang="ko-KR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(</a:t>
            </a:r>
            <a:r>
              <a:rPr lang="ko-KR" altLang="en-US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최대 </a:t>
            </a:r>
            <a:r>
              <a:rPr lang="en-US" altLang="ko-KR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102bp)</a:t>
            </a:r>
          </a:p>
          <a:p>
            <a:pPr algn="l"/>
            <a:r>
              <a:rPr lang="ko-KR" altLang="en-US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        </a:t>
            </a:r>
            <a:r>
              <a:rPr lang="en-US" altLang="ko-KR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-  2023</a:t>
            </a:r>
            <a:r>
              <a:rPr lang="ko-KR" altLang="en-US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년 </a:t>
            </a:r>
            <a:r>
              <a:rPr lang="en-US" altLang="ko-KR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1</a:t>
            </a:r>
            <a:r>
              <a:rPr lang="ko-KR" altLang="en-US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월 이후 </a:t>
            </a:r>
            <a:r>
              <a:rPr lang="en-US" altLang="ko-KR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20bp</a:t>
            </a:r>
            <a:r>
              <a:rPr lang="ko-KR" altLang="en-US" sz="1100" dirty="0">
                <a:latin typeface="페이퍼로지 4 Regular" pitchFamily="2" charset="-127"/>
                <a:ea typeface="페이퍼로지 4 Regular" pitchFamily="2" charset="-127"/>
                <a:cs typeface="페이퍼로지 8 ExtraBold"/>
              </a:rPr>
              <a:t>하회하며 빠르게 안정화</a:t>
            </a:r>
            <a:endParaRPr lang="en-US" altLang="ko-KR" sz="1100" dirty="0">
              <a:latin typeface="페이퍼로지 8 ExtraBold"/>
              <a:ea typeface="페이퍼로지 8 ExtraBold"/>
              <a:cs typeface="페이퍼로지 8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89122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08E081E-7E41-75BF-970E-B1EFBAEABB6B}"/>
              </a:ext>
            </a:extLst>
          </p:cNvPr>
          <p:cNvSpPr/>
          <p:nvPr/>
        </p:nvSpPr>
        <p:spPr>
          <a:xfrm>
            <a:off x="576072" y="5527702"/>
            <a:ext cx="11009394" cy="491320"/>
          </a:xfrm>
          <a:prstGeom prst="roundRect">
            <a:avLst>
              <a:gd name="adj" fmla="val 22088"/>
            </a:avLst>
          </a:prstGeom>
          <a:solidFill>
            <a:srgbClr val="F7F9F7"/>
          </a:solidFill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66928" y="20116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2.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당사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DLB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상품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소개</a:t>
            </a:r>
            <a:endParaRPr sz="1400" b="1" dirty="0">
              <a:solidFill>
                <a:srgbClr val="14532D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32" y="731520"/>
            <a:ext cx="11058113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30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2027년 기준금리 전망과 Barrier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32" y="1389892"/>
            <a:ext cx="11058113" cy="12801"/>
          </a:xfrm>
          <a:prstGeom prst="rect">
            <a:avLst/>
          </a:prstGeom>
          <a:solidFill>
            <a:srgbClr val="D9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508760" cy="18288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6" y="1517904"/>
            <a:ext cx="10911809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시장</a:t>
            </a:r>
            <a:r>
              <a:rPr lang="en-US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예상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Terminal Rate</a:t>
            </a:r>
            <a:r>
              <a:rPr lang="en-US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(3.25%~3.50%) </a:t>
            </a:r>
            <a:r>
              <a:rPr lang="ko-KR" altLang="en-US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고려 시</a:t>
            </a:r>
            <a:r>
              <a:rPr lang="en-US" altLang="ko-KR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,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CD91일물 Barrier </a:t>
            </a:r>
            <a:r>
              <a:rPr lang="en-US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(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4.25%</a:t>
            </a:r>
            <a:r>
              <a:rPr lang="en-US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) </a:t>
            </a:r>
            <a:r>
              <a:rPr lang="ko-KR" altLang="en-US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대비 </a:t>
            </a:r>
            <a:r>
              <a:rPr lang="ko-KR" altLang="en-US" sz="1600" dirty="0">
                <a:solidFill>
                  <a:srgbClr val="00A86B"/>
                </a:solidFill>
                <a:latin typeface="페이퍼로지 5 Medium"/>
                <a:ea typeface="페이퍼로지 5 Medium"/>
                <a:cs typeface="페이퍼로지 5 Medium"/>
              </a:rPr>
              <a:t>여유 구간 존재</a:t>
            </a:r>
            <a:endParaRPr sz="1600" dirty="0">
              <a:solidFill>
                <a:srgbClr val="00A86B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KYOBO SECURITIES · FICC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380744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10 / 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5</a:t>
            </a:r>
            <a:endParaRPr sz="1200" dirty="0">
              <a:solidFill>
                <a:schemeClr val="bg1">
                  <a:lumMod val="8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84688" y="6066816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altLang="ko-KR" sz="900" dirty="0">
                <a:solidFill>
                  <a:srgbClr val="8A949E"/>
                </a:solidFill>
                <a:latin typeface="페이퍼로지 4 Regular"/>
                <a:ea typeface="페이퍼로지 4 Regular"/>
              </a:rPr>
              <a:t>※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</a:rPr>
              <a:t>Source :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</a:rPr>
              <a:t>한국은행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</a:rPr>
              <a:t> 2026.08.27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통화정책방향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· 2026.08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총재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기자간담회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· 2026.09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통화신용정책보고서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·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주요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증권사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채권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900" dirty="0" err="1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전망</a:t>
            </a:r>
            <a:r>
              <a:rPr sz="900" dirty="0">
                <a:solidFill>
                  <a:srgbClr val="8A949E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13229" y="2377442"/>
            <a:ext cx="2444697" cy="505967"/>
          </a:xfrm>
          <a:prstGeom prst="rect">
            <a:avLst/>
          </a:prstGeom>
          <a:solidFill>
            <a:srgbClr val="E7F0EA"/>
          </a:solidFill>
          <a:ln w="15875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>
            <a:off x="5546485" y="2698125"/>
            <a:ext cx="2404439" cy="0"/>
          </a:xfrm>
          <a:prstGeom prst="line">
            <a:avLst/>
          </a:prstGeom>
          <a:ln w="31750">
            <a:solidFill>
              <a:srgbClr val="00A86B"/>
            </a:solidFill>
            <a:headEnd type="oval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54827" y="2416193"/>
            <a:ext cx="1278855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dirty="0">
                <a:solidFill>
                  <a:srgbClr val="23272C"/>
                </a:solidFill>
                <a:latin typeface="페이퍼로지 7 Bold" pitchFamily="2" charset="-127"/>
                <a:ea typeface="페이퍼로지 7 Bold" pitchFamily="2" charset="-127"/>
                <a:cs typeface="페이퍼로지 8 ExtraBold"/>
              </a:rPr>
              <a:t>3.00%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52265" y="2422414"/>
            <a:ext cx="2795895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dirty="0">
                <a:solidFill>
                  <a:srgbClr val="14532D"/>
                </a:solidFill>
                <a:latin typeface="페이퍼로지 7 Bold" pitchFamily="2" charset="-127"/>
                <a:ea typeface="페이퍼로지 7 Bold" pitchFamily="2" charset="-127"/>
                <a:cs typeface="페이퍼로지 8 ExtraBold"/>
              </a:rPr>
              <a:t>3.25 ~ 3.50%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85493" y="2198227"/>
            <a:ext cx="223147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A86B"/>
                </a:solidFill>
                <a:latin typeface="페이퍼로지 7 Bold" pitchFamily="2" charset="-127"/>
                <a:ea typeface="페이퍼로지 7 Bold" pitchFamily="2" charset="-127"/>
                <a:cs typeface="페이퍼로지 8 ExtraBold"/>
              </a:rPr>
              <a:t>75bps~100bps</a:t>
            </a:r>
            <a:endParaRPr sz="2000" b="1" dirty="0">
              <a:solidFill>
                <a:srgbClr val="00A86B"/>
              </a:solidFill>
              <a:latin typeface="페이퍼로지 7 Bold" pitchFamily="2" charset="-127"/>
              <a:ea typeface="페이퍼로지 7 Bold" pitchFamily="2" charset="-127"/>
              <a:cs typeface="페이퍼로지 8 ExtraBold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933071" y="2356585"/>
            <a:ext cx="1609344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3000" b="1" dirty="0">
                <a:solidFill>
                  <a:srgbClr val="1E7A4B"/>
                </a:solidFill>
                <a:latin typeface="페이퍼로지 8 ExtraBold"/>
                <a:ea typeface="페이퍼로지 8 ExtraBold"/>
                <a:cs typeface="페이퍼로지 8 ExtraBold"/>
              </a:rPr>
              <a:t>4.25%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118624"/>
            <a:ext cx="34747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 err="1">
                <a:solidFill>
                  <a:srgbClr val="72767A"/>
                </a:solidFill>
                <a:latin typeface="페이퍼로지 6 SemiBold"/>
                <a:ea typeface="페이퍼로지 6 SemiBold"/>
                <a:cs typeface="페이퍼로지 6 SemiBold"/>
              </a:rPr>
              <a:t>시장</a:t>
            </a:r>
            <a:r>
              <a:rPr sz="1200" b="1" dirty="0">
                <a:solidFill>
                  <a:srgbClr val="72767A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200" b="1" dirty="0" err="1">
                <a:solidFill>
                  <a:srgbClr val="72767A"/>
                </a:solidFill>
                <a:latin typeface="페이퍼로지 6 SemiBold"/>
                <a:ea typeface="페이퍼로지 6 SemiBold"/>
                <a:cs typeface="페이퍼로지 6 SemiBold"/>
              </a:rPr>
              <a:t>예상</a:t>
            </a:r>
            <a:r>
              <a:rPr sz="1200" b="1" dirty="0">
                <a:solidFill>
                  <a:srgbClr val="72767A"/>
                </a:solidFill>
                <a:latin typeface="페이퍼로지 6 SemiBold"/>
                <a:ea typeface="페이퍼로지 6 SemiBold"/>
                <a:cs typeface="페이퍼로지 6 SemiBold"/>
              </a:rPr>
              <a:t> Terminal Rate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6901" y="2122871"/>
            <a:ext cx="1097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현재</a:t>
            </a:r>
            <a:r>
              <a:rPr sz="12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200"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기준금리</a:t>
            </a:r>
            <a:endParaRPr sz="1200" b="1" dirty="0">
              <a:solidFill>
                <a:srgbClr val="4A4F55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728508" y="2131489"/>
            <a:ext cx="1609344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dirty="0" err="1">
                <a:solidFill>
                  <a:srgbClr val="72767A"/>
                </a:solidFill>
                <a:latin typeface="페이퍼로지 6 SemiBold" pitchFamily="2" charset="-127"/>
                <a:ea typeface="페이퍼로지 6 SemiBold" pitchFamily="2" charset="-127"/>
                <a:cs typeface="페이퍼로지 7 Bold"/>
              </a:rPr>
              <a:t>상품</a:t>
            </a:r>
            <a:r>
              <a:rPr sz="1200" b="1" dirty="0">
                <a:solidFill>
                  <a:srgbClr val="72767A"/>
                </a:solidFill>
                <a:latin typeface="페이퍼로지 6 SemiBold" pitchFamily="2" charset="-127"/>
                <a:ea typeface="페이퍼로지 6 SemiBold" pitchFamily="2" charset="-127"/>
                <a:cs typeface="페이퍼로지 7 Bold"/>
              </a:rPr>
              <a:t> Barrier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" y="3302233"/>
            <a:ext cx="1105509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왜 </a:t>
            </a:r>
            <a:r>
              <a:rPr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추가</a:t>
            </a:r>
            <a:r>
              <a:rPr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인상폭이</a:t>
            </a:r>
            <a:r>
              <a:rPr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제한적일</a:t>
            </a:r>
            <a:r>
              <a:rPr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수 </a:t>
            </a:r>
            <a:r>
              <a:rPr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있는가</a:t>
            </a:r>
            <a:r>
              <a:rPr lang="en-US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?</a:t>
            </a:r>
            <a:endParaRPr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66928" y="3726299"/>
            <a:ext cx="11055096" cy="10972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059939" y="3902211"/>
            <a:ext cx="10972" cy="1517904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752375" y="3902211"/>
            <a:ext cx="10972" cy="1517904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66928" y="3838763"/>
            <a:ext cx="7315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4112636"/>
            <a:ext cx="338328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“인상 효과 확인 구간”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4500028"/>
            <a:ext cx="33832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선제적 금리 인상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4781695"/>
            <a:ext cx="33832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한은은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물가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오름세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확산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전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대응을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위한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‘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선제적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’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인상이라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설명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. 7~8월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연속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인상으로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긴축을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앞당긴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만큼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인상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효과를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확인하며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시기·속도를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결정할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가능성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838763"/>
            <a:ext cx="7315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24528" y="4080407"/>
            <a:ext cx="33832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3.25%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24528" y="4500028"/>
            <a:ext cx="33832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금통위 전망 중심</a:t>
            </a:r>
            <a:r>
              <a:rPr sz="1200" b="1">
                <a:solidFill>
                  <a:srgbClr val="00A86B"/>
                </a:solidFill>
                <a:latin typeface="페이퍼로지 6 SemiBold"/>
                <a:ea typeface="페이퍼로지 6 SemiBold"/>
                <a:cs typeface="페이퍼로지 6 SemiBold"/>
              </a:rPr>
              <a:t>    현재 대비 +25bp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4528" y="4781697"/>
            <a:ext cx="3407144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한은의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향후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6개월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조건부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기준금리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전망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중간값은</a:t>
            </a:r>
            <a:r>
              <a:rPr lang="en-US"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3.25%. 현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수준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3.00%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대비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추가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25bp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인상이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중심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200" dirty="0" err="1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시나리오</a:t>
            </a:r>
            <a:r>
              <a:rPr sz="1200" dirty="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16963" y="3838763"/>
            <a:ext cx="7315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16963" y="4095796"/>
            <a:ext cx="33832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3.25 ~ 3.50%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16963" y="4500028"/>
            <a:ext cx="33832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시장</a:t>
            </a:r>
            <a:r>
              <a:rPr sz="15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Terminal </a:t>
            </a:r>
            <a:r>
              <a:rPr sz="15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전망</a:t>
            </a:r>
            <a:endParaRPr sz="15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916963" y="4874033"/>
            <a:ext cx="33832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4A4F55"/>
                </a:solidFill>
                <a:latin typeface="페이퍼로지 4 Regular"/>
                <a:ea typeface="페이퍼로지 4 Regular"/>
                <a:cs typeface="페이퍼로지 4 Regular"/>
              </a:rPr>
              <a:t>채권시장은 3.25% Terminal 전망이 우세하나, 성장·근원물가 강세 시 3.50% 가능성도 열어둠.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96584" y="5677496"/>
            <a:ext cx="105613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“</a:t>
            </a:r>
            <a:r>
              <a:rPr lang="ko-KR" altLang="en-US"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시장의 보수적인 인상 시나리오</a:t>
            </a:r>
            <a:r>
              <a:rPr lang="en-US" altLang="ko-KR"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(</a:t>
            </a:r>
            <a:r>
              <a:rPr lang="ko-KR" altLang="en-US"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최대 </a:t>
            </a:r>
            <a:r>
              <a:rPr lang="en-US" altLang="ko-KR"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3.50%)</a:t>
            </a:r>
            <a:r>
              <a:rPr lang="ko-KR" altLang="en-US"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를 반영해도</a:t>
            </a:r>
            <a:r>
              <a:rPr lang="en-US" altLang="ko-KR"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, </a:t>
            </a:r>
            <a:r>
              <a:rPr lang="ko-KR" altLang="en-US" sz="1600" b="1" dirty="0">
                <a:solidFill>
                  <a:srgbClr val="1E7A4B"/>
                </a:solidFill>
                <a:latin typeface="페이퍼로지 7 Bold"/>
                <a:ea typeface="페이퍼로지 7 Bold"/>
                <a:cs typeface="페이퍼로지 7 Bold"/>
              </a:rPr>
              <a:t>일정 수준의 여유 구간 존재 </a:t>
            </a:r>
            <a:r>
              <a:rPr lang="en-US" altLang="ko-KR" sz="16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”</a:t>
            </a:r>
            <a:endParaRPr sz="16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</p:spTree>
    <p:extLst>
      <p:ext uri="{BB962C8B-B14F-4D97-AF65-F5344CB8AC3E}">
        <p14:creationId xmlns:p14="http://schemas.microsoft.com/office/powerpoint/2010/main" val="280592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12631A35-61CF-5DA1-3422-60A09E72DCA6}"/>
              </a:ext>
            </a:extLst>
          </p:cNvPr>
          <p:cNvSpPr/>
          <p:nvPr/>
        </p:nvSpPr>
        <p:spPr>
          <a:xfrm>
            <a:off x="7510476" y="2833812"/>
            <a:ext cx="4149277" cy="2908864"/>
          </a:xfrm>
          <a:prstGeom prst="roundRect">
            <a:avLst>
              <a:gd name="adj" fmla="val 2083"/>
            </a:avLst>
          </a:prstGeom>
          <a:solidFill>
            <a:srgbClr val="F7F9F7"/>
          </a:solidFill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87436399-FFD6-A204-6D4F-FCE9C713BD85}"/>
              </a:ext>
            </a:extLst>
          </p:cNvPr>
          <p:cNvSpPr/>
          <p:nvPr/>
        </p:nvSpPr>
        <p:spPr>
          <a:xfrm>
            <a:off x="504861" y="2833812"/>
            <a:ext cx="6808428" cy="2918008"/>
          </a:xfrm>
          <a:prstGeom prst="roundRect">
            <a:avLst>
              <a:gd name="adj" fmla="val 2385"/>
            </a:avLst>
          </a:prstGeom>
          <a:solidFill>
            <a:srgbClr val="F7F9F7"/>
          </a:solidFill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66928" y="221466"/>
            <a:ext cx="9601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2.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당사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DLB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상품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소개</a:t>
            </a:r>
            <a:endParaRPr sz="1400" b="1" dirty="0">
              <a:solidFill>
                <a:srgbClr val="14532D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84156"/>
            <a:ext cx="11055096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Range Accrual Coupon 산정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144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508760" cy="1828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07449"/>
            <a:ext cx="1090879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연간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계산기간의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Barrier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충족일수에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따라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Coupon을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연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단위로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지급</a:t>
            </a:r>
            <a:endParaRPr sz="1600" dirty="0">
              <a:solidFill>
                <a:srgbClr val="23272C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901239"/>
            <a:ext cx="31089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① </a:t>
            </a:r>
            <a:r>
              <a:rPr sz="13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조건</a:t>
            </a:r>
            <a:r>
              <a:rPr sz="13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lang="ko-KR" altLang="en-US" sz="13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충족 여부 매일 </a:t>
            </a:r>
            <a:r>
              <a:rPr sz="13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확인</a:t>
            </a:r>
            <a:endParaRPr sz="13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6247" y="2166415"/>
            <a:ext cx="31089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CD91일물 ≤ </a:t>
            </a:r>
            <a:r>
              <a:rPr sz="1300" b="1" dirty="0">
                <a:solidFill>
                  <a:srgbClr val="00A86B"/>
                </a:solidFill>
                <a:latin typeface="페이퍼로지 7 Bold"/>
                <a:ea typeface="페이퍼로지 7 Bold"/>
                <a:cs typeface="페이퍼로지 7 Bold"/>
              </a:rPr>
              <a:t>Barrier 4.25%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01239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② </a:t>
            </a:r>
            <a:r>
              <a:rPr lang="ko-KR" altLang="en-US" sz="1300" b="1" dirty="0">
                <a:solidFill>
                  <a:srgbClr val="23272C"/>
                </a:solidFill>
                <a:latin typeface="페이퍼로지 8 ExtraBold"/>
                <a:ea typeface="페이퍼로지 7 Bold"/>
                <a:cs typeface="페이퍼로지 8 ExtraBold"/>
              </a:rPr>
              <a:t>충족일수</a:t>
            </a:r>
            <a:r>
              <a:rPr lang="en-US" altLang="ko-KR" sz="1300" b="1" dirty="0">
                <a:solidFill>
                  <a:srgbClr val="23272C"/>
                </a:solidFill>
                <a:latin typeface="페이퍼로지 8 ExtraBold"/>
                <a:ea typeface="페이퍼로지 7 Bold"/>
                <a:cs typeface="페이퍼로지 8 ExtraBold"/>
              </a:rPr>
              <a:t>, </a:t>
            </a:r>
            <a:r>
              <a:rPr lang="ko-KR" altLang="en-US" sz="1300" b="1" dirty="0">
                <a:solidFill>
                  <a:srgbClr val="23272C"/>
                </a:solidFill>
                <a:latin typeface="페이퍼로지 8 ExtraBold"/>
                <a:ea typeface="페이퍼로지 7 Bold"/>
                <a:cs typeface="페이퍼로지 8 ExtraBold"/>
              </a:rPr>
              <a:t>달력일수 계산</a:t>
            </a:r>
            <a:endParaRPr sz="13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50083" y="2166415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계산기간</a:t>
            </a:r>
            <a:r>
              <a:rPr sz="13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 중 </a:t>
            </a:r>
            <a:r>
              <a:rPr sz="1300"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충족일수</a:t>
            </a:r>
            <a:r>
              <a:rPr sz="13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300"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집계</a:t>
            </a:r>
            <a:endParaRPr sz="1300" dirty="0">
              <a:solidFill>
                <a:srgbClr val="4A4F55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17896" y="1901239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③ </a:t>
            </a:r>
            <a:r>
              <a:rPr sz="13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연 </a:t>
            </a:r>
            <a:r>
              <a:rPr sz="13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단위</a:t>
            </a:r>
            <a:r>
              <a:rPr sz="1300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300" b="1" dirty="0" err="1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지급</a:t>
            </a:r>
            <a:endParaRPr sz="1300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87568" y="2166415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3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제시쿠폰</a:t>
            </a:r>
            <a:r>
              <a:rPr sz="13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× </a:t>
            </a:r>
            <a:r>
              <a:rPr sz="1300" dirty="0" err="1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충족비율</a:t>
            </a:r>
            <a:endParaRPr sz="1300" dirty="0">
              <a:solidFill>
                <a:srgbClr val="4A4F55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3877356" y="2160254"/>
            <a:ext cx="393193" cy="0"/>
          </a:xfrm>
          <a:prstGeom prst="line">
            <a:avLst/>
          </a:prstGeom>
          <a:ln w="15875">
            <a:solidFill>
              <a:srgbClr val="8A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14335" y="2172049"/>
            <a:ext cx="365760" cy="0"/>
          </a:xfrm>
          <a:prstGeom prst="line">
            <a:avLst/>
          </a:prstGeom>
          <a:ln w="15875">
            <a:solidFill>
              <a:srgbClr val="8A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66928" y="2578412"/>
            <a:ext cx="11055096" cy="8229"/>
          </a:xfrm>
          <a:prstGeom prst="rect">
            <a:avLst/>
          </a:prstGeom>
          <a:solidFill>
            <a:srgbClr val="E6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020429"/>
            <a:ext cx="2393343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연</a:t>
            </a:r>
            <a:r>
              <a:rPr sz="13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lang="ko-KR" altLang="en-US" sz="13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쿠폰 </a:t>
            </a:r>
            <a:r>
              <a:rPr sz="13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산정</a:t>
            </a:r>
            <a:r>
              <a:rPr sz="13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(</a:t>
            </a:r>
            <a:r>
              <a:rPr sz="13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예시</a:t>
            </a:r>
            <a:r>
              <a:rPr sz="13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293" y="3828406"/>
            <a:ext cx="500926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8349" y="3680408"/>
            <a:ext cx="1460650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80</a:t>
            </a:r>
            <a:r>
              <a:rPr sz="38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56739" y="4264133"/>
            <a:ext cx="1153977" cy="161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1" b="1" dirty="0" err="1">
                <a:solidFill>
                  <a:srgbClr val="72767A"/>
                </a:solidFill>
                <a:latin typeface="페이퍼로지 4 Regular"/>
                <a:ea typeface="페이퍼로지 4 Regular"/>
                <a:cs typeface="페이퍼로지 4 Regular"/>
              </a:rPr>
              <a:t>충족비율</a:t>
            </a:r>
            <a:r>
              <a:rPr sz="1051" b="1" dirty="0">
                <a:solidFill>
                  <a:srgbClr val="72767A"/>
                </a:solidFill>
                <a:latin typeface="페이퍼로지 4 Regular"/>
                <a:ea typeface="페이퍼로지 4 Regular"/>
                <a:cs typeface="페이퍼로지 4 Regular"/>
              </a:rPr>
              <a:t> (</a:t>
            </a:r>
            <a:r>
              <a:rPr sz="1051" b="1" dirty="0" err="1">
                <a:solidFill>
                  <a:srgbClr val="72767A"/>
                </a:solidFill>
                <a:latin typeface="페이퍼로지 4 Regular"/>
                <a:ea typeface="페이퍼로지 4 Regular"/>
                <a:cs typeface="페이퍼로지 4 Regular"/>
              </a:rPr>
              <a:t>예시</a:t>
            </a:r>
            <a:r>
              <a:rPr sz="1051" b="1" dirty="0">
                <a:solidFill>
                  <a:srgbClr val="72767A"/>
                </a:solidFill>
                <a:latin typeface="페이퍼로지 4 Regular"/>
                <a:ea typeface="페이퍼로지 4 Regular"/>
                <a:cs typeface="페이퍼로지 4 Regular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6186" y="3823810"/>
            <a:ext cx="1735174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9.20</a:t>
            </a:r>
            <a:r>
              <a:rPr sz="2000"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% × 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4775" y="3671238"/>
            <a:ext cx="1735174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7</a:t>
            </a:r>
            <a:r>
              <a:rPr sz="36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.</a:t>
            </a:r>
            <a:r>
              <a:rPr lang="en-US" sz="36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36</a:t>
            </a:r>
            <a:r>
              <a:rPr sz="38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7136" y="4265183"/>
            <a:ext cx="1735174" cy="161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51" b="1" dirty="0">
                <a:solidFill>
                  <a:srgbClr val="72767A"/>
                </a:solidFill>
                <a:latin typeface="페이퍼로지 4 Regular"/>
                <a:ea typeface="페이퍼로지 4 Regular"/>
                <a:cs typeface="페이퍼로지 4 Regular"/>
              </a:rPr>
              <a:t> </a:t>
            </a:r>
            <a:r>
              <a:rPr sz="1051" b="1" dirty="0" err="1">
                <a:solidFill>
                  <a:srgbClr val="72767A"/>
                </a:solidFill>
                <a:latin typeface="페이퍼로지 4 Regular"/>
                <a:ea typeface="페이퍼로지 4 Regular"/>
                <a:cs typeface="페이퍼로지 4 Regular"/>
              </a:rPr>
              <a:t>지급</a:t>
            </a:r>
            <a:r>
              <a:rPr sz="1051" b="1" dirty="0">
                <a:solidFill>
                  <a:srgbClr val="72767A"/>
                </a:solidFill>
                <a:latin typeface="페이퍼로지 4 Regular"/>
                <a:ea typeface="페이퍼로지 4 Regular"/>
                <a:cs typeface="페이퍼로지 4 Regular"/>
              </a:rPr>
              <a:t> Coupon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538" y="5074095"/>
            <a:ext cx="6908781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44" indent="-285744"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매년 </a:t>
            </a:r>
            <a:r>
              <a:rPr lang="en-US" altLang="ko-KR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1</a:t>
            </a: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년 단위로 충족일수를 계산해 </a:t>
            </a:r>
            <a:r>
              <a:rPr lang="en-US" altLang="ko-KR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Coupon </a:t>
            </a: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지급</a:t>
            </a:r>
            <a:endParaRPr sz="16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6928" y="6573647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KYOBO SECURITIES · FICC SOLUTION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839D5B-F31B-B110-3100-1D85CBBED51A}"/>
              </a:ext>
            </a:extLst>
          </p:cNvPr>
          <p:cNvSpPr txBox="1"/>
          <p:nvPr/>
        </p:nvSpPr>
        <p:spPr>
          <a:xfrm>
            <a:off x="10241280" y="6547104"/>
            <a:ext cx="1380744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1</a:t>
            </a:r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 / 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15</a:t>
            </a:r>
            <a:endParaRPr sz="1200" dirty="0">
              <a:solidFill>
                <a:schemeClr val="bg1">
                  <a:lumMod val="8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CE1E852-C9D6-228E-A3EA-1CAB306B1884}"/>
                  </a:ext>
                </a:extLst>
              </p:cNvPr>
              <p:cNvSpPr txBox="1"/>
              <p:nvPr/>
            </p:nvSpPr>
            <p:spPr>
              <a:xfrm>
                <a:off x="532247" y="3698084"/>
                <a:ext cx="1381775" cy="62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1600" i="1">
                              <a:solidFill>
                                <a:srgbClr val="4A4F5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solidFill>
                                <a:srgbClr val="4A4F55"/>
                              </a:solidFill>
                              <a:latin typeface="Cambria Math" panose="02040503050406030204" pitchFamily="18" charset="0"/>
                            </a:rPr>
                            <m:t>충</m:t>
                          </m:r>
                          <m:r>
                            <a:rPr lang="ko-KR" altLang="en-US" sz="1600" i="1" smtClean="0">
                              <a:solidFill>
                                <a:srgbClr val="4A4F55"/>
                              </a:solidFill>
                              <a:latin typeface="Cambria Math" panose="02040503050406030204" pitchFamily="18" charset="0"/>
                            </a:rPr>
                            <m:t>족</m:t>
                          </m:r>
                          <m:r>
                            <a:rPr lang="ko-KR" altLang="en-US" sz="1600" i="1">
                              <a:solidFill>
                                <a:srgbClr val="4A4F55"/>
                              </a:solidFill>
                              <a:latin typeface="Cambria Math" panose="02040503050406030204" pitchFamily="18" charset="0"/>
                            </a:rPr>
                            <m:t>일</m:t>
                          </m:r>
                          <m:r>
                            <a:rPr lang="ko-KR" altLang="en-US" sz="1600" i="1" smtClean="0">
                              <a:solidFill>
                                <a:srgbClr val="4A4F55"/>
                              </a:solidFill>
                              <a:latin typeface="Cambria Math" panose="02040503050406030204" pitchFamily="18" charset="0"/>
                            </a:rPr>
                            <m:t>수</m:t>
                          </m:r>
                        </m:num>
                        <m:den>
                          <m:r>
                            <a:rPr lang="ko-KR" altLang="en-US" sz="1600" i="1">
                              <a:solidFill>
                                <a:srgbClr val="4A4F55"/>
                              </a:solidFill>
                              <a:latin typeface="Cambria Math" panose="02040503050406030204" pitchFamily="18" charset="0"/>
                            </a:rPr>
                            <m:t>달</m:t>
                          </m:r>
                          <m:r>
                            <a:rPr lang="ko-KR" altLang="en-US" sz="1600" i="1" smtClean="0">
                              <a:solidFill>
                                <a:srgbClr val="4A4F55"/>
                              </a:solidFill>
                              <a:latin typeface="Cambria Math" panose="02040503050406030204" pitchFamily="18" charset="0"/>
                            </a:rPr>
                            <m:t>력</m:t>
                          </m:r>
                          <m:r>
                            <a:rPr lang="ko-KR" altLang="en-US" sz="1600" i="1">
                              <a:solidFill>
                                <a:srgbClr val="4A4F55"/>
                              </a:solidFill>
                              <a:latin typeface="Cambria Math" panose="02040503050406030204" pitchFamily="18" charset="0"/>
                            </a:rPr>
                            <m:t>일</m:t>
                          </m:r>
                          <m:r>
                            <a:rPr lang="ko-KR" altLang="en-US" sz="1600" i="1" smtClean="0">
                              <a:solidFill>
                                <a:srgbClr val="4A4F55"/>
                              </a:solidFill>
                              <a:latin typeface="Cambria Math" panose="02040503050406030204" pitchFamily="18" charset="0"/>
                            </a:rPr>
                            <m:t>수</m:t>
                          </m:r>
                        </m:den>
                      </m:f>
                    </m:oMath>
                  </m:oMathPara>
                </a14:m>
                <a:endParaRPr lang="ko-KR" altLang="en-US" sz="16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CE1E852-C9D6-228E-A3EA-1CAB306B1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47" y="3698084"/>
                <a:ext cx="1381775" cy="6219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CCCC99BF-CE2A-9E39-D1DC-6BACF80CB06C}"/>
              </a:ext>
            </a:extLst>
          </p:cNvPr>
          <p:cNvSpPr txBox="1"/>
          <p:nvPr/>
        </p:nvSpPr>
        <p:spPr>
          <a:xfrm>
            <a:off x="5090049" y="3810650"/>
            <a:ext cx="70603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dirty="0">
                <a:solidFill>
                  <a:srgbClr val="4A4F55"/>
                </a:solidFill>
                <a:latin typeface="페이퍼로지 5 Medium"/>
                <a:ea typeface="페이퍼로지 5 Medium"/>
                <a:cs typeface="페이퍼로지 5 Medium"/>
              </a:rPr>
              <a:t>=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B491E8F-C936-481F-1D2B-C26D601B65C2}"/>
              </a:ext>
            </a:extLst>
          </p:cNvPr>
          <p:cNvCxnSpPr>
            <a:cxnSpLocks/>
          </p:cNvCxnSpPr>
          <p:nvPr/>
        </p:nvCxnSpPr>
        <p:spPr>
          <a:xfrm flipH="1">
            <a:off x="7913659" y="3269800"/>
            <a:ext cx="1210" cy="189405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3B44CA5-E59B-AA1A-AC0A-70E2A2BC0FC6}"/>
              </a:ext>
            </a:extLst>
          </p:cNvPr>
          <p:cNvCxnSpPr>
            <a:cxnSpLocks/>
          </p:cNvCxnSpPr>
          <p:nvPr/>
        </p:nvCxnSpPr>
        <p:spPr>
          <a:xfrm>
            <a:off x="11364279" y="3560489"/>
            <a:ext cx="0" cy="162000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EA0B300-B04A-FFEF-D036-1FE25DBF3D3C}"/>
              </a:ext>
            </a:extLst>
          </p:cNvPr>
          <p:cNvCxnSpPr>
            <a:cxnSpLocks/>
          </p:cNvCxnSpPr>
          <p:nvPr/>
        </p:nvCxnSpPr>
        <p:spPr>
          <a:xfrm flipH="1">
            <a:off x="9628749" y="4331723"/>
            <a:ext cx="942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직각 삼각형 49">
            <a:extLst>
              <a:ext uri="{FF2B5EF4-FFF2-40B4-BE49-F238E27FC236}">
                <a16:creationId xmlns:a16="http://schemas.microsoft.com/office/drawing/2014/main" id="{4DC5D6A4-C322-27C8-05E7-A4AA759D6C60}"/>
              </a:ext>
            </a:extLst>
          </p:cNvPr>
          <p:cNvSpPr/>
          <p:nvPr/>
        </p:nvSpPr>
        <p:spPr>
          <a:xfrm flipH="1">
            <a:off x="7804726" y="3533597"/>
            <a:ext cx="3593856" cy="1656563"/>
          </a:xfrm>
          <a:prstGeom prst="rtTriangle">
            <a:avLst/>
          </a:prstGeom>
          <a:gradFill>
            <a:gsLst>
              <a:gs pos="100000">
                <a:srgbClr val="14532D"/>
              </a:gs>
              <a:gs pos="83000">
                <a:schemeClr val="accent6">
                  <a:lumMod val="60000"/>
                  <a:lumOff val="40000"/>
                </a:schemeClr>
              </a:gs>
              <a:gs pos="31000">
                <a:schemeClr val="bg1">
                  <a:alpha val="93000"/>
                  <a:lumMod val="100000"/>
                </a:schemeClr>
              </a:gs>
              <a:gs pos="56000">
                <a:schemeClr val="accent6">
                  <a:lumMod val="20000"/>
                  <a:lumOff val="80000"/>
                </a:schemeClr>
              </a:gs>
            </a:gsLst>
            <a:lin ang="10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DB008A6-DA16-9291-2512-067A76A37A2F}"/>
              </a:ext>
            </a:extLst>
          </p:cNvPr>
          <p:cNvCxnSpPr>
            <a:cxnSpLocks/>
          </p:cNvCxnSpPr>
          <p:nvPr/>
        </p:nvCxnSpPr>
        <p:spPr>
          <a:xfrm>
            <a:off x="10751720" y="3828406"/>
            <a:ext cx="0" cy="1403688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47D691EF-0EF2-75E2-16AB-E842CB249F2C}"/>
              </a:ext>
            </a:extLst>
          </p:cNvPr>
          <p:cNvSpPr/>
          <p:nvPr/>
        </p:nvSpPr>
        <p:spPr>
          <a:xfrm>
            <a:off x="10711536" y="3806187"/>
            <a:ext cx="66556" cy="9000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CDD04A-1390-27A1-E2C4-6E089F796CD7}"/>
              </a:ext>
            </a:extLst>
          </p:cNvPr>
          <p:cNvSpPr txBox="1"/>
          <p:nvPr/>
        </p:nvSpPr>
        <p:spPr>
          <a:xfrm>
            <a:off x="7562165" y="3067615"/>
            <a:ext cx="9087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 최대수익률</a:t>
            </a:r>
            <a:r>
              <a:rPr lang="en-US" altLang="ko-KR" sz="900" b="1" dirty="0"/>
              <a:t>(%)</a:t>
            </a:r>
            <a:endParaRPr lang="ko-KR" altLang="en-US" sz="9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2BA75A-3916-FF56-3A98-66ECC01C69FD}"/>
              </a:ext>
            </a:extLst>
          </p:cNvPr>
          <p:cNvSpPr txBox="1"/>
          <p:nvPr/>
        </p:nvSpPr>
        <p:spPr>
          <a:xfrm>
            <a:off x="7466927" y="3442596"/>
            <a:ext cx="5572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9.20%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028F88-F5DE-0D6F-9EC7-AC240EE3013D}"/>
              </a:ext>
            </a:extLst>
          </p:cNvPr>
          <p:cNvSpPr txBox="1"/>
          <p:nvPr/>
        </p:nvSpPr>
        <p:spPr>
          <a:xfrm>
            <a:off x="7458133" y="3740768"/>
            <a:ext cx="7011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7.36%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6064195-4291-27A5-734F-0AD350B55CB1}"/>
              </a:ext>
            </a:extLst>
          </p:cNvPr>
          <p:cNvSpPr txBox="1"/>
          <p:nvPr/>
        </p:nvSpPr>
        <p:spPr>
          <a:xfrm>
            <a:off x="7593287" y="5046346"/>
            <a:ext cx="5572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0%</a:t>
            </a:r>
            <a:endParaRPr lang="ko-KR" altLang="en-US" sz="8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160B70-A0B9-57B3-84D4-71B4D204E246}"/>
              </a:ext>
            </a:extLst>
          </p:cNvPr>
          <p:cNvSpPr txBox="1"/>
          <p:nvPr/>
        </p:nvSpPr>
        <p:spPr>
          <a:xfrm>
            <a:off x="7813895" y="5207916"/>
            <a:ext cx="557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0% (0</a:t>
            </a:r>
            <a:r>
              <a:rPr lang="ko-KR" altLang="en-US" sz="800" b="1" dirty="0"/>
              <a:t>일</a:t>
            </a:r>
            <a:r>
              <a:rPr lang="en-US" altLang="ko-KR" sz="800" b="1" dirty="0"/>
              <a:t>)</a:t>
            </a:r>
            <a:endParaRPr lang="ko-KR" altLang="en-US" sz="8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DD917D-DC2A-0145-92DC-16A2E1D21B89}"/>
              </a:ext>
            </a:extLst>
          </p:cNvPr>
          <p:cNvSpPr txBox="1"/>
          <p:nvPr/>
        </p:nvSpPr>
        <p:spPr>
          <a:xfrm>
            <a:off x="10499355" y="5203259"/>
            <a:ext cx="5572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80% </a:t>
            </a:r>
            <a:endParaRPr lang="ko-KR" altLang="en-US" sz="8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5C50D9-316F-0E46-C65A-CD78A7705536}"/>
              </a:ext>
            </a:extLst>
          </p:cNvPr>
          <p:cNvSpPr txBox="1"/>
          <p:nvPr/>
        </p:nvSpPr>
        <p:spPr>
          <a:xfrm>
            <a:off x="11229174" y="5199307"/>
            <a:ext cx="557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100% (N</a:t>
            </a:r>
            <a:r>
              <a:rPr lang="ko-KR" altLang="en-US" sz="800" b="1" dirty="0"/>
              <a:t>일</a:t>
            </a:r>
            <a:r>
              <a:rPr lang="en-US" altLang="ko-KR" sz="800" b="1" dirty="0"/>
              <a:t>) </a:t>
            </a:r>
            <a:endParaRPr lang="ko-KR" altLang="en-US" sz="8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9B1953-3C8E-700F-6AAE-098E5CE79571}"/>
              </a:ext>
            </a:extLst>
          </p:cNvPr>
          <p:cNvSpPr txBox="1"/>
          <p:nvPr/>
        </p:nvSpPr>
        <p:spPr>
          <a:xfrm>
            <a:off x="8910768" y="5359437"/>
            <a:ext cx="1464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조건 충족 일수 비율 </a:t>
            </a:r>
            <a:r>
              <a:rPr lang="en-US" altLang="ko-KR" sz="1000" b="1" dirty="0"/>
              <a:t>(n/N)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 </a:t>
            </a:r>
            <a:endParaRPr lang="ko-KR" altLang="en-US" sz="1000" b="1" dirty="0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BEE7505-5CF9-FF4C-ECC7-5E787FCB6289}"/>
              </a:ext>
            </a:extLst>
          </p:cNvPr>
          <p:cNvCxnSpPr>
            <a:cxnSpLocks/>
          </p:cNvCxnSpPr>
          <p:nvPr/>
        </p:nvCxnSpPr>
        <p:spPr>
          <a:xfrm flipH="1">
            <a:off x="7894505" y="3846001"/>
            <a:ext cx="2864962" cy="4443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08D284AA-8003-88C0-935D-E1955A235F59}"/>
              </a:ext>
            </a:extLst>
          </p:cNvPr>
          <p:cNvCxnSpPr>
            <a:cxnSpLocks/>
          </p:cNvCxnSpPr>
          <p:nvPr/>
        </p:nvCxnSpPr>
        <p:spPr>
          <a:xfrm flipH="1">
            <a:off x="9177906" y="4309239"/>
            <a:ext cx="22207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CE48FCA-CCB4-A39A-5501-FB64A8560F3C}"/>
              </a:ext>
            </a:extLst>
          </p:cNvPr>
          <p:cNvCxnSpPr>
            <a:cxnSpLocks/>
          </p:cNvCxnSpPr>
          <p:nvPr/>
        </p:nvCxnSpPr>
        <p:spPr>
          <a:xfrm flipH="1">
            <a:off x="7903383" y="3560441"/>
            <a:ext cx="3459687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2A1AC106-6D8C-4279-A6D1-98DC37CC5CCF}"/>
                  </a:ext>
                </a:extLst>
              </p:cNvPr>
              <p:cNvSpPr/>
              <p:nvPr/>
            </p:nvSpPr>
            <p:spPr>
              <a:xfrm>
                <a:off x="9548246" y="3035834"/>
                <a:ext cx="1297134" cy="586125"/>
              </a:xfrm>
              <a:prstGeom prst="roundRect">
                <a:avLst>
                  <a:gd name="adj" fmla="val 5636"/>
                </a:avLst>
              </a:prstGeom>
              <a:solidFill>
                <a:srgbClr val="FAFAFA"/>
              </a:solidFill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900" dirty="0">
                    <a:solidFill>
                      <a:schemeClr val="bg1">
                        <a:lumMod val="50000"/>
                      </a:schemeClr>
                    </a:solidFill>
                  </a:rPr>
                  <a:t>지급 쿠폰 </a:t>
                </a:r>
                <a:r>
                  <a:rPr lang="en-US" altLang="ko-KR" sz="900" dirty="0">
                    <a:solidFill>
                      <a:schemeClr val="bg1">
                        <a:lumMod val="50000"/>
                      </a:schemeClr>
                    </a:solidFill>
                  </a:rPr>
                  <a:t>=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연 수익률</a:t>
                </a:r>
                <a14:m>
                  <m:oMath xmlns:m="http://schemas.openxmlformats.org/officeDocument/2006/math">
                    <m:r>
                      <a:rPr lang="en-US" altLang="ko-KR" sz="1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 </m:t>
                    </m:r>
                    <m:f>
                      <m:fPr>
                        <m:type m:val="skw"/>
                        <m:ctrlPr>
                          <a:rPr lang="en-US" altLang="ko-K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ko-K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</m:oMath>
                </a14:m>
                <a:endParaRPr lang="ko-KR" altLang="en-US" sz="105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2A1AC106-6D8C-4279-A6D1-98DC37CC5C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8246" y="3035834"/>
                <a:ext cx="1297134" cy="586125"/>
              </a:xfrm>
              <a:prstGeom prst="roundRect">
                <a:avLst>
                  <a:gd name="adj" fmla="val 5636"/>
                </a:avLst>
              </a:prstGeom>
              <a:blipFill>
                <a:blip r:embed="rId4"/>
                <a:stretch>
                  <a:fillRect t="-5155" r="-24766" b="-762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8EF9D4E-21EB-3F35-3691-2FC3F0679952}"/>
              </a:ext>
            </a:extLst>
          </p:cNvPr>
          <p:cNvCxnSpPr>
            <a:cxnSpLocks/>
          </p:cNvCxnSpPr>
          <p:nvPr/>
        </p:nvCxnSpPr>
        <p:spPr>
          <a:xfrm flipH="1" flipV="1">
            <a:off x="7871924" y="5195173"/>
            <a:ext cx="3750147" cy="419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8287511F-DE55-5FA6-17E2-E61C8EB95964}"/>
              </a:ext>
            </a:extLst>
          </p:cNvPr>
          <p:cNvCxnSpPr>
            <a:cxnSpLocks/>
          </p:cNvCxnSpPr>
          <p:nvPr/>
        </p:nvCxnSpPr>
        <p:spPr>
          <a:xfrm flipV="1">
            <a:off x="7903383" y="3560489"/>
            <a:ext cx="3459687" cy="1605855"/>
          </a:xfrm>
          <a:prstGeom prst="line">
            <a:avLst/>
          </a:prstGeom>
          <a:ln w="44450">
            <a:solidFill>
              <a:srgbClr val="14532D"/>
            </a:solidFill>
            <a:headEnd type="oval" w="sm" len="sm"/>
            <a:tailEnd type="oval" w="sm" len="sm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C9C190B-3BF0-ED98-F1DB-D99358F59946}"/>
              </a:ext>
            </a:extLst>
          </p:cNvPr>
          <p:cNvCxnSpPr>
            <a:cxnSpLocks/>
          </p:cNvCxnSpPr>
          <p:nvPr/>
        </p:nvCxnSpPr>
        <p:spPr>
          <a:xfrm>
            <a:off x="3291909" y="3972796"/>
            <a:ext cx="214605" cy="4903"/>
          </a:xfrm>
          <a:prstGeom prst="straightConnector1">
            <a:avLst/>
          </a:prstGeom>
          <a:ln w="28575">
            <a:solidFill>
              <a:srgbClr val="8C9093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969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9145993-CC87-6751-28B1-DDA1FA3DFA8F}"/>
              </a:ext>
            </a:extLst>
          </p:cNvPr>
          <p:cNvSpPr/>
          <p:nvPr/>
        </p:nvSpPr>
        <p:spPr>
          <a:xfrm>
            <a:off x="548631" y="5503575"/>
            <a:ext cx="11055096" cy="566928"/>
          </a:xfrm>
          <a:prstGeom prst="roundRect">
            <a:avLst/>
          </a:prstGeom>
          <a:solidFill>
            <a:srgbClr val="F7F9F7"/>
          </a:solidFill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66928" y="20116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3. DLB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투자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주요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사례</a:t>
            </a:r>
            <a:endParaRPr sz="1400" b="1" dirty="0">
              <a:solidFill>
                <a:srgbClr val="14532D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32" y="731520"/>
            <a:ext cx="11058113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CD Range Accrual DLB </a:t>
            </a:r>
            <a:r>
              <a:rPr sz="30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주요</a:t>
            </a:r>
            <a:r>
              <a:rPr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금융기관 </a:t>
            </a:r>
            <a:r>
              <a:rPr sz="30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투자</a:t>
            </a:r>
            <a:r>
              <a:rPr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30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사례</a:t>
            </a:r>
            <a:endParaRPr sz="3000"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32" y="1389892"/>
            <a:ext cx="11058113" cy="12801"/>
          </a:xfrm>
          <a:prstGeom prst="rect">
            <a:avLst/>
          </a:prstGeom>
          <a:solidFill>
            <a:srgbClr val="D9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508760" cy="18288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5005" y="1537934"/>
            <a:ext cx="3291840" cy="257692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r>
              <a:rPr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누적</a:t>
            </a:r>
            <a:r>
              <a:rPr b="1" dirty="0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b="1" dirty="0" err="1">
                <a:solidFill>
                  <a:srgbClr val="4A4F55"/>
                </a:solidFill>
                <a:latin typeface="페이퍼로지 6 SemiBold"/>
                <a:ea typeface="페이퍼로지 6 SemiBold"/>
                <a:cs typeface="페이퍼로지 6 SemiBold"/>
              </a:rPr>
              <a:t>투자규모</a:t>
            </a:r>
            <a:endParaRPr b="1" dirty="0">
              <a:solidFill>
                <a:srgbClr val="4A4F55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1040" y="1875486"/>
            <a:ext cx="3145536" cy="6626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36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약 </a:t>
            </a:r>
            <a:r>
              <a:rPr lang="en-US" sz="36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r>
            <a:r>
              <a:rPr sz="36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,</a:t>
            </a:r>
            <a:r>
              <a:rPr lang="en-US" sz="36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  <a:r>
              <a:rPr sz="36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00억원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755" y="2444549"/>
            <a:ext cx="3291840" cy="11887"/>
          </a:xfrm>
          <a:prstGeom prst="rect">
            <a:avLst/>
          </a:prstGeom>
          <a:solidFill>
            <a:srgbClr val="D9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453" y="2763171"/>
            <a:ext cx="616305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44" indent="-285744">
              <a:buFont typeface="Wingdings" panose="05000000000000000000" pitchFamily="2" charset="2"/>
              <a:buChar char="§"/>
            </a:pPr>
            <a:r>
              <a:rPr sz="14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주요</a:t>
            </a:r>
            <a:r>
              <a:rPr sz="14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4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금융기관</a:t>
            </a:r>
            <a:r>
              <a:rPr sz="14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4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투자</a:t>
            </a:r>
            <a:r>
              <a:rPr sz="14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lang="ko-KR" altLang="en-US" sz="14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상세 내역</a:t>
            </a:r>
            <a:endParaRPr sz="1400"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  <a:p>
            <a:endParaRPr sz="1400"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777874"/>
              </p:ext>
            </p:extLst>
          </p:nvPr>
        </p:nvGraphicFramePr>
        <p:xfrm>
          <a:off x="569945" y="3114607"/>
          <a:ext cx="11055096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25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투자기관</a:t>
                      </a:r>
                      <a:endParaRPr sz="1500" b="1" dirty="0">
                        <a:solidFill>
                          <a:srgbClr val="FFFFFF"/>
                        </a:solidFill>
                        <a:latin typeface="페이퍼로지 7 Bold"/>
                        <a:ea typeface="페이퍼로지 7 Bold"/>
                        <a:cs typeface="페이퍼로지 7 Bold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투자금액</a:t>
                      </a:r>
                      <a:endParaRPr sz="1500" b="1" dirty="0">
                        <a:solidFill>
                          <a:srgbClr val="FFFFFF"/>
                        </a:solidFill>
                        <a:latin typeface="페이퍼로지 7 Bold"/>
                        <a:ea typeface="페이퍼로지 7 Bold"/>
                        <a:cs typeface="페이퍼로지 7 Bold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만기</a:t>
                      </a: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Barrier</a:t>
                      </a: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Coupon</a:t>
                      </a: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4532D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A캐피탈</a:t>
                      </a:r>
                      <a:endParaRPr sz="1500" b="0" dirty="0">
                        <a:solidFill>
                          <a:srgbClr val="14532D"/>
                        </a:solidFill>
                        <a:latin typeface="페이퍼로지 5 Medium"/>
                        <a:ea typeface="페이퍼로지 5 Medium"/>
                        <a:cs typeface="페이퍼로지 5 Medium"/>
                      </a:endParaRP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00A86B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3</a:t>
                      </a:r>
                      <a:r>
                        <a:rPr sz="1500" b="1" dirty="0">
                          <a:solidFill>
                            <a:srgbClr val="00A86B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,</a:t>
                      </a:r>
                      <a:r>
                        <a:rPr lang="en-US" sz="1500" b="1" dirty="0">
                          <a:solidFill>
                            <a:srgbClr val="00A86B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0</a:t>
                      </a:r>
                      <a:r>
                        <a:rPr sz="1500" b="1" dirty="0">
                          <a:solidFill>
                            <a:srgbClr val="00A86B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00억원</a:t>
                      </a: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3272C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5년</a:t>
                      </a: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3272C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≤ 4.25%</a:t>
                      </a: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3272C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8.0 ~ 8.3%</a:t>
                      </a: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4532D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B은행</a:t>
                      </a:r>
                      <a:endParaRPr sz="1500" b="0" dirty="0">
                        <a:solidFill>
                          <a:srgbClr val="14532D"/>
                        </a:solidFill>
                        <a:latin typeface="페이퍼로지 5 Medium"/>
                        <a:ea typeface="페이퍼로지 5 Medium"/>
                        <a:cs typeface="페이퍼로지 5 Medium"/>
                      </a:endParaRP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00A86B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2,000억원</a:t>
                      </a: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72C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5년</a:t>
                      </a: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3272C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≤ 4.25%</a:t>
                      </a: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3272C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8.0 ~ 8.3%</a:t>
                      </a: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4532D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C은행</a:t>
                      </a:r>
                      <a:endParaRPr sz="1500" b="0" dirty="0">
                        <a:solidFill>
                          <a:srgbClr val="14532D"/>
                        </a:solidFill>
                        <a:latin typeface="페이퍼로지 5 Medium"/>
                        <a:ea typeface="페이퍼로지 5 Medium"/>
                        <a:cs typeface="페이퍼로지 5 Medium"/>
                      </a:endParaRP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00A86B"/>
                          </a:solidFill>
                          <a:latin typeface="페이퍼로지 8 ExtraBold"/>
                          <a:ea typeface="페이퍼로지 8 ExtraBold"/>
                          <a:cs typeface="페이퍼로지 8 ExtraBold"/>
                        </a:rPr>
                        <a:t>1,200억원</a:t>
                      </a: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3272C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5년</a:t>
                      </a: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3272C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≤ 4.25%</a:t>
                      </a: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3272C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8.0 ~ 8.3%</a:t>
                      </a:r>
                    </a:p>
                  </a:txBody>
                  <a:tcPr marL="127000" marR="101600" marT="63500" marB="63500" anchor="ctr">
                    <a:lnL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6741196-D895-594A-B60A-E464DA6C3656}"/>
              </a:ext>
            </a:extLst>
          </p:cNvPr>
          <p:cNvSpPr txBox="1"/>
          <p:nvPr/>
        </p:nvSpPr>
        <p:spPr>
          <a:xfrm>
            <a:off x="10241280" y="6547104"/>
            <a:ext cx="1380744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2 </a:t>
            </a:r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/ 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5</a:t>
            </a:r>
            <a:endParaRPr sz="1200" dirty="0">
              <a:solidFill>
                <a:schemeClr val="bg1">
                  <a:lumMod val="8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4F91A4-A6B9-AEBD-DD2C-7D49D8B5CCC2}"/>
              </a:ext>
            </a:extLst>
          </p:cNvPr>
          <p:cNvSpPr txBox="1"/>
          <p:nvPr/>
        </p:nvSpPr>
        <p:spPr>
          <a:xfrm>
            <a:off x="566928" y="654710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KYOBO SECURITIES · FICC SOLUTION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0CA699-9CE4-B7E3-740A-D1AA4D1398A7}"/>
              </a:ext>
            </a:extLst>
          </p:cNvPr>
          <p:cNvSpPr/>
          <p:nvPr/>
        </p:nvSpPr>
        <p:spPr>
          <a:xfrm>
            <a:off x="2607253" y="5586965"/>
            <a:ext cx="965979" cy="378681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744EE2-8A9A-BA2C-9B5B-F4D514895AAA}"/>
              </a:ext>
            </a:extLst>
          </p:cNvPr>
          <p:cNvSpPr txBox="1"/>
          <p:nvPr/>
        </p:nvSpPr>
        <p:spPr>
          <a:xfrm>
            <a:off x="2696031" y="5619755"/>
            <a:ext cx="9659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8FAFC"/>
                </a:solidFill>
              </a:rPr>
              <a:t>공동조건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6EEDDCA5-E4ED-94C0-7FD3-F98F38615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107262"/>
              </p:ext>
            </p:extLst>
          </p:nvPr>
        </p:nvGraphicFramePr>
        <p:xfrm>
          <a:off x="3524438" y="5508908"/>
          <a:ext cx="6241004" cy="553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60251">
                  <a:extLst>
                    <a:ext uri="{9D8B030D-6E8A-4147-A177-3AD203B41FA5}">
                      <a16:colId xmlns:a16="http://schemas.microsoft.com/office/drawing/2014/main" val="2299470935"/>
                    </a:ext>
                  </a:extLst>
                </a:gridCol>
                <a:gridCol w="1560251">
                  <a:extLst>
                    <a:ext uri="{9D8B030D-6E8A-4147-A177-3AD203B41FA5}">
                      <a16:colId xmlns:a16="http://schemas.microsoft.com/office/drawing/2014/main" val="3677516940"/>
                    </a:ext>
                  </a:extLst>
                </a:gridCol>
                <a:gridCol w="1560251">
                  <a:extLst>
                    <a:ext uri="{9D8B030D-6E8A-4147-A177-3AD203B41FA5}">
                      <a16:colId xmlns:a16="http://schemas.microsoft.com/office/drawing/2014/main" val="3721276870"/>
                    </a:ext>
                  </a:extLst>
                </a:gridCol>
                <a:gridCol w="1560251">
                  <a:extLst>
                    <a:ext uri="{9D8B030D-6E8A-4147-A177-3AD203B41FA5}">
                      <a16:colId xmlns:a16="http://schemas.microsoft.com/office/drawing/2014/main" val="1264582406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72767A"/>
                          </a:solidFill>
                          <a:latin typeface="+mn-lt"/>
                        </a:rPr>
                        <a:t>투자기간</a:t>
                      </a:r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72767A"/>
                          </a:solidFill>
                          <a:latin typeface="+mn-lt"/>
                        </a:rPr>
                        <a:t>기초자산</a:t>
                      </a:r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72767A"/>
                          </a:solidFill>
                          <a:latin typeface="+mn-lt"/>
                        </a:rPr>
                        <a:t>예상수익률</a:t>
                      </a:r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72767A"/>
                          </a:solidFill>
                          <a:latin typeface="+mn-lt"/>
                        </a:rPr>
                        <a:t>이자지급형태</a:t>
                      </a:r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811338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300" dirty="0"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CD91</a:t>
                      </a:r>
                      <a:r>
                        <a:rPr lang="ko-KR" altLang="en-US" sz="1300" dirty="0">
                          <a:latin typeface="+mn-ea"/>
                          <a:ea typeface="+mn-ea"/>
                        </a:rPr>
                        <a:t>≤</a:t>
                      </a:r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4.25%</a:t>
                      </a:r>
                      <a:endParaRPr lang="ko-KR" altLang="en-US" sz="13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8.0 ~ 8.3%</a:t>
                      </a:r>
                      <a:endParaRPr lang="ko-KR" altLang="en-US" sz="13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+mn-ea"/>
                          <a:ea typeface="+mn-ea"/>
                        </a:rPr>
                        <a:t>연 단위 지급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606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386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0116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4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. </a:t>
            </a:r>
            <a:r>
              <a:rPr lang="ko-KR" altLang="en-US"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사모 </a:t>
            </a:r>
            <a:r>
              <a:rPr lang="en-US" altLang="ko-KR"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DLB</a:t>
            </a:r>
            <a:r>
              <a:rPr lang="ko-KR" altLang="en-US"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청약절차</a:t>
            </a:r>
            <a:endParaRPr sz="1400" b="1" dirty="0">
              <a:solidFill>
                <a:srgbClr val="14532D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32" y="731520"/>
            <a:ext cx="11058113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ko-KR" altLang="en-US"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사모 </a:t>
            </a:r>
            <a:r>
              <a:rPr lang="en-US" altLang="ko-KR"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DLB </a:t>
            </a:r>
            <a:r>
              <a:rPr lang="ko-KR" altLang="en-US"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청약 절차</a:t>
            </a:r>
            <a:endParaRPr sz="3000"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32" y="1389892"/>
            <a:ext cx="11058113" cy="12801"/>
          </a:xfrm>
          <a:prstGeom prst="rect">
            <a:avLst/>
          </a:prstGeom>
          <a:solidFill>
            <a:srgbClr val="D9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508760" cy="18288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FD5D61-C7C7-8EE1-9F64-99B442C9F25A}"/>
              </a:ext>
            </a:extLst>
          </p:cNvPr>
          <p:cNvSpPr txBox="1"/>
          <p:nvPr/>
        </p:nvSpPr>
        <p:spPr>
          <a:xfrm>
            <a:off x="10241280" y="6547104"/>
            <a:ext cx="1380744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3</a:t>
            </a:r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 / 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5</a:t>
            </a:r>
            <a:endParaRPr sz="1200" dirty="0">
              <a:solidFill>
                <a:schemeClr val="bg1">
                  <a:lumMod val="8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EEBA86-06BC-DFD0-8AF0-7ACA955DD1A3}"/>
              </a:ext>
            </a:extLst>
          </p:cNvPr>
          <p:cNvSpPr txBox="1"/>
          <p:nvPr/>
        </p:nvSpPr>
        <p:spPr>
          <a:xfrm>
            <a:off x="566928" y="654710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KYOBO SECURITIES · FICC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F1788A-33E6-7A1C-3C1A-24230924BFEB}"/>
              </a:ext>
            </a:extLst>
          </p:cNvPr>
          <p:cNvSpPr txBox="1"/>
          <p:nvPr/>
        </p:nvSpPr>
        <p:spPr>
          <a:xfrm>
            <a:off x="749808" y="1956546"/>
            <a:ext cx="1881113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88B0F4-58F9-C870-D5E3-8DF93013BE26}"/>
              </a:ext>
            </a:extLst>
          </p:cNvPr>
          <p:cNvSpPr txBox="1"/>
          <p:nvPr/>
        </p:nvSpPr>
        <p:spPr>
          <a:xfrm>
            <a:off x="749808" y="2362191"/>
            <a:ext cx="1881113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법인계좌 개설</a:t>
            </a:r>
            <a:endParaRPr sz="17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38" name="Rectangle 10">
            <a:extLst>
              <a:ext uri="{FF2B5EF4-FFF2-40B4-BE49-F238E27FC236}">
                <a16:creationId xmlns:a16="http://schemas.microsoft.com/office/drawing/2014/main" id="{3B656C63-305B-6075-FDC8-201AA1C9358B}"/>
              </a:ext>
            </a:extLst>
          </p:cNvPr>
          <p:cNvSpPr/>
          <p:nvPr/>
        </p:nvSpPr>
        <p:spPr>
          <a:xfrm>
            <a:off x="749808" y="2926080"/>
            <a:ext cx="1542908" cy="45719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7E06C2-1679-0BDE-E2FB-E639DFA0B60F}"/>
              </a:ext>
            </a:extLst>
          </p:cNvPr>
          <p:cNvSpPr txBox="1"/>
          <p:nvPr/>
        </p:nvSpPr>
        <p:spPr>
          <a:xfrm>
            <a:off x="904306" y="3202022"/>
            <a:ext cx="1881113" cy="8976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ts val="1395"/>
              </a:lnSpc>
              <a:buNone/>
            </a:pPr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pPr marL="171450" indent="-171450">
              <a:lnSpc>
                <a:spcPts val="1395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rgbClr val="4A4F55"/>
                </a:solidFill>
                <a:ea typeface="페이퍼로지 4 Regular"/>
              </a:rPr>
              <a:t>사업자등록증</a:t>
            </a:r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pPr marL="171450" indent="-171450">
              <a:lnSpc>
                <a:spcPts val="1395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rgbClr val="4A4F55"/>
                </a:solidFill>
                <a:ea typeface="페이퍼로지 4 Regular"/>
              </a:rPr>
              <a:t>법인인감증명서</a:t>
            </a:r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pPr marL="171450" indent="-171450">
              <a:lnSpc>
                <a:spcPts val="1395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rgbClr val="4A4F55"/>
                </a:solidFill>
                <a:ea typeface="페이퍼로지 4 Regular"/>
              </a:rPr>
              <a:t>대리인</a:t>
            </a:r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 </a:t>
            </a:r>
            <a:r>
              <a:rPr lang="en-US" altLang="ko-KR" sz="1200" dirty="0" err="1">
                <a:solidFill>
                  <a:srgbClr val="4A4F55"/>
                </a:solidFill>
                <a:ea typeface="페이퍼로지 4 Regular"/>
              </a:rPr>
              <a:t>신분증</a:t>
            </a:r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pPr marL="171450" indent="-171450">
              <a:lnSpc>
                <a:spcPts val="1395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rgbClr val="4A4F55"/>
                </a:solidFill>
                <a:ea typeface="페이퍼로지 4 Regular"/>
              </a:rPr>
              <a:t>사용인감</a:t>
            </a:r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 등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94C88E-CE0F-CD2D-4929-52C99DA1FD88}"/>
              </a:ext>
            </a:extLst>
          </p:cNvPr>
          <p:cNvSpPr txBox="1"/>
          <p:nvPr/>
        </p:nvSpPr>
        <p:spPr>
          <a:xfrm>
            <a:off x="3130726" y="1973964"/>
            <a:ext cx="1881113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103B83-0671-DE8B-0A85-67D49C4B4A31}"/>
              </a:ext>
            </a:extLst>
          </p:cNvPr>
          <p:cNvSpPr txBox="1"/>
          <p:nvPr/>
        </p:nvSpPr>
        <p:spPr>
          <a:xfrm>
            <a:off x="3130726" y="2388318"/>
            <a:ext cx="1881113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조건 사전 협의</a:t>
            </a:r>
            <a:endParaRPr sz="17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47" name="Rectangle 21">
            <a:extLst>
              <a:ext uri="{FF2B5EF4-FFF2-40B4-BE49-F238E27FC236}">
                <a16:creationId xmlns:a16="http://schemas.microsoft.com/office/drawing/2014/main" id="{DA3FFFC0-70B7-5CF4-2F19-277E8E197DEE}"/>
              </a:ext>
            </a:extLst>
          </p:cNvPr>
          <p:cNvSpPr/>
          <p:nvPr/>
        </p:nvSpPr>
        <p:spPr>
          <a:xfrm>
            <a:off x="3130726" y="2943498"/>
            <a:ext cx="1542908" cy="45719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632175-2E20-3035-BB38-976C35DDC165}"/>
              </a:ext>
            </a:extLst>
          </p:cNvPr>
          <p:cNvSpPr txBox="1"/>
          <p:nvPr/>
        </p:nvSpPr>
        <p:spPr>
          <a:xfrm>
            <a:off x="3168081" y="3114572"/>
            <a:ext cx="1881113" cy="207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51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거래 </a:t>
            </a:r>
            <a:endParaRPr sz="1351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8C2FC9-E885-3839-EAAD-00D949EED71A}"/>
              </a:ext>
            </a:extLst>
          </p:cNvPr>
          <p:cNvSpPr txBox="1"/>
          <p:nvPr/>
        </p:nvSpPr>
        <p:spPr>
          <a:xfrm>
            <a:off x="3168081" y="3389744"/>
            <a:ext cx="1881113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투자금액</a:t>
            </a:r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만기</a:t>
            </a:r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상품 조건</a:t>
            </a:r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 </a:t>
            </a:r>
          </a:p>
          <a:p>
            <a:pPr algn="l"/>
            <a:r>
              <a:rPr lang="en-US" sz="1200" dirty="0">
                <a:solidFill>
                  <a:srgbClr val="4A4F55"/>
                </a:solidFill>
                <a:ea typeface="페이퍼로지 4 Regular"/>
              </a:rPr>
              <a:t> </a:t>
            </a:r>
            <a:endParaRPr sz="1200" dirty="0">
              <a:solidFill>
                <a:srgbClr val="4A4F55"/>
              </a:solidFill>
              <a:ea typeface="페이퍼로지 4 Regular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11BF27-6EF9-2151-4897-CBBC4C340F40}"/>
              </a:ext>
            </a:extLst>
          </p:cNvPr>
          <p:cNvSpPr txBox="1"/>
          <p:nvPr/>
        </p:nvSpPr>
        <p:spPr>
          <a:xfrm>
            <a:off x="5429578" y="1956546"/>
            <a:ext cx="212636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4E318F-FDD1-FB32-EA95-B37F5E17EF87}"/>
              </a:ext>
            </a:extLst>
          </p:cNvPr>
          <p:cNvSpPr txBox="1"/>
          <p:nvPr/>
        </p:nvSpPr>
        <p:spPr>
          <a:xfrm>
            <a:off x="5429578" y="2379609"/>
            <a:ext cx="2126362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거래일</a:t>
            </a:r>
            <a:endParaRPr sz="17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54" name="Rectangle 32">
            <a:extLst>
              <a:ext uri="{FF2B5EF4-FFF2-40B4-BE49-F238E27FC236}">
                <a16:creationId xmlns:a16="http://schemas.microsoft.com/office/drawing/2014/main" id="{D8A3C38B-E60D-A621-24B8-423602EA6F12}"/>
              </a:ext>
            </a:extLst>
          </p:cNvPr>
          <p:cNvSpPr/>
          <p:nvPr/>
        </p:nvSpPr>
        <p:spPr>
          <a:xfrm>
            <a:off x="5429577" y="2943498"/>
            <a:ext cx="1542908" cy="45719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E32B4F-150B-CABC-5DA9-394717E61289}"/>
              </a:ext>
            </a:extLst>
          </p:cNvPr>
          <p:cNvSpPr txBox="1"/>
          <p:nvPr/>
        </p:nvSpPr>
        <p:spPr>
          <a:xfrm>
            <a:off x="5429578" y="3105365"/>
            <a:ext cx="2126362" cy="207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51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거래체결</a:t>
            </a:r>
            <a:endParaRPr sz="1351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338521-B6D1-B91B-774B-F0AD102EBE85}"/>
              </a:ext>
            </a:extLst>
          </p:cNvPr>
          <p:cNvSpPr txBox="1"/>
          <p:nvPr/>
        </p:nvSpPr>
        <p:spPr>
          <a:xfrm>
            <a:off x="2583196" y="3162613"/>
            <a:ext cx="248825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B80B12-E002-E1FD-33A3-CC1747AAE268}"/>
              </a:ext>
            </a:extLst>
          </p:cNvPr>
          <p:cNvSpPr txBox="1"/>
          <p:nvPr/>
        </p:nvSpPr>
        <p:spPr>
          <a:xfrm>
            <a:off x="4947063" y="3113897"/>
            <a:ext cx="19594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→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3AA9C7B-5788-58A5-6EDF-F329A384643E}"/>
              </a:ext>
            </a:extLst>
          </p:cNvPr>
          <p:cNvSpPr txBox="1"/>
          <p:nvPr/>
        </p:nvSpPr>
        <p:spPr>
          <a:xfrm>
            <a:off x="7245761" y="3152505"/>
            <a:ext cx="19594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→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3FC10A1E-BDF9-AD1D-B284-254F12569886}"/>
              </a:ext>
            </a:extLst>
          </p:cNvPr>
          <p:cNvSpPr/>
          <p:nvPr/>
        </p:nvSpPr>
        <p:spPr>
          <a:xfrm>
            <a:off x="566928" y="1899342"/>
            <a:ext cx="1825120" cy="2639952"/>
          </a:xfrm>
          <a:prstGeom prst="roundRect">
            <a:avLst>
              <a:gd name="adj" fmla="val 3034"/>
            </a:avLst>
          </a:prstGeom>
          <a:noFill/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97E52A0-CFC1-C7C2-5D5D-A1BE4C546169}"/>
              </a:ext>
            </a:extLst>
          </p:cNvPr>
          <p:cNvSpPr/>
          <p:nvPr/>
        </p:nvSpPr>
        <p:spPr>
          <a:xfrm>
            <a:off x="2948881" y="1877915"/>
            <a:ext cx="1825120" cy="2639952"/>
          </a:xfrm>
          <a:prstGeom prst="roundRect">
            <a:avLst>
              <a:gd name="adj" fmla="val 3034"/>
            </a:avLst>
          </a:prstGeom>
          <a:noFill/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928B50ED-DC06-83FC-975B-BF8040F36F1F}"/>
              </a:ext>
            </a:extLst>
          </p:cNvPr>
          <p:cNvSpPr/>
          <p:nvPr/>
        </p:nvSpPr>
        <p:spPr>
          <a:xfrm>
            <a:off x="5212966" y="1903694"/>
            <a:ext cx="1825120" cy="2639952"/>
          </a:xfrm>
          <a:prstGeom prst="roundRect">
            <a:avLst>
              <a:gd name="adj" fmla="val 3034"/>
            </a:avLst>
          </a:prstGeom>
          <a:noFill/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Rectangle 32">
            <a:extLst>
              <a:ext uri="{FF2B5EF4-FFF2-40B4-BE49-F238E27FC236}">
                <a16:creationId xmlns:a16="http://schemas.microsoft.com/office/drawing/2014/main" id="{B105BE0C-AE16-03C9-07D3-DA530D818538}"/>
              </a:ext>
            </a:extLst>
          </p:cNvPr>
          <p:cNvSpPr/>
          <p:nvPr/>
        </p:nvSpPr>
        <p:spPr>
          <a:xfrm>
            <a:off x="10079116" y="2900156"/>
            <a:ext cx="1542908" cy="45719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4AD72A8D-332C-1944-49AE-08AB80B359B2}"/>
              </a:ext>
            </a:extLst>
          </p:cNvPr>
          <p:cNvSpPr/>
          <p:nvPr/>
        </p:nvSpPr>
        <p:spPr>
          <a:xfrm>
            <a:off x="7578175" y="1907651"/>
            <a:ext cx="1825120" cy="2639952"/>
          </a:xfrm>
          <a:prstGeom prst="roundRect">
            <a:avLst>
              <a:gd name="adj" fmla="val 3034"/>
            </a:avLst>
          </a:prstGeom>
          <a:noFill/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Rectangle 32">
            <a:extLst>
              <a:ext uri="{FF2B5EF4-FFF2-40B4-BE49-F238E27FC236}">
                <a16:creationId xmlns:a16="http://schemas.microsoft.com/office/drawing/2014/main" id="{7BB3E9F6-E7AE-984C-7141-A00F7CEFD59E}"/>
              </a:ext>
            </a:extLst>
          </p:cNvPr>
          <p:cNvSpPr/>
          <p:nvPr/>
        </p:nvSpPr>
        <p:spPr>
          <a:xfrm flipV="1">
            <a:off x="7740487" y="2923016"/>
            <a:ext cx="1542908" cy="45719"/>
          </a:xfrm>
          <a:prstGeom prst="rect">
            <a:avLst/>
          </a:prstGeom>
          <a:solidFill>
            <a:srgbClr val="D9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DF143B25-94F8-E65C-A4B8-C58263E992B7}"/>
              </a:ext>
            </a:extLst>
          </p:cNvPr>
          <p:cNvSpPr/>
          <p:nvPr/>
        </p:nvSpPr>
        <p:spPr>
          <a:xfrm>
            <a:off x="9985770" y="1934549"/>
            <a:ext cx="1825120" cy="2639952"/>
          </a:xfrm>
          <a:prstGeom prst="roundRect">
            <a:avLst>
              <a:gd name="adj" fmla="val 3034"/>
            </a:avLst>
          </a:prstGeom>
          <a:noFill/>
          <a:ln>
            <a:solidFill>
              <a:srgbClr val="D9D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25D4CFD-E964-A126-35F6-786DC8C192F1}"/>
              </a:ext>
            </a:extLst>
          </p:cNvPr>
          <p:cNvSpPr txBox="1"/>
          <p:nvPr/>
        </p:nvSpPr>
        <p:spPr>
          <a:xfrm>
            <a:off x="865965" y="3126648"/>
            <a:ext cx="1881113" cy="207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51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필요서류</a:t>
            </a:r>
            <a:r>
              <a:rPr sz="1351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1AAD9F-1535-AAC7-2FA1-980AB9755F27}"/>
              </a:ext>
            </a:extLst>
          </p:cNvPr>
          <p:cNvSpPr txBox="1"/>
          <p:nvPr/>
        </p:nvSpPr>
        <p:spPr>
          <a:xfrm>
            <a:off x="5420740" y="3389744"/>
            <a:ext cx="1639582" cy="1107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투자자가 발행자에게</a:t>
            </a:r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 Limit-Order</a:t>
            </a: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송부</a:t>
            </a:r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송부방식</a:t>
            </a:r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: </a:t>
            </a: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이메일</a:t>
            </a:r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Limit-Order </a:t>
            </a: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양식</a:t>
            </a:r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 </a:t>
            </a: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사전 안내 예정</a:t>
            </a:r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 </a:t>
            </a:r>
          </a:p>
          <a:p>
            <a:pPr algn="l"/>
            <a:r>
              <a:rPr lang="en-US" sz="1200" dirty="0">
                <a:solidFill>
                  <a:srgbClr val="4A4F55"/>
                </a:solidFill>
                <a:ea typeface="페이퍼로지 4 Regular"/>
              </a:rPr>
              <a:t> </a:t>
            </a:r>
            <a:endParaRPr sz="1200" dirty="0">
              <a:solidFill>
                <a:srgbClr val="4A4F55"/>
              </a:solidFill>
              <a:ea typeface="페이퍼로지 4 Regular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FF8F9A-27D3-3D10-1944-D031435E7973}"/>
              </a:ext>
            </a:extLst>
          </p:cNvPr>
          <p:cNvSpPr txBox="1"/>
          <p:nvPr/>
        </p:nvSpPr>
        <p:spPr>
          <a:xfrm>
            <a:off x="7706879" y="1969604"/>
            <a:ext cx="212636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</a:t>
            </a:r>
            <a:r>
              <a:rPr lang="en-US" sz="22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  <a:endParaRPr sz="2200"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602EC34-3AEA-996D-DD8E-11004CB59EBE}"/>
              </a:ext>
            </a:extLst>
          </p:cNvPr>
          <p:cNvSpPr txBox="1"/>
          <p:nvPr/>
        </p:nvSpPr>
        <p:spPr>
          <a:xfrm>
            <a:off x="7706879" y="2357155"/>
            <a:ext cx="2126362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발행일</a:t>
            </a:r>
            <a:r>
              <a:rPr lang="en-US" altLang="ko-KR" sz="17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/</a:t>
            </a:r>
            <a:r>
              <a:rPr lang="ko-KR" altLang="en-US" sz="17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결제일</a:t>
            </a:r>
            <a:endParaRPr sz="17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7D21846-F5FB-283C-8352-73F9022667E2}"/>
              </a:ext>
            </a:extLst>
          </p:cNvPr>
          <p:cNvSpPr txBox="1"/>
          <p:nvPr/>
        </p:nvSpPr>
        <p:spPr>
          <a:xfrm>
            <a:off x="7706879" y="3118423"/>
            <a:ext cx="2126362" cy="207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51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DLB</a:t>
            </a:r>
            <a:r>
              <a:rPr lang="ko-KR" altLang="en-US" sz="1351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청약 및 자금납입</a:t>
            </a:r>
            <a:endParaRPr sz="1351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F99BC7E-27C7-2691-D7B6-B370C125B4E7}"/>
              </a:ext>
            </a:extLst>
          </p:cNvPr>
          <p:cNvSpPr txBox="1"/>
          <p:nvPr/>
        </p:nvSpPr>
        <p:spPr>
          <a:xfrm>
            <a:off x="7674712" y="3425311"/>
            <a:ext cx="177189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청약서 </a:t>
            </a:r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 </a:t>
            </a: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및  인수계약서</a:t>
            </a:r>
            <a:br>
              <a:rPr lang="en-US" altLang="ko-KR" sz="1200" dirty="0">
                <a:solidFill>
                  <a:srgbClr val="4A4F55"/>
                </a:solidFill>
                <a:ea typeface="페이퍼로지 4 Regular"/>
              </a:rPr>
            </a:b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날인업무</a:t>
            </a:r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DLB</a:t>
            </a: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자금 납입 </a:t>
            </a:r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 </a:t>
            </a:r>
          </a:p>
          <a:p>
            <a:pPr algn="l"/>
            <a:r>
              <a:rPr lang="en-US" sz="1200" dirty="0">
                <a:solidFill>
                  <a:srgbClr val="4A4F55"/>
                </a:solidFill>
                <a:ea typeface="페이퍼로지 4 Regular"/>
              </a:rPr>
              <a:t> </a:t>
            </a:r>
            <a:endParaRPr sz="1200" dirty="0">
              <a:solidFill>
                <a:srgbClr val="4A4F55"/>
              </a:solidFill>
              <a:ea typeface="페이퍼로지 4 Regular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6150425-F693-6E9F-FAA6-3F248A1B9DC9}"/>
              </a:ext>
            </a:extLst>
          </p:cNvPr>
          <p:cNvSpPr txBox="1"/>
          <p:nvPr/>
        </p:nvSpPr>
        <p:spPr>
          <a:xfrm>
            <a:off x="10087106" y="1958024"/>
            <a:ext cx="212636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0</a:t>
            </a:r>
            <a:r>
              <a:rPr lang="en-US" sz="22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r>
            <a:endParaRPr sz="2200"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B7604F4-E64C-58CF-E06F-F44BEAD5D436}"/>
              </a:ext>
            </a:extLst>
          </p:cNvPr>
          <p:cNvSpPr txBox="1"/>
          <p:nvPr/>
        </p:nvSpPr>
        <p:spPr>
          <a:xfrm>
            <a:off x="10113740" y="2363335"/>
            <a:ext cx="2126362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사후관리</a:t>
            </a:r>
            <a:endParaRPr sz="17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E3C439A-1DA0-FF21-295D-F380D45DFB75}"/>
              </a:ext>
            </a:extLst>
          </p:cNvPr>
          <p:cNvSpPr txBox="1"/>
          <p:nvPr/>
        </p:nvSpPr>
        <p:spPr>
          <a:xfrm>
            <a:off x="10113740" y="3089087"/>
            <a:ext cx="2126362" cy="207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51" b="1" dirty="0">
                <a:solidFill>
                  <a:srgbClr val="23272C"/>
                </a:solidFill>
                <a:latin typeface="페이퍼로지 7 Bold"/>
                <a:ea typeface="페이퍼로지 7 Bold"/>
                <a:cs typeface="페이퍼로지 7 Bold"/>
              </a:rPr>
              <a:t>사후관리</a:t>
            </a:r>
            <a:endParaRPr sz="1351" b="1" dirty="0">
              <a:solidFill>
                <a:srgbClr val="23272C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BDC6E52-48E1-B11E-01F1-827646103A8A}"/>
              </a:ext>
            </a:extLst>
          </p:cNvPr>
          <p:cNvSpPr txBox="1"/>
          <p:nvPr/>
        </p:nvSpPr>
        <p:spPr>
          <a:xfrm>
            <a:off x="10131066" y="3354973"/>
            <a:ext cx="1881113" cy="1477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이자계산서 및 백데이터 </a:t>
            </a:r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      </a:t>
            </a: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발송</a:t>
            </a:r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조기상환 및 스케쥴 관리</a:t>
            </a:r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4A4F55"/>
                </a:solidFill>
                <a:ea typeface="페이퍼로지 4 Regular"/>
              </a:rPr>
              <a:t>만기상환 및 원리금 지급</a:t>
            </a:r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4A4F55"/>
              </a:solidFill>
              <a:ea typeface="페이퍼로지 4 Regular"/>
            </a:endParaRPr>
          </a:p>
          <a:p>
            <a:r>
              <a:rPr lang="en-US" altLang="ko-KR" sz="1200" dirty="0">
                <a:solidFill>
                  <a:srgbClr val="4A4F55"/>
                </a:solidFill>
                <a:ea typeface="페이퍼로지 4 Regular"/>
              </a:rPr>
              <a:t> </a:t>
            </a:r>
          </a:p>
          <a:p>
            <a:pPr algn="l"/>
            <a:r>
              <a:rPr lang="en-US" sz="1200" dirty="0">
                <a:solidFill>
                  <a:srgbClr val="4A4F55"/>
                </a:solidFill>
                <a:ea typeface="페이퍼로지 4 Regular"/>
              </a:rPr>
              <a:t> </a:t>
            </a:r>
            <a:endParaRPr sz="1200" dirty="0">
              <a:solidFill>
                <a:srgbClr val="4A4F55"/>
              </a:solidFill>
              <a:ea typeface="페이퍼로지 4 Regular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800C0B9-A75B-7D2E-3F82-C41F66C8C62A}"/>
              </a:ext>
            </a:extLst>
          </p:cNvPr>
          <p:cNvSpPr txBox="1"/>
          <p:nvPr/>
        </p:nvSpPr>
        <p:spPr>
          <a:xfrm>
            <a:off x="9618211" y="3186395"/>
            <a:ext cx="19594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52DD40-23C3-87A8-5C40-66C64DDE07EC}"/>
              </a:ext>
            </a:extLst>
          </p:cNvPr>
          <p:cNvSpPr txBox="1"/>
          <p:nvPr/>
        </p:nvSpPr>
        <p:spPr>
          <a:xfrm>
            <a:off x="784242" y="4823555"/>
            <a:ext cx="6908781" cy="17235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44" indent="-285744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거래일 </a:t>
            </a:r>
            <a:r>
              <a:rPr lang="en-US" altLang="ko-KR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= </a:t>
            </a: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최종 조건이 확정되고 거래가 성립되는 날</a:t>
            </a:r>
            <a:endParaRPr lang="en-US" altLang="ko-KR" sz="16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  <a:p>
            <a:pPr marL="285744" indent="-285744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발행일은 통상 거래일 </a:t>
            </a:r>
            <a:r>
              <a:rPr lang="en-US" altLang="ko-KR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+ 2</a:t>
            </a: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영업일</a:t>
            </a:r>
            <a:r>
              <a:rPr lang="en-US" altLang="ko-KR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(</a:t>
            </a: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발행일정은 사전 협의 가능</a:t>
            </a:r>
            <a:r>
              <a:rPr lang="en-US" altLang="ko-KR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)</a:t>
            </a:r>
          </a:p>
          <a:p>
            <a:pPr marL="285744" indent="-285744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만기일은 발행일 </a:t>
            </a:r>
            <a:r>
              <a:rPr lang="en-US" altLang="ko-KR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+ 5</a:t>
            </a: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년</a:t>
            </a:r>
            <a:r>
              <a:rPr lang="en-US" altLang="ko-KR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, </a:t>
            </a: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단 만기일이 영업일이 </a:t>
            </a:r>
            <a:r>
              <a:rPr lang="ko-KR" altLang="en-US"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아닌경우</a:t>
            </a: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lang="ko-KR" altLang="en-US"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익</a:t>
            </a: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 영업일</a:t>
            </a:r>
            <a:endParaRPr lang="en-US" altLang="ko-KR" sz="16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  <a:p>
            <a:pPr marL="285744" indent="-285744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계산구간 시작일 </a:t>
            </a:r>
            <a:r>
              <a:rPr lang="en-US" altLang="ko-KR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= </a:t>
            </a:r>
            <a:r>
              <a:rPr lang="ko-KR" altLang="en-US"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발행일</a:t>
            </a:r>
            <a:endParaRPr lang="en-US" altLang="ko-KR" sz="16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  <a:p>
            <a:pPr marL="285744" indent="-285744">
              <a:buFont typeface="Wingdings" panose="05000000000000000000" pitchFamily="2" charset="2"/>
              <a:buChar char="ü"/>
            </a:pPr>
            <a:endParaRPr sz="16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5">
            <a:extLst>
              <a:ext uri="{FF2B5EF4-FFF2-40B4-BE49-F238E27FC236}">
                <a16:creationId xmlns:a16="http://schemas.microsoft.com/office/drawing/2014/main" id="{93357587-634E-801C-E45A-50B61E452AF5}"/>
              </a:ext>
            </a:extLst>
          </p:cNvPr>
          <p:cNvSpPr/>
          <p:nvPr/>
        </p:nvSpPr>
        <p:spPr>
          <a:xfrm>
            <a:off x="566932" y="1872376"/>
            <a:ext cx="11058113" cy="706232"/>
          </a:xfrm>
          <a:prstGeom prst="rect">
            <a:avLst/>
          </a:prstGeom>
          <a:solidFill>
            <a:srgbClr val="F7F9F7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66928" y="20116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5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.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투자</a:t>
            </a:r>
            <a:r>
              <a:rPr sz="1400" b="1" dirty="0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 </a:t>
            </a:r>
            <a:r>
              <a:rPr sz="1400" b="1" dirty="0" err="1">
                <a:solidFill>
                  <a:srgbClr val="14532D"/>
                </a:solidFill>
                <a:latin typeface="페이퍼로지 6 SemiBold"/>
                <a:ea typeface="페이퍼로지 6 SemiBold"/>
                <a:cs typeface="페이퍼로지 6 SemiBold"/>
              </a:rPr>
              <a:t>유의사항</a:t>
            </a:r>
            <a:endParaRPr sz="1400" b="1" dirty="0">
              <a:solidFill>
                <a:srgbClr val="14532D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32" y="731520"/>
            <a:ext cx="11058113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30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주요</a:t>
            </a:r>
            <a:r>
              <a:rPr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30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투자</a:t>
            </a:r>
            <a:r>
              <a:rPr sz="3000" b="1" dirty="0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30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유의사항</a:t>
            </a:r>
            <a:endParaRPr sz="3000"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32" y="1389892"/>
            <a:ext cx="11058113" cy="12801"/>
          </a:xfrm>
          <a:prstGeom prst="rect">
            <a:avLst/>
          </a:prstGeom>
          <a:solidFill>
            <a:srgbClr val="D9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508760" cy="18288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6474" y="1517904"/>
            <a:ext cx="10911809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CD Range Accrual DLB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상품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투자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판단</a:t>
            </a:r>
            <a:r>
              <a:rPr lang="en-US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시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고려해야 할 주요</a:t>
            </a:r>
            <a:r>
              <a:rPr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위험</a:t>
            </a:r>
            <a:r>
              <a:rPr lang="en-US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6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요소</a:t>
            </a:r>
            <a:endParaRPr sz="1600" dirty="0">
              <a:solidFill>
                <a:srgbClr val="23272C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1865376"/>
            <a:ext cx="402336" cy="731520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048256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921111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700" b="1" dirty="0" err="1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금리</a:t>
            </a:r>
            <a:r>
              <a:rPr sz="17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700" b="1" dirty="0" err="1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상승</a:t>
            </a:r>
            <a:r>
              <a:rPr sz="17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 / Barrier </a:t>
            </a:r>
            <a:r>
              <a:rPr sz="1700" b="1" dirty="0" err="1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상회</a:t>
            </a:r>
            <a:r>
              <a:rPr sz="1700" b="1" dirty="0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  <a:r>
              <a:rPr sz="1700" b="1" dirty="0" err="1">
                <a:solidFill>
                  <a:srgbClr val="00A86B"/>
                </a:solidFill>
                <a:latin typeface="페이퍼로지 8 ExtraBold"/>
                <a:ea typeface="페이퍼로지 8 ExtraBold"/>
                <a:cs typeface="페이퍼로지 8 ExtraBold"/>
              </a:rPr>
              <a:t>위험</a:t>
            </a:r>
            <a:endParaRPr sz="1700" b="1" dirty="0">
              <a:solidFill>
                <a:srgbClr val="00A86B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33856" y="227903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ko-KR" altLang="en-US" sz="1200" b="1" dirty="0">
                <a:solidFill>
                  <a:srgbClr val="00A86B"/>
                </a:solidFill>
                <a:latin typeface="페이퍼로지 7 Bold"/>
                <a:ea typeface="페이퍼로지 7 Bold"/>
                <a:cs typeface="페이퍼로지 7 Bold"/>
              </a:rPr>
              <a:t>수익구조와</a:t>
            </a:r>
            <a:r>
              <a:rPr sz="1200" b="1" dirty="0">
                <a:solidFill>
                  <a:srgbClr val="00A86B"/>
                </a:solidFill>
                <a:latin typeface="페이퍼로지 7 Bold"/>
                <a:ea typeface="페이퍼로지 7 Bold"/>
                <a:cs typeface="페이퍼로지 7 Bold"/>
              </a:rPr>
              <a:t> 직</a:t>
            </a:r>
            <a:r>
              <a:rPr lang="ko-KR" altLang="en-US" sz="1200" b="1" dirty="0">
                <a:solidFill>
                  <a:srgbClr val="00A86B"/>
                </a:solidFill>
                <a:latin typeface="페이퍼로지 7 Bold"/>
                <a:ea typeface="페이퍼로지 7 Bold"/>
                <a:cs typeface="페이퍼로지 7 Bold"/>
              </a:rPr>
              <a:t>결</a:t>
            </a:r>
            <a:r>
              <a:rPr sz="1200" b="1" dirty="0" err="1">
                <a:solidFill>
                  <a:srgbClr val="00A86B"/>
                </a:solidFill>
                <a:latin typeface="페이퍼로지 7 Bold"/>
                <a:ea typeface="페이퍼로지 7 Bold"/>
                <a:cs typeface="페이퍼로지 7 Bold"/>
              </a:rPr>
              <a:t>되는</a:t>
            </a:r>
            <a:r>
              <a:rPr sz="1200" b="1" dirty="0">
                <a:solidFill>
                  <a:srgbClr val="00A86B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lang="ko-KR" altLang="en-US" sz="1200" b="1" dirty="0">
                <a:solidFill>
                  <a:srgbClr val="00A86B"/>
                </a:solidFill>
                <a:latin typeface="페이퍼로지 7 Bold"/>
                <a:ea typeface="페이퍼로지 7 Bold"/>
                <a:cs typeface="페이퍼로지 7 Bold"/>
              </a:rPr>
              <a:t>핵심 </a:t>
            </a:r>
            <a:r>
              <a:rPr sz="1200" b="1" dirty="0" err="1">
                <a:solidFill>
                  <a:srgbClr val="00A86B"/>
                </a:solidFill>
                <a:latin typeface="페이퍼로지 7 Bold"/>
                <a:ea typeface="페이퍼로지 7 Bold"/>
                <a:cs typeface="페이퍼로지 7 Bold"/>
              </a:rPr>
              <a:t>위험</a:t>
            </a:r>
            <a:endParaRPr sz="1200" b="1" dirty="0">
              <a:solidFill>
                <a:srgbClr val="00A86B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13252" y="1984248"/>
            <a:ext cx="5983193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CD91일물이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Barrier를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상회하는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일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수에 비례하여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기대수익</a:t>
            </a:r>
            <a:r>
              <a:rPr lang="en-US" altLang="ko-KR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(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Coupon</a:t>
            </a:r>
            <a:r>
              <a:rPr 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)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이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감소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함</a:t>
            </a:r>
            <a:endParaRPr sz="1400" dirty="0">
              <a:solidFill>
                <a:srgbClr val="23272C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33860" y="2706624"/>
            <a:ext cx="10491185" cy="9144"/>
          </a:xfrm>
          <a:prstGeom prst="rect">
            <a:avLst/>
          </a:prstGeom>
          <a:solidFill>
            <a:srgbClr val="EC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2816352"/>
            <a:ext cx="402336" cy="73152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2999232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3002721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Issuer Call </a:t>
            </a:r>
            <a:r>
              <a:rPr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위험</a:t>
            </a:r>
            <a:endParaRPr sz="16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13252" y="2916936"/>
            <a:ext cx="6055031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발행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사의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조기상환</a:t>
            </a:r>
            <a:r>
              <a:rPr 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(Call) 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행사 시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상품이 조기 종료 되며</a:t>
            </a:r>
            <a:r>
              <a:rPr lang="en-US" altLang="ko-KR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높은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Coupon을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장기간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확보하지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못할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수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있음</a:t>
            </a:r>
            <a:r>
              <a:rPr 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(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재투자위험</a:t>
            </a:r>
            <a:r>
              <a:rPr lang="en-US" altLang="ko-KR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)</a:t>
            </a:r>
            <a:endParaRPr sz="1400" dirty="0">
              <a:solidFill>
                <a:srgbClr val="23272C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33860" y="3657600"/>
            <a:ext cx="10491185" cy="9144"/>
          </a:xfrm>
          <a:prstGeom prst="rect">
            <a:avLst/>
          </a:prstGeom>
          <a:solidFill>
            <a:srgbClr val="EC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3767328"/>
            <a:ext cx="402336" cy="73152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3950208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0839" y="3961532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중도환매</a:t>
            </a:r>
            <a:r>
              <a:rPr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위험</a:t>
            </a:r>
            <a:endParaRPr sz="16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16269" y="3867912"/>
            <a:ext cx="5983193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중도환매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시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시장금리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및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평가가격에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따라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원금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손실이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발생할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수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있음</a:t>
            </a:r>
            <a:endParaRPr sz="1400" dirty="0">
              <a:solidFill>
                <a:srgbClr val="23272C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33860" y="4608576"/>
            <a:ext cx="10491185" cy="9144"/>
          </a:xfrm>
          <a:prstGeom prst="rect">
            <a:avLst/>
          </a:prstGeom>
          <a:solidFill>
            <a:srgbClr val="EC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4718304"/>
            <a:ext cx="402336" cy="73152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901184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60" y="4862431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발행사</a:t>
            </a:r>
            <a:r>
              <a:rPr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신용위험</a:t>
            </a:r>
            <a:endParaRPr sz="16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13252" y="4804257"/>
            <a:ext cx="5983193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발행사인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교보증권의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신용상태</a:t>
            </a:r>
            <a:r>
              <a:rPr lang="en-US" altLang="ko-KR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(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부도</a:t>
            </a:r>
            <a:r>
              <a:rPr lang="en-US" altLang="ko-KR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,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파산 등</a:t>
            </a:r>
            <a:r>
              <a:rPr lang="en-US" altLang="ko-KR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)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에 따라 원금 및 미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지급</a:t>
            </a:r>
            <a:r>
              <a:rPr 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위험이 존재함</a:t>
            </a:r>
            <a:endParaRPr sz="1400" dirty="0">
              <a:solidFill>
                <a:srgbClr val="23272C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66928" y="5669280"/>
            <a:ext cx="402336" cy="7315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5852160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0839" y="5812971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예금자보호</a:t>
            </a:r>
            <a:r>
              <a:rPr sz="1600" b="1" dirty="0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 </a:t>
            </a:r>
            <a:r>
              <a:rPr sz="1600" b="1" dirty="0" err="1">
                <a:solidFill>
                  <a:srgbClr val="14532D"/>
                </a:solidFill>
                <a:latin typeface="페이퍼로지 7 Bold"/>
                <a:ea typeface="페이퍼로지 7 Bold"/>
                <a:cs typeface="페이퍼로지 7 Bold"/>
              </a:rPr>
              <a:t>미적용</a:t>
            </a:r>
            <a:endParaRPr sz="1600" b="1" dirty="0">
              <a:solidFill>
                <a:srgbClr val="14532D"/>
              </a:solidFill>
              <a:latin typeface="페이퍼로지 7 Bold"/>
              <a:ea typeface="페이퍼로지 7 Bold"/>
              <a:cs typeface="페이퍼로지 7 Bol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16265" y="5760720"/>
            <a:ext cx="5980176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본 상품은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예금자보호법에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따른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보호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대상</a:t>
            </a:r>
            <a:r>
              <a:rPr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400" dirty="0" err="1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상품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이</a:t>
            </a:r>
            <a:r>
              <a:rPr 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1400" dirty="0">
                <a:solidFill>
                  <a:srgbClr val="23272C"/>
                </a:solidFill>
                <a:latin typeface="페이퍼로지 5 Medium"/>
                <a:ea typeface="페이퍼로지 5 Medium"/>
                <a:cs typeface="페이퍼로지 5 Medium"/>
              </a:rPr>
              <a:t>아님</a:t>
            </a:r>
            <a:endParaRPr sz="1400" dirty="0">
              <a:solidFill>
                <a:srgbClr val="23272C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FD5D61-C7C7-8EE1-9F64-99B442C9F25A}"/>
              </a:ext>
            </a:extLst>
          </p:cNvPr>
          <p:cNvSpPr txBox="1"/>
          <p:nvPr/>
        </p:nvSpPr>
        <p:spPr>
          <a:xfrm>
            <a:off x="10241280" y="6547104"/>
            <a:ext cx="1380744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4</a:t>
            </a:r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 / 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5</a:t>
            </a:r>
            <a:endParaRPr sz="1200" dirty="0">
              <a:solidFill>
                <a:schemeClr val="bg1">
                  <a:lumMod val="8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EEBA86-06BC-DFD0-8AF0-7ACA955DD1A3}"/>
              </a:ext>
            </a:extLst>
          </p:cNvPr>
          <p:cNvSpPr txBox="1"/>
          <p:nvPr/>
        </p:nvSpPr>
        <p:spPr>
          <a:xfrm>
            <a:off x="566928" y="654710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KYOBO SECURITIES · FICC SOLUTION</a:t>
            </a:r>
          </a:p>
        </p:txBody>
      </p:sp>
      <p:sp>
        <p:nvSpPr>
          <p:cNvPr id="35" name="Rectangle 23">
            <a:extLst>
              <a:ext uri="{FF2B5EF4-FFF2-40B4-BE49-F238E27FC236}">
                <a16:creationId xmlns:a16="http://schemas.microsoft.com/office/drawing/2014/main" id="{A5F42F3B-F7AE-B16A-89E7-EE29CD471AB6}"/>
              </a:ext>
            </a:extLst>
          </p:cNvPr>
          <p:cNvSpPr/>
          <p:nvPr/>
        </p:nvSpPr>
        <p:spPr>
          <a:xfrm>
            <a:off x="1130844" y="5559552"/>
            <a:ext cx="10491185" cy="9144"/>
          </a:xfrm>
          <a:prstGeom prst="rect">
            <a:avLst/>
          </a:prstGeom>
          <a:solidFill>
            <a:srgbClr val="EC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90548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761488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/>
            <a:r>
              <a:rPr sz="6000" b="1" dirty="0" err="1">
                <a:solidFill>
                  <a:srgbClr val="14532D"/>
                </a:solidFill>
                <a:latin typeface="페이퍼로지 8 ExtraBold"/>
                <a:ea typeface="페이퍼로지 8 ExtraBold"/>
                <a:cs typeface="페이퍼로지 8 ExtraBold"/>
              </a:rPr>
              <a:t>감사합니다</a:t>
            </a:r>
            <a:endParaRPr sz="6000" b="1" dirty="0">
              <a:solidFill>
                <a:srgbClr val="14532D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KYOBO SECURITIES · FICC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BBA50-638D-7E44-D1D2-3D0898A274EE}"/>
              </a:ext>
            </a:extLst>
          </p:cNvPr>
          <p:cNvSpPr txBox="1"/>
          <p:nvPr/>
        </p:nvSpPr>
        <p:spPr>
          <a:xfrm>
            <a:off x="10241280" y="6547104"/>
            <a:ext cx="1380744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5</a:t>
            </a:r>
            <a:r>
              <a:rPr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/ 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페이퍼로지 4 Regular"/>
                <a:ea typeface="페이퍼로지 4 Regular"/>
                <a:cs typeface="페이퍼로지 4 Regular"/>
              </a:rPr>
              <a:t>5</a:t>
            </a:r>
            <a:endParaRPr sz="1200" dirty="0">
              <a:solidFill>
                <a:schemeClr val="bg1">
                  <a:lumMod val="85000"/>
                </a:schemeClr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보증권 얇은레이아웃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페이퍼로지">
      <a:majorFont>
        <a:latin typeface="페이퍼로지 8 ExtraBold"/>
        <a:ea typeface="페이퍼로지 8 ExtraBold"/>
        <a:cs typeface=""/>
      </a:majorFont>
      <a:minorFont>
        <a:latin typeface="페이퍼로지 4 Regular"/>
        <a:ea typeface="페이퍼로지 5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8159</TotalTime>
  <Words>1547</Words>
  <Application>Microsoft Office PowerPoint</Application>
  <PresentationFormat>와이드스크린</PresentationFormat>
  <Paragraphs>420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HY신명조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Arial</vt:lpstr>
      <vt:lpstr>Cambria Math</vt:lpstr>
      <vt:lpstr>Wingdings</vt:lpstr>
      <vt:lpstr>교보증권 얇은레이아웃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kyobo</cp:lastModifiedBy>
  <cp:revision>94</cp:revision>
  <cp:lastPrinted>2026-09-15T00:00:08Z</cp:lastPrinted>
  <dcterms:created xsi:type="dcterms:W3CDTF">2026-08-11T01:23:26Z</dcterms:created>
  <dcterms:modified xsi:type="dcterms:W3CDTF">2026-09-15T23:24:43Z</dcterms:modified>
</cp:coreProperties>
</file>